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  <p:sldMasterId id="2147483670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6858000" cy="9144000"/>
  <p:embeddedFontLst>
    <p:embeddedFont>
      <p:font typeface="Gothic A1" panose="020B0604020202020204" charset="-127"/>
      <p:regular r:id="rId17"/>
      <p:bold r:id="rId18"/>
    </p:embeddedFont>
    <p:embeddedFont>
      <p:font typeface="Algerian" panose="04020705040A02060702" pitchFamily="82" charset="0"/>
      <p:regular r:id="rId19"/>
    </p:embeddedFont>
    <p:embeddedFont>
      <p:font typeface="Comic Sans MS" panose="030F0702030302020204" pitchFamily="66" charset="0"/>
      <p:regular r:id="rId20"/>
      <p:bold r:id="rId21"/>
      <p:italic r:id="rId22"/>
      <p:boldItalic r:id="rId23"/>
    </p:embeddedFont>
    <p:embeddedFont>
      <p:font typeface="Exo Black" panose="020B0604020202020204" charset="0"/>
      <p:bold r:id="rId24"/>
      <p:boldItalic r:id="rId25"/>
    </p:embeddedFont>
    <p:embeddedFont>
      <p:font typeface="Exo SemiBold" panose="020B0604020202020204" charset="0"/>
      <p:regular r:id="rId26"/>
      <p:bold r:id="rId27"/>
      <p:italic r:id="rId28"/>
      <p:boldItalic r:id="rId29"/>
    </p:embeddedFont>
    <p:embeddedFont>
      <p:font typeface="Impact" panose="020B0806030902050204" pitchFamily="34" charset="0"/>
      <p:regular r:id="rId30"/>
    </p:embeddedFont>
    <p:embeddedFont>
      <p:font typeface="Nunito Light" pitchFamily="2" charset="0"/>
      <p:regular r:id="rId31"/>
    </p:embeddedFont>
    <p:embeddedFont>
      <p:font typeface="Proxima Nova" panose="020B0604020202020204" charset="0"/>
      <p:regular r:id="rId32"/>
      <p:bold r:id="rId33"/>
      <p:italic r:id="rId34"/>
      <p:boldItalic r:id="rId35"/>
    </p:embeddedFont>
    <p:embeddedFont>
      <p:font typeface="Proxima Nova Semibold" panose="020B0604020202020204" charset="0"/>
      <p:regular r:id="rId36"/>
      <p:bold r:id="rId37"/>
      <p:boldItalic r:id="rId38"/>
    </p:embeddedFont>
    <p:embeddedFont>
      <p:font typeface="PT Sans" panose="020B0503020203020204" pitchFamily="34" charset="0"/>
      <p:regular r:id="rId39"/>
      <p:bold r:id="rId40"/>
      <p:italic r:id="rId41"/>
      <p:boldItalic r:id="rId42"/>
    </p:embeddedFont>
    <p:embeddedFont>
      <p:font typeface="Roboto Condensed Light" panose="02000000000000000000" pitchFamily="2" charset="0"/>
      <p:regular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D68F31-05C7-4F2E-92E1-0719CCC19460}">
  <a:tblStyle styleId="{57D68F31-05C7-4F2E-92E1-0719CCC194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font" Target="fonts/font23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openxmlformats.org/officeDocument/2006/relationships/font" Target="fonts/font26.fntdata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font" Target="fonts/font24.fntdata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43" Type="http://schemas.openxmlformats.org/officeDocument/2006/relationships/font" Target="fonts/font27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font" Target="fonts/font22.fntdata"/><Relationship Id="rId46" Type="http://schemas.openxmlformats.org/officeDocument/2006/relationships/theme" Target="theme/theme1.xml"/><Relationship Id="rId20" Type="http://schemas.openxmlformats.org/officeDocument/2006/relationships/font" Target="fonts/font4.fntdata"/><Relationship Id="rId41" Type="http://schemas.openxmlformats.org/officeDocument/2006/relationships/font" Target="fonts/font2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203ddaec29c_0_9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203ddaec29c_0_95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203ddaec29c_0_9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203ddaec29c_0_9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203ddaec29c_0_98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203ddaec29c_0_98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203ddaec29c_0_12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4" name="Google Shape;1164;g203ddaec29c_0_12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203ddaec29c_0_12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203ddaec29c_0_125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203ddaec29c_0_126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203ddaec29c_0_126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203ddaec29c_0_130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203ddaec29c_0_130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203ddaec29c_0_134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g203ddaec29c_0_134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203ddaec29c_0_138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203ddaec29c_0_138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203ddaec29c_0_14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5" name="Google Shape;1215;g203ddaec29c_0_14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203ddaec29c_0_15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203ddaec29c_0_15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03ddaec29c_0_147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203ddaec29c_0_147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203ddaec29c_0_18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203ddaec29c_0_18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87691" y="795838"/>
            <a:ext cx="4207800" cy="3058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Loved by the King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87575" y="3981963"/>
            <a:ext cx="42081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5013300" y="696163"/>
            <a:ext cx="4130700" cy="3751200"/>
          </a:xfrm>
          <a:prstGeom prst="rect">
            <a:avLst/>
          </a:prstGeom>
          <a:noFill/>
          <a:ln>
            <a:noFill/>
          </a:ln>
        </p:spPr>
      </p:sp>
      <p:sp>
        <p:nvSpPr>
          <p:cNvPr id="12" name="Google Shape;12;p2"/>
          <p:cNvSpPr/>
          <p:nvPr/>
        </p:nvSpPr>
        <p:spPr>
          <a:xfrm>
            <a:off x="6907725" y="0"/>
            <a:ext cx="2236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1097575" y="-1229625"/>
            <a:ext cx="2111100" cy="2111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1064275" y="207200"/>
            <a:ext cx="192600" cy="19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5204175" y="213729"/>
            <a:ext cx="1534300" cy="69950"/>
            <a:chOff x="1213675" y="3814125"/>
            <a:chExt cx="1534300" cy="69950"/>
          </a:xfrm>
        </p:grpSpPr>
        <p:sp>
          <p:nvSpPr>
            <p:cNvPr id="16" name="Google Shape;16;p2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" name="Google Shape;1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77466" y="2357054"/>
            <a:ext cx="4609976" cy="26839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2"/>
          <p:cNvGrpSpPr/>
          <p:nvPr/>
        </p:nvGrpSpPr>
        <p:grpSpPr>
          <a:xfrm flipH="1">
            <a:off x="72646" y="4216148"/>
            <a:ext cx="552100" cy="760450"/>
            <a:chOff x="1169050" y="238125"/>
            <a:chExt cx="552100" cy="760450"/>
          </a:xfrm>
        </p:grpSpPr>
        <p:sp>
          <p:nvSpPr>
            <p:cNvPr id="21" name="Google Shape;21;p2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>
            <a:off x="0" y="0"/>
            <a:ext cx="2236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" name="Google Shape;3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45547" y="-2144471"/>
            <a:ext cx="4609976" cy="26839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" name="Google Shape;40;p3"/>
          <p:cNvGrpSpPr/>
          <p:nvPr/>
        </p:nvGrpSpPr>
        <p:grpSpPr>
          <a:xfrm>
            <a:off x="7408850" y="245829"/>
            <a:ext cx="1534300" cy="69950"/>
            <a:chOff x="1213675" y="3814125"/>
            <a:chExt cx="1534300" cy="69950"/>
          </a:xfrm>
        </p:grpSpPr>
        <p:sp>
          <p:nvSpPr>
            <p:cNvPr id="41" name="Google Shape;41;p3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Google Shape;44;p3"/>
          <p:cNvSpPr/>
          <p:nvPr/>
        </p:nvSpPr>
        <p:spPr>
          <a:xfrm>
            <a:off x="8299000" y="4060050"/>
            <a:ext cx="2111100" cy="2111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7999325" y="4787750"/>
            <a:ext cx="192600" cy="19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8750550" y="3867450"/>
            <a:ext cx="192600" cy="192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778550" y="2554260"/>
            <a:ext cx="55869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4114800" y="1543892"/>
            <a:ext cx="914400" cy="69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1780650" y="3469109"/>
            <a:ext cx="5582700" cy="36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716900" y="1051849"/>
            <a:ext cx="77040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 SemiBold"/>
              <a:buAutoNum type="arabicPeriod"/>
              <a:defRPr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1600"/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1600"/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9pPr>
          </a:lstStyle>
          <a:p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7913600" y="-1432975"/>
            <a:ext cx="2111100" cy="2111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8727075" y="774425"/>
            <a:ext cx="192600" cy="19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7797200" y="173150"/>
            <a:ext cx="118800" cy="118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" name="Google Shape;56;p4"/>
          <p:cNvGrpSpPr/>
          <p:nvPr/>
        </p:nvGrpSpPr>
        <p:grpSpPr>
          <a:xfrm flipH="1">
            <a:off x="8547321" y="4219198"/>
            <a:ext cx="552100" cy="760450"/>
            <a:chOff x="1169050" y="238125"/>
            <a:chExt cx="552100" cy="760450"/>
          </a:xfrm>
        </p:grpSpPr>
        <p:sp>
          <p:nvSpPr>
            <p:cNvPr id="57" name="Google Shape;57;p4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" name="Google Shape;73;p4"/>
          <p:cNvSpPr/>
          <p:nvPr/>
        </p:nvSpPr>
        <p:spPr>
          <a:xfrm>
            <a:off x="0" y="0"/>
            <a:ext cx="720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" name="Google Shape;74;p4"/>
          <p:cNvGrpSpPr/>
          <p:nvPr/>
        </p:nvGrpSpPr>
        <p:grpSpPr>
          <a:xfrm rot="-5400000">
            <a:off x="-407150" y="4227079"/>
            <a:ext cx="1534300" cy="69950"/>
            <a:chOff x="1213675" y="3814125"/>
            <a:chExt cx="1534300" cy="69950"/>
          </a:xfrm>
        </p:grpSpPr>
        <p:sp>
          <p:nvSpPr>
            <p:cNvPr id="75" name="Google Shape;75;p4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>
            <a:spLocks noGrp="1"/>
          </p:cNvSpPr>
          <p:nvPr>
            <p:ph type="pic" idx="2"/>
          </p:nvPr>
        </p:nvSpPr>
        <p:spPr>
          <a:xfrm flipH="1">
            <a:off x="5594100" y="760350"/>
            <a:ext cx="3549900" cy="37512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1552450" y="1192675"/>
            <a:ext cx="39639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latin typeface="Exo SemiBold"/>
                <a:ea typeface="Exo SemiBold"/>
                <a:cs typeface="Exo SemiBold"/>
                <a:sym typeface="Ex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title" idx="3"/>
          </p:nvPr>
        </p:nvSpPr>
        <p:spPr>
          <a:xfrm>
            <a:off x="1552450" y="3095130"/>
            <a:ext cx="39639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latin typeface="Exo SemiBold"/>
                <a:ea typeface="Exo SemiBold"/>
                <a:cs typeface="Exo SemiBold"/>
                <a:sym typeface="Ex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1"/>
          </p:nvPr>
        </p:nvSpPr>
        <p:spPr>
          <a:xfrm>
            <a:off x="1552450" y="3311754"/>
            <a:ext cx="39639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4"/>
          </p:nvPr>
        </p:nvSpPr>
        <p:spPr>
          <a:xfrm>
            <a:off x="1552450" y="1409299"/>
            <a:ext cx="39645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title" idx="5"/>
          </p:nvPr>
        </p:nvSpPr>
        <p:spPr>
          <a:xfrm>
            <a:off x="720000" y="365750"/>
            <a:ext cx="48741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5"/>
          <p:cNvSpPr/>
          <p:nvPr/>
        </p:nvSpPr>
        <p:spPr>
          <a:xfrm flipH="1">
            <a:off x="8430900" y="0"/>
            <a:ext cx="7131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" name="Google Shape;86;p5"/>
          <p:cNvGrpSpPr/>
          <p:nvPr/>
        </p:nvGrpSpPr>
        <p:grpSpPr>
          <a:xfrm flipH="1">
            <a:off x="170111" y="245829"/>
            <a:ext cx="1534300" cy="69950"/>
            <a:chOff x="1213675" y="3814125"/>
            <a:chExt cx="1534300" cy="69950"/>
          </a:xfrm>
        </p:grpSpPr>
        <p:sp>
          <p:nvSpPr>
            <p:cNvPr id="87" name="Google Shape;87;p5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" name="Google Shape;90;p5"/>
          <p:cNvGrpSpPr/>
          <p:nvPr/>
        </p:nvGrpSpPr>
        <p:grpSpPr>
          <a:xfrm>
            <a:off x="81599" y="650998"/>
            <a:ext cx="552100" cy="760450"/>
            <a:chOff x="1169050" y="238125"/>
            <a:chExt cx="552100" cy="760450"/>
          </a:xfrm>
        </p:grpSpPr>
        <p:sp>
          <p:nvSpPr>
            <p:cNvPr id="91" name="Google Shape;91;p5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7" name="Google Shape;10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198197" y="-1587250"/>
            <a:ext cx="2013547" cy="200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319453" y="4599425"/>
            <a:ext cx="2013547" cy="200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/>
          <p:nvPr/>
        </p:nvSpPr>
        <p:spPr>
          <a:xfrm flipH="1">
            <a:off x="8062386" y="4711550"/>
            <a:ext cx="192600" cy="192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"/>
          <p:cNvSpPr/>
          <p:nvPr/>
        </p:nvSpPr>
        <p:spPr>
          <a:xfrm flipH="1">
            <a:off x="7698511" y="4807875"/>
            <a:ext cx="192600" cy="19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0" y="4777800"/>
            <a:ext cx="9144000" cy="36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4" name="Google Shape;114;p6"/>
          <p:cNvGrpSpPr/>
          <p:nvPr/>
        </p:nvGrpSpPr>
        <p:grpSpPr>
          <a:xfrm rot="-5400000">
            <a:off x="-425175" y="814379"/>
            <a:ext cx="1534300" cy="69950"/>
            <a:chOff x="1213675" y="3814125"/>
            <a:chExt cx="1534300" cy="69950"/>
          </a:xfrm>
        </p:grpSpPr>
        <p:sp>
          <p:nvSpPr>
            <p:cNvPr id="115" name="Google Shape;115;p6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" name="Google Shape;118;p6"/>
          <p:cNvGrpSpPr/>
          <p:nvPr/>
        </p:nvGrpSpPr>
        <p:grpSpPr>
          <a:xfrm flipH="1">
            <a:off x="65921" y="3711498"/>
            <a:ext cx="552100" cy="760450"/>
            <a:chOff x="1169050" y="238125"/>
            <a:chExt cx="552100" cy="760450"/>
          </a:xfrm>
        </p:grpSpPr>
        <p:sp>
          <p:nvSpPr>
            <p:cNvPr id="119" name="Google Shape;119;p6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6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6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" name="Google Shape;135;p6"/>
          <p:cNvGrpSpPr/>
          <p:nvPr/>
        </p:nvGrpSpPr>
        <p:grpSpPr>
          <a:xfrm>
            <a:off x="8726486" y="2260126"/>
            <a:ext cx="2024838" cy="2008502"/>
            <a:chOff x="4669150" y="238125"/>
            <a:chExt cx="1781800" cy="1767425"/>
          </a:xfrm>
        </p:grpSpPr>
        <p:sp>
          <p:nvSpPr>
            <p:cNvPr id="136" name="Google Shape;136;p6"/>
            <p:cNvSpPr/>
            <p:nvPr/>
          </p:nvSpPr>
          <p:spPr>
            <a:xfrm>
              <a:off x="4669150" y="238125"/>
              <a:ext cx="28300" cy="28275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456" y="0"/>
                  </a:moveTo>
                  <a:lnTo>
                    <a:pt x="337" y="40"/>
                  </a:lnTo>
                  <a:lnTo>
                    <a:pt x="258" y="99"/>
                  </a:lnTo>
                  <a:lnTo>
                    <a:pt x="159" y="159"/>
                  </a:lnTo>
                  <a:lnTo>
                    <a:pt x="99" y="238"/>
                  </a:lnTo>
                  <a:lnTo>
                    <a:pt x="40" y="337"/>
                  </a:lnTo>
                  <a:lnTo>
                    <a:pt x="20" y="456"/>
                  </a:lnTo>
                  <a:lnTo>
                    <a:pt x="0" y="556"/>
                  </a:lnTo>
                  <a:lnTo>
                    <a:pt x="20" y="675"/>
                  </a:lnTo>
                  <a:lnTo>
                    <a:pt x="40" y="794"/>
                  </a:lnTo>
                  <a:lnTo>
                    <a:pt x="99" y="873"/>
                  </a:lnTo>
                  <a:lnTo>
                    <a:pt x="159" y="972"/>
                  </a:lnTo>
                  <a:lnTo>
                    <a:pt x="258" y="1032"/>
                  </a:lnTo>
                  <a:lnTo>
                    <a:pt x="337" y="1091"/>
                  </a:lnTo>
                  <a:lnTo>
                    <a:pt x="456" y="1131"/>
                  </a:lnTo>
                  <a:lnTo>
                    <a:pt x="675" y="1131"/>
                  </a:lnTo>
                  <a:lnTo>
                    <a:pt x="794" y="1091"/>
                  </a:lnTo>
                  <a:lnTo>
                    <a:pt x="893" y="1032"/>
                  </a:lnTo>
                  <a:lnTo>
                    <a:pt x="972" y="972"/>
                  </a:lnTo>
                  <a:lnTo>
                    <a:pt x="1032" y="873"/>
                  </a:lnTo>
                  <a:lnTo>
                    <a:pt x="1091" y="794"/>
                  </a:lnTo>
                  <a:lnTo>
                    <a:pt x="1131" y="675"/>
                  </a:lnTo>
                  <a:lnTo>
                    <a:pt x="1131" y="556"/>
                  </a:lnTo>
                  <a:lnTo>
                    <a:pt x="1131" y="456"/>
                  </a:lnTo>
                  <a:lnTo>
                    <a:pt x="1091" y="337"/>
                  </a:lnTo>
                  <a:lnTo>
                    <a:pt x="1032" y="238"/>
                  </a:lnTo>
                  <a:lnTo>
                    <a:pt x="972" y="159"/>
                  </a:lnTo>
                  <a:lnTo>
                    <a:pt x="893" y="99"/>
                  </a:lnTo>
                  <a:lnTo>
                    <a:pt x="794" y="40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4670125" y="355675"/>
              <a:ext cx="26325" cy="26800"/>
            </a:xfrm>
            <a:custGeom>
              <a:avLst/>
              <a:gdLst/>
              <a:ahLst/>
              <a:cxnLst/>
              <a:rect l="l" t="t" r="r" b="b"/>
              <a:pathLst>
                <a:path w="1053" h="1072" extrusionOk="0">
                  <a:moveTo>
                    <a:pt x="537" y="1"/>
                  </a:moveTo>
                  <a:lnTo>
                    <a:pt x="417" y="20"/>
                  </a:lnTo>
                  <a:lnTo>
                    <a:pt x="318" y="40"/>
                  </a:lnTo>
                  <a:lnTo>
                    <a:pt x="239" y="100"/>
                  </a:lnTo>
                  <a:lnTo>
                    <a:pt x="160" y="159"/>
                  </a:lnTo>
                  <a:lnTo>
                    <a:pt x="80" y="239"/>
                  </a:lnTo>
                  <a:lnTo>
                    <a:pt x="40" y="338"/>
                  </a:lnTo>
                  <a:lnTo>
                    <a:pt x="1" y="437"/>
                  </a:lnTo>
                  <a:lnTo>
                    <a:pt x="1" y="536"/>
                  </a:lnTo>
                  <a:lnTo>
                    <a:pt x="1" y="635"/>
                  </a:lnTo>
                  <a:lnTo>
                    <a:pt x="40" y="735"/>
                  </a:lnTo>
                  <a:lnTo>
                    <a:pt x="80" y="834"/>
                  </a:lnTo>
                  <a:lnTo>
                    <a:pt x="160" y="913"/>
                  </a:lnTo>
                  <a:lnTo>
                    <a:pt x="239" y="973"/>
                  </a:lnTo>
                  <a:lnTo>
                    <a:pt x="318" y="1032"/>
                  </a:lnTo>
                  <a:lnTo>
                    <a:pt x="417" y="1052"/>
                  </a:lnTo>
                  <a:lnTo>
                    <a:pt x="537" y="1072"/>
                  </a:lnTo>
                  <a:lnTo>
                    <a:pt x="636" y="1052"/>
                  </a:lnTo>
                  <a:lnTo>
                    <a:pt x="735" y="1032"/>
                  </a:lnTo>
                  <a:lnTo>
                    <a:pt x="834" y="973"/>
                  </a:lnTo>
                  <a:lnTo>
                    <a:pt x="913" y="913"/>
                  </a:lnTo>
                  <a:lnTo>
                    <a:pt x="973" y="834"/>
                  </a:lnTo>
                  <a:lnTo>
                    <a:pt x="1013" y="735"/>
                  </a:lnTo>
                  <a:lnTo>
                    <a:pt x="1052" y="635"/>
                  </a:lnTo>
                  <a:lnTo>
                    <a:pt x="1052" y="536"/>
                  </a:lnTo>
                  <a:lnTo>
                    <a:pt x="1052" y="437"/>
                  </a:lnTo>
                  <a:lnTo>
                    <a:pt x="1013" y="338"/>
                  </a:lnTo>
                  <a:lnTo>
                    <a:pt x="973" y="239"/>
                  </a:lnTo>
                  <a:lnTo>
                    <a:pt x="913" y="159"/>
                  </a:lnTo>
                  <a:lnTo>
                    <a:pt x="834" y="100"/>
                  </a:lnTo>
                  <a:lnTo>
                    <a:pt x="735" y="40"/>
                  </a:lnTo>
                  <a:lnTo>
                    <a:pt x="636" y="20"/>
                  </a:lnTo>
                  <a:lnTo>
                    <a:pt x="5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4671125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298" y="41"/>
                  </a:lnTo>
                  <a:lnTo>
                    <a:pt x="219" y="80"/>
                  </a:lnTo>
                  <a:lnTo>
                    <a:pt x="139" y="140"/>
                  </a:lnTo>
                  <a:lnTo>
                    <a:pt x="80" y="219"/>
                  </a:lnTo>
                  <a:lnTo>
                    <a:pt x="40" y="299"/>
                  </a:lnTo>
                  <a:lnTo>
                    <a:pt x="0" y="398"/>
                  </a:lnTo>
                  <a:lnTo>
                    <a:pt x="0" y="497"/>
                  </a:lnTo>
                  <a:lnTo>
                    <a:pt x="0" y="596"/>
                  </a:lnTo>
                  <a:lnTo>
                    <a:pt x="40" y="676"/>
                  </a:lnTo>
                  <a:lnTo>
                    <a:pt x="80" y="775"/>
                  </a:lnTo>
                  <a:lnTo>
                    <a:pt x="139" y="834"/>
                  </a:lnTo>
                  <a:lnTo>
                    <a:pt x="219" y="894"/>
                  </a:lnTo>
                  <a:lnTo>
                    <a:pt x="298" y="953"/>
                  </a:lnTo>
                  <a:lnTo>
                    <a:pt x="397" y="973"/>
                  </a:lnTo>
                  <a:lnTo>
                    <a:pt x="497" y="993"/>
                  </a:lnTo>
                  <a:lnTo>
                    <a:pt x="596" y="973"/>
                  </a:lnTo>
                  <a:lnTo>
                    <a:pt x="675" y="953"/>
                  </a:lnTo>
                  <a:lnTo>
                    <a:pt x="774" y="894"/>
                  </a:lnTo>
                  <a:lnTo>
                    <a:pt x="834" y="834"/>
                  </a:lnTo>
                  <a:lnTo>
                    <a:pt x="893" y="775"/>
                  </a:lnTo>
                  <a:lnTo>
                    <a:pt x="953" y="676"/>
                  </a:lnTo>
                  <a:lnTo>
                    <a:pt x="973" y="596"/>
                  </a:lnTo>
                  <a:lnTo>
                    <a:pt x="993" y="497"/>
                  </a:lnTo>
                  <a:lnTo>
                    <a:pt x="973" y="398"/>
                  </a:lnTo>
                  <a:lnTo>
                    <a:pt x="953" y="299"/>
                  </a:lnTo>
                  <a:lnTo>
                    <a:pt x="893" y="219"/>
                  </a:lnTo>
                  <a:lnTo>
                    <a:pt x="834" y="140"/>
                  </a:lnTo>
                  <a:lnTo>
                    <a:pt x="774" y="80"/>
                  </a:lnTo>
                  <a:lnTo>
                    <a:pt x="675" y="41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4672125" y="591300"/>
              <a:ext cx="22825" cy="22850"/>
            </a:xfrm>
            <a:custGeom>
              <a:avLst/>
              <a:gdLst/>
              <a:ahLst/>
              <a:cxnLst/>
              <a:rect l="l" t="t" r="r" b="b"/>
              <a:pathLst>
                <a:path w="913" h="914" extrusionOk="0">
                  <a:moveTo>
                    <a:pt x="457" y="0"/>
                  </a:moveTo>
                  <a:lnTo>
                    <a:pt x="357" y="20"/>
                  </a:lnTo>
                  <a:lnTo>
                    <a:pt x="278" y="40"/>
                  </a:lnTo>
                  <a:lnTo>
                    <a:pt x="199" y="80"/>
                  </a:lnTo>
                  <a:lnTo>
                    <a:pt x="119" y="139"/>
                  </a:lnTo>
                  <a:lnTo>
                    <a:pt x="80" y="199"/>
                  </a:lnTo>
                  <a:lnTo>
                    <a:pt x="20" y="278"/>
                  </a:lnTo>
                  <a:lnTo>
                    <a:pt x="0" y="377"/>
                  </a:lnTo>
                  <a:lnTo>
                    <a:pt x="0" y="457"/>
                  </a:lnTo>
                  <a:lnTo>
                    <a:pt x="0" y="556"/>
                  </a:lnTo>
                  <a:lnTo>
                    <a:pt x="20" y="635"/>
                  </a:lnTo>
                  <a:lnTo>
                    <a:pt x="80" y="715"/>
                  </a:lnTo>
                  <a:lnTo>
                    <a:pt x="119" y="794"/>
                  </a:lnTo>
                  <a:lnTo>
                    <a:pt x="199" y="834"/>
                  </a:lnTo>
                  <a:lnTo>
                    <a:pt x="278" y="873"/>
                  </a:lnTo>
                  <a:lnTo>
                    <a:pt x="357" y="913"/>
                  </a:lnTo>
                  <a:lnTo>
                    <a:pt x="536" y="913"/>
                  </a:lnTo>
                  <a:lnTo>
                    <a:pt x="635" y="873"/>
                  </a:lnTo>
                  <a:lnTo>
                    <a:pt x="714" y="834"/>
                  </a:lnTo>
                  <a:lnTo>
                    <a:pt x="774" y="794"/>
                  </a:lnTo>
                  <a:lnTo>
                    <a:pt x="833" y="715"/>
                  </a:lnTo>
                  <a:lnTo>
                    <a:pt x="873" y="635"/>
                  </a:lnTo>
                  <a:lnTo>
                    <a:pt x="893" y="556"/>
                  </a:lnTo>
                  <a:lnTo>
                    <a:pt x="913" y="457"/>
                  </a:lnTo>
                  <a:lnTo>
                    <a:pt x="893" y="377"/>
                  </a:lnTo>
                  <a:lnTo>
                    <a:pt x="873" y="278"/>
                  </a:lnTo>
                  <a:lnTo>
                    <a:pt x="833" y="199"/>
                  </a:lnTo>
                  <a:lnTo>
                    <a:pt x="774" y="139"/>
                  </a:lnTo>
                  <a:lnTo>
                    <a:pt x="714" y="80"/>
                  </a:lnTo>
                  <a:lnTo>
                    <a:pt x="635" y="40"/>
                  </a:lnTo>
                  <a:lnTo>
                    <a:pt x="53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4673100" y="709350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318" y="1"/>
                  </a:moveTo>
                  <a:lnTo>
                    <a:pt x="239" y="21"/>
                  </a:lnTo>
                  <a:lnTo>
                    <a:pt x="179" y="60"/>
                  </a:lnTo>
                  <a:lnTo>
                    <a:pt x="120" y="120"/>
                  </a:lnTo>
                  <a:lnTo>
                    <a:pt x="60" y="179"/>
                  </a:lnTo>
                  <a:lnTo>
                    <a:pt x="21" y="259"/>
                  </a:lnTo>
                  <a:lnTo>
                    <a:pt x="1" y="338"/>
                  </a:lnTo>
                  <a:lnTo>
                    <a:pt x="1" y="417"/>
                  </a:lnTo>
                  <a:lnTo>
                    <a:pt x="1" y="497"/>
                  </a:lnTo>
                  <a:lnTo>
                    <a:pt x="21" y="576"/>
                  </a:lnTo>
                  <a:lnTo>
                    <a:pt x="60" y="656"/>
                  </a:lnTo>
                  <a:lnTo>
                    <a:pt x="120" y="715"/>
                  </a:lnTo>
                  <a:lnTo>
                    <a:pt x="179" y="755"/>
                  </a:lnTo>
                  <a:lnTo>
                    <a:pt x="239" y="794"/>
                  </a:lnTo>
                  <a:lnTo>
                    <a:pt x="318" y="834"/>
                  </a:lnTo>
                  <a:lnTo>
                    <a:pt x="497" y="834"/>
                  </a:lnTo>
                  <a:lnTo>
                    <a:pt x="576" y="794"/>
                  </a:lnTo>
                  <a:lnTo>
                    <a:pt x="636" y="755"/>
                  </a:lnTo>
                  <a:lnTo>
                    <a:pt x="715" y="715"/>
                  </a:lnTo>
                  <a:lnTo>
                    <a:pt x="755" y="656"/>
                  </a:lnTo>
                  <a:lnTo>
                    <a:pt x="794" y="576"/>
                  </a:lnTo>
                  <a:lnTo>
                    <a:pt x="814" y="497"/>
                  </a:lnTo>
                  <a:lnTo>
                    <a:pt x="834" y="417"/>
                  </a:lnTo>
                  <a:lnTo>
                    <a:pt x="814" y="338"/>
                  </a:lnTo>
                  <a:lnTo>
                    <a:pt x="794" y="259"/>
                  </a:lnTo>
                  <a:lnTo>
                    <a:pt x="755" y="179"/>
                  </a:lnTo>
                  <a:lnTo>
                    <a:pt x="715" y="120"/>
                  </a:lnTo>
                  <a:lnTo>
                    <a:pt x="636" y="60"/>
                  </a:lnTo>
                  <a:lnTo>
                    <a:pt x="576" y="21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4674100" y="826925"/>
              <a:ext cx="18875" cy="19375"/>
            </a:xfrm>
            <a:custGeom>
              <a:avLst/>
              <a:gdLst/>
              <a:ahLst/>
              <a:cxnLst/>
              <a:rect l="l" t="t" r="r" b="b"/>
              <a:pathLst>
                <a:path w="755" h="775" extrusionOk="0">
                  <a:moveTo>
                    <a:pt x="378" y="0"/>
                  </a:moveTo>
                  <a:lnTo>
                    <a:pt x="298" y="20"/>
                  </a:lnTo>
                  <a:lnTo>
                    <a:pt x="219" y="40"/>
                  </a:lnTo>
                  <a:lnTo>
                    <a:pt x="159" y="80"/>
                  </a:lnTo>
                  <a:lnTo>
                    <a:pt x="100" y="119"/>
                  </a:lnTo>
                  <a:lnTo>
                    <a:pt x="60" y="179"/>
                  </a:lnTo>
                  <a:lnTo>
                    <a:pt x="20" y="238"/>
                  </a:lnTo>
                  <a:lnTo>
                    <a:pt x="1" y="318"/>
                  </a:lnTo>
                  <a:lnTo>
                    <a:pt x="1" y="397"/>
                  </a:lnTo>
                  <a:lnTo>
                    <a:pt x="1" y="457"/>
                  </a:lnTo>
                  <a:lnTo>
                    <a:pt x="20" y="536"/>
                  </a:lnTo>
                  <a:lnTo>
                    <a:pt x="60" y="596"/>
                  </a:lnTo>
                  <a:lnTo>
                    <a:pt x="100" y="655"/>
                  </a:lnTo>
                  <a:lnTo>
                    <a:pt x="159" y="695"/>
                  </a:lnTo>
                  <a:lnTo>
                    <a:pt x="219" y="734"/>
                  </a:lnTo>
                  <a:lnTo>
                    <a:pt x="298" y="754"/>
                  </a:lnTo>
                  <a:lnTo>
                    <a:pt x="378" y="774"/>
                  </a:lnTo>
                  <a:lnTo>
                    <a:pt x="457" y="754"/>
                  </a:lnTo>
                  <a:lnTo>
                    <a:pt x="516" y="734"/>
                  </a:lnTo>
                  <a:lnTo>
                    <a:pt x="576" y="695"/>
                  </a:lnTo>
                  <a:lnTo>
                    <a:pt x="635" y="655"/>
                  </a:lnTo>
                  <a:lnTo>
                    <a:pt x="695" y="596"/>
                  </a:lnTo>
                  <a:lnTo>
                    <a:pt x="715" y="536"/>
                  </a:lnTo>
                  <a:lnTo>
                    <a:pt x="735" y="457"/>
                  </a:lnTo>
                  <a:lnTo>
                    <a:pt x="754" y="397"/>
                  </a:lnTo>
                  <a:lnTo>
                    <a:pt x="735" y="318"/>
                  </a:lnTo>
                  <a:lnTo>
                    <a:pt x="715" y="238"/>
                  </a:lnTo>
                  <a:lnTo>
                    <a:pt x="695" y="179"/>
                  </a:lnTo>
                  <a:lnTo>
                    <a:pt x="635" y="119"/>
                  </a:lnTo>
                  <a:lnTo>
                    <a:pt x="576" y="80"/>
                  </a:lnTo>
                  <a:lnTo>
                    <a:pt x="516" y="40"/>
                  </a:lnTo>
                  <a:lnTo>
                    <a:pt x="457" y="20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4674600" y="944975"/>
              <a:ext cx="17375" cy="16900"/>
            </a:xfrm>
            <a:custGeom>
              <a:avLst/>
              <a:gdLst/>
              <a:ahLst/>
              <a:cxnLst/>
              <a:rect l="l" t="t" r="r" b="b"/>
              <a:pathLst>
                <a:path w="695" h="676" extrusionOk="0">
                  <a:moveTo>
                    <a:pt x="278" y="1"/>
                  </a:moveTo>
                  <a:lnTo>
                    <a:pt x="219" y="21"/>
                  </a:lnTo>
                  <a:lnTo>
                    <a:pt x="159" y="60"/>
                  </a:lnTo>
                  <a:lnTo>
                    <a:pt x="100" y="100"/>
                  </a:lnTo>
                  <a:lnTo>
                    <a:pt x="60" y="159"/>
                  </a:lnTo>
                  <a:lnTo>
                    <a:pt x="40" y="199"/>
                  </a:lnTo>
                  <a:lnTo>
                    <a:pt x="20" y="278"/>
                  </a:lnTo>
                  <a:lnTo>
                    <a:pt x="0" y="338"/>
                  </a:lnTo>
                  <a:lnTo>
                    <a:pt x="20" y="417"/>
                  </a:lnTo>
                  <a:lnTo>
                    <a:pt x="40" y="477"/>
                  </a:lnTo>
                  <a:lnTo>
                    <a:pt x="60" y="536"/>
                  </a:lnTo>
                  <a:lnTo>
                    <a:pt x="100" y="576"/>
                  </a:lnTo>
                  <a:lnTo>
                    <a:pt x="159" y="616"/>
                  </a:lnTo>
                  <a:lnTo>
                    <a:pt x="219" y="655"/>
                  </a:lnTo>
                  <a:lnTo>
                    <a:pt x="278" y="675"/>
                  </a:lnTo>
                  <a:lnTo>
                    <a:pt x="417" y="675"/>
                  </a:lnTo>
                  <a:lnTo>
                    <a:pt x="477" y="655"/>
                  </a:lnTo>
                  <a:lnTo>
                    <a:pt x="536" y="616"/>
                  </a:lnTo>
                  <a:lnTo>
                    <a:pt x="596" y="576"/>
                  </a:lnTo>
                  <a:lnTo>
                    <a:pt x="635" y="536"/>
                  </a:lnTo>
                  <a:lnTo>
                    <a:pt x="675" y="477"/>
                  </a:lnTo>
                  <a:lnTo>
                    <a:pt x="695" y="417"/>
                  </a:lnTo>
                  <a:lnTo>
                    <a:pt x="695" y="338"/>
                  </a:lnTo>
                  <a:lnTo>
                    <a:pt x="695" y="278"/>
                  </a:lnTo>
                  <a:lnTo>
                    <a:pt x="675" y="199"/>
                  </a:lnTo>
                  <a:lnTo>
                    <a:pt x="635" y="159"/>
                  </a:lnTo>
                  <a:lnTo>
                    <a:pt x="596" y="100"/>
                  </a:lnTo>
                  <a:lnTo>
                    <a:pt x="536" y="60"/>
                  </a:lnTo>
                  <a:lnTo>
                    <a:pt x="477" y="21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4675600" y="1062550"/>
              <a:ext cx="15400" cy="15400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318" y="0"/>
                  </a:moveTo>
                  <a:lnTo>
                    <a:pt x="258" y="20"/>
                  </a:lnTo>
                  <a:lnTo>
                    <a:pt x="198" y="40"/>
                  </a:lnTo>
                  <a:lnTo>
                    <a:pt x="99" y="99"/>
                  </a:lnTo>
                  <a:lnTo>
                    <a:pt x="40" y="199"/>
                  </a:lnTo>
                  <a:lnTo>
                    <a:pt x="20" y="258"/>
                  </a:lnTo>
                  <a:lnTo>
                    <a:pt x="0" y="318"/>
                  </a:lnTo>
                  <a:lnTo>
                    <a:pt x="20" y="377"/>
                  </a:lnTo>
                  <a:lnTo>
                    <a:pt x="40" y="437"/>
                  </a:lnTo>
                  <a:lnTo>
                    <a:pt x="99" y="536"/>
                  </a:lnTo>
                  <a:lnTo>
                    <a:pt x="198" y="595"/>
                  </a:lnTo>
                  <a:lnTo>
                    <a:pt x="258" y="615"/>
                  </a:lnTo>
                  <a:lnTo>
                    <a:pt x="377" y="615"/>
                  </a:lnTo>
                  <a:lnTo>
                    <a:pt x="437" y="595"/>
                  </a:lnTo>
                  <a:lnTo>
                    <a:pt x="516" y="536"/>
                  </a:lnTo>
                  <a:lnTo>
                    <a:pt x="595" y="437"/>
                  </a:lnTo>
                  <a:lnTo>
                    <a:pt x="615" y="377"/>
                  </a:lnTo>
                  <a:lnTo>
                    <a:pt x="615" y="318"/>
                  </a:lnTo>
                  <a:lnTo>
                    <a:pt x="615" y="258"/>
                  </a:lnTo>
                  <a:lnTo>
                    <a:pt x="595" y="199"/>
                  </a:lnTo>
                  <a:lnTo>
                    <a:pt x="516" y="99"/>
                  </a:lnTo>
                  <a:lnTo>
                    <a:pt x="437" y="40"/>
                  </a:lnTo>
                  <a:lnTo>
                    <a:pt x="377" y="2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4676575" y="1180600"/>
              <a:ext cx="13425" cy="13425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279" y="1"/>
                  </a:moveTo>
                  <a:lnTo>
                    <a:pt x="159" y="20"/>
                  </a:lnTo>
                  <a:lnTo>
                    <a:pt x="80" y="80"/>
                  </a:lnTo>
                  <a:lnTo>
                    <a:pt x="21" y="159"/>
                  </a:lnTo>
                  <a:lnTo>
                    <a:pt x="1" y="259"/>
                  </a:lnTo>
                  <a:lnTo>
                    <a:pt x="21" y="378"/>
                  </a:lnTo>
                  <a:lnTo>
                    <a:pt x="80" y="457"/>
                  </a:lnTo>
                  <a:lnTo>
                    <a:pt x="159" y="516"/>
                  </a:lnTo>
                  <a:lnTo>
                    <a:pt x="279" y="536"/>
                  </a:lnTo>
                  <a:lnTo>
                    <a:pt x="378" y="516"/>
                  </a:lnTo>
                  <a:lnTo>
                    <a:pt x="457" y="457"/>
                  </a:lnTo>
                  <a:lnTo>
                    <a:pt x="517" y="378"/>
                  </a:lnTo>
                  <a:lnTo>
                    <a:pt x="536" y="259"/>
                  </a:lnTo>
                  <a:lnTo>
                    <a:pt x="517" y="159"/>
                  </a:lnTo>
                  <a:lnTo>
                    <a:pt x="457" y="80"/>
                  </a:lnTo>
                  <a:lnTo>
                    <a:pt x="378" y="20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4677575" y="1298650"/>
              <a:ext cx="11425" cy="10950"/>
            </a:xfrm>
            <a:custGeom>
              <a:avLst/>
              <a:gdLst/>
              <a:ahLst/>
              <a:cxnLst/>
              <a:rect l="l" t="t" r="r" b="b"/>
              <a:pathLst>
                <a:path w="457" h="438" extrusionOk="0">
                  <a:moveTo>
                    <a:pt x="139" y="1"/>
                  </a:moveTo>
                  <a:lnTo>
                    <a:pt x="80" y="60"/>
                  </a:lnTo>
                  <a:lnTo>
                    <a:pt x="20" y="140"/>
                  </a:lnTo>
                  <a:lnTo>
                    <a:pt x="0" y="219"/>
                  </a:lnTo>
                  <a:lnTo>
                    <a:pt x="20" y="299"/>
                  </a:lnTo>
                  <a:lnTo>
                    <a:pt x="80" y="378"/>
                  </a:lnTo>
                  <a:lnTo>
                    <a:pt x="139" y="437"/>
                  </a:lnTo>
                  <a:lnTo>
                    <a:pt x="318" y="437"/>
                  </a:lnTo>
                  <a:lnTo>
                    <a:pt x="397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97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4678575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9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99"/>
                  </a:lnTo>
                  <a:lnTo>
                    <a:pt x="20" y="258"/>
                  </a:lnTo>
                  <a:lnTo>
                    <a:pt x="60" y="318"/>
                  </a:lnTo>
                  <a:lnTo>
                    <a:pt x="119" y="358"/>
                  </a:lnTo>
                  <a:lnTo>
                    <a:pt x="199" y="377"/>
                  </a:lnTo>
                  <a:lnTo>
                    <a:pt x="258" y="358"/>
                  </a:lnTo>
                  <a:lnTo>
                    <a:pt x="318" y="318"/>
                  </a:lnTo>
                  <a:lnTo>
                    <a:pt x="357" y="258"/>
                  </a:lnTo>
                  <a:lnTo>
                    <a:pt x="377" y="199"/>
                  </a:lnTo>
                  <a:lnTo>
                    <a:pt x="357" y="119"/>
                  </a:lnTo>
                  <a:lnTo>
                    <a:pt x="318" y="60"/>
                  </a:lnTo>
                  <a:lnTo>
                    <a:pt x="258" y="20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4679550" y="1534275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00" y="1"/>
                  </a:moveTo>
                  <a:lnTo>
                    <a:pt x="40" y="40"/>
                  </a:lnTo>
                  <a:lnTo>
                    <a:pt x="21" y="80"/>
                  </a:lnTo>
                  <a:lnTo>
                    <a:pt x="1" y="140"/>
                  </a:lnTo>
                  <a:lnTo>
                    <a:pt x="21" y="199"/>
                  </a:lnTo>
                  <a:lnTo>
                    <a:pt x="40" y="259"/>
                  </a:lnTo>
                  <a:lnTo>
                    <a:pt x="100" y="279"/>
                  </a:lnTo>
                  <a:lnTo>
                    <a:pt x="160" y="298"/>
                  </a:lnTo>
                  <a:lnTo>
                    <a:pt x="219" y="279"/>
                  </a:lnTo>
                  <a:lnTo>
                    <a:pt x="259" y="259"/>
                  </a:lnTo>
                  <a:lnTo>
                    <a:pt x="298" y="199"/>
                  </a:lnTo>
                  <a:lnTo>
                    <a:pt x="298" y="140"/>
                  </a:lnTo>
                  <a:lnTo>
                    <a:pt x="298" y="80"/>
                  </a:lnTo>
                  <a:lnTo>
                    <a:pt x="259" y="40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4680550" y="1651850"/>
              <a:ext cx="5475" cy="5975"/>
            </a:xfrm>
            <a:custGeom>
              <a:avLst/>
              <a:gdLst/>
              <a:ahLst/>
              <a:cxnLst/>
              <a:rect l="l" t="t" r="r" b="b"/>
              <a:pathLst>
                <a:path w="219" h="239" extrusionOk="0">
                  <a:moveTo>
                    <a:pt x="120" y="0"/>
                  </a:moveTo>
                  <a:lnTo>
                    <a:pt x="60" y="20"/>
                  </a:lnTo>
                  <a:lnTo>
                    <a:pt x="40" y="40"/>
                  </a:lnTo>
                  <a:lnTo>
                    <a:pt x="0" y="80"/>
                  </a:lnTo>
                  <a:lnTo>
                    <a:pt x="0" y="119"/>
                  </a:lnTo>
                  <a:lnTo>
                    <a:pt x="0" y="159"/>
                  </a:lnTo>
                  <a:lnTo>
                    <a:pt x="40" y="199"/>
                  </a:lnTo>
                  <a:lnTo>
                    <a:pt x="60" y="219"/>
                  </a:lnTo>
                  <a:lnTo>
                    <a:pt x="120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9" y="159"/>
                  </a:lnTo>
                  <a:lnTo>
                    <a:pt x="219" y="119"/>
                  </a:lnTo>
                  <a:lnTo>
                    <a:pt x="219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4681550" y="1769900"/>
              <a:ext cx="3500" cy="3500"/>
            </a:xfrm>
            <a:custGeom>
              <a:avLst/>
              <a:gdLst/>
              <a:ahLst/>
              <a:cxnLst/>
              <a:rect l="l" t="t" r="r" b="b"/>
              <a:pathLst>
                <a:path w="140" h="140" extrusionOk="0">
                  <a:moveTo>
                    <a:pt x="40" y="1"/>
                  </a:moveTo>
                  <a:lnTo>
                    <a:pt x="20" y="21"/>
                  </a:lnTo>
                  <a:lnTo>
                    <a:pt x="0" y="40"/>
                  </a:lnTo>
                  <a:lnTo>
                    <a:pt x="0" y="80"/>
                  </a:lnTo>
                  <a:lnTo>
                    <a:pt x="0" y="100"/>
                  </a:lnTo>
                  <a:lnTo>
                    <a:pt x="20" y="120"/>
                  </a:lnTo>
                  <a:lnTo>
                    <a:pt x="40" y="140"/>
                  </a:lnTo>
                  <a:lnTo>
                    <a:pt x="99" y="140"/>
                  </a:lnTo>
                  <a:lnTo>
                    <a:pt x="119" y="120"/>
                  </a:lnTo>
                  <a:lnTo>
                    <a:pt x="139" y="100"/>
                  </a:lnTo>
                  <a:lnTo>
                    <a:pt x="139" y="80"/>
                  </a:lnTo>
                  <a:lnTo>
                    <a:pt x="139" y="40"/>
                  </a:lnTo>
                  <a:lnTo>
                    <a:pt x="119" y="21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4682525" y="1887475"/>
              <a:ext cx="2025" cy="2000"/>
            </a:xfrm>
            <a:custGeom>
              <a:avLst/>
              <a:gdLst/>
              <a:ahLst/>
              <a:cxnLst/>
              <a:rect l="l" t="t" r="r" b="b"/>
              <a:pathLst>
                <a:path w="81" h="80" extrusionOk="0">
                  <a:moveTo>
                    <a:pt x="41" y="0"/>
                  </a:moveTo>
                  <a:lnTo>
                    <a:pt x="1" y="20"/>
                  </a:lnTo>
                  <a:lnTo>
                    <a:pt x="1" y="40"/>
                  </a:lnTo>
                  <a:lnTo>
                    <a:pt x="1" y="60"/>
                  </a:lnTo>
                  <a:lnTo>
                    <a:pt x="41" y="80"/>
                  </a:lnTo>
                  <a:lnTo>
                    <a:pt x="60" y="60"/>
                  </a:lnTo>
                  <a:lnTo>
                    <a:pt x="80" y="40"/>
                  </a:lnTo>
                  <a:lnTo>
                    <a:pt x="60" y="2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6"/>
            <p:cNvSpPr/>
            <p:nvPr/>
          </p:nvSpPr>
          <p:spPr>
            <a:xfrm>
              <a:off x="468352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6"/>
            <p:cNvSpPr/>
            <p:nvPr/>
          </p:nvSpPr>
          <p:spPr>
            <a:xfrm>
              <a:off x="468352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4772325" y="238125"/>
              <a:ext cx="28300" cy="28275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457" y="0"/>
                  </a:moveTo>
                  <a:lnTo>
                    <a:pt x="338" y="40"/>
                  </a:lnTo>
                  <a:lnTo>
                    <a:pt x="238" y="99"/>
                  </a:lnTo>
                  <a:lnTo>
                    <a:pt x="159" y="159"/>
                  </a:lnTo>
                  <a:lnTo>
                    <a:pt x="99" y="238"/>
                  </a:lnTo>
                  <a:lnTo>
                    <a:pt x="40" y="337"/>
                  </a:lnTo>
                  <a:lnTo>
                    <a:pt x="0" y="456"/>
                  </a:lnTo>
                  <a:lnTo>
                    <a:pt x="0" y="556"/>
                  </a:lnTo>
                  <a:lnTo>
                    <a:pt x="0" y="675"/>
                  </a:lnTo>
                  <a:lnTo>
                    <a:pt x="40" y="794"/>
                  </a:lnTo>
                  <a:lnTo>
                    <a:pt x="99" y="873"/>
                  </a:lnTo>
                  <a:lnTo>
                    <a:pt x="159" y="972"/>
                  </a:lnTo>
                  <a:lnTo>
                    <a:pt x="238" y="1032"/>
                  </a:lnTo>
                  <a:lnTo>
                    <a:pt x="338" y="1091"/>
                  </a:lnTo>
                  <a:lnTo>
                    <a:pt x="457" y="1131"/>
                  </a:lnTo>
                  <a:lnTo>
                    <a:pt x="675" y="1131"/>
                  </a:lnTo>
                  <a:lnTo>
                    <a:pt x="794" y="1091"/>
                  </a:lnTo>
                  <a:lnTo>
                    <a:pt x="893" y="1032"/>
                  </a:lnTo>
                  <a:lnTo>
                    <a:pt x="972" y="972"/>
                  </a:lnTo>
                  <a:lnTo>
                    <a:pt x="1032" y="873"/>
                  </a:lnTo>
                  <a:lnTo>
                    <a:pt x="1091" y="794"/>
                  </a:lnTo>
                  <a:lnTo>
                    <a:pt x="1131" y="675"/>
                  </a:lnTo>
                  <a:lnTo>
                    <a:pt x="1131" y="556"/>
                  </a:lnTo>
                  <a:lnTo>
                    <a:pt x="1131" y="456"/>
                  </a:lnTo>
                  <a:lnTo>
                    <a:pt x="1091" y="337"/>
                  </a:lnTo>
                  <a:lnTo>
                    <a:pt x="1032" y="238"/>
                  </a:lnTo>
                  <a:lnTo>
                    <a:pt x="972" y="159"/>
                  </a:lnTo>
                  <a:lnTo>
                    <a:pt x="893" y="99"/>
                  </a:lnTo>
                  <a:lnTo>
                    <a:pt x="794" y="40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4773300" y="355675"/>
              <a:ext cx="26325" cy="26800"/>
            </a:xfrm>
            <a:custGeom>
              <a:avLst/>
              <a:gdLst/>
              <a:ahLst/>
              <a:cxnLst/>
              <a:rect l="l" t="t" r="r" b="b"/>
              <a:pathLst>
                <a:path w="1053" h="1072" extrusionOk="0">
                  <a:moveTo>
                    <a:pt x="537" y="1"/>
                  </a:moveTo>
                  <a:lnTo>
                    <a:pt x="418" y="20"/>
                  </a:lnTo>
                  <a:lnTo>
                    <a:pt x="318" y="40"/>
                  </a:lnTo>
                  <a:lnTo>
                    <a:pt x="239" y="100"/>
                  </a:lnTo>
                  <a:lnTo>
                    <a:pt x="160" y="159"/>
                  </a:lnTo>
                  <a:lnTo>
                    <a:pt x="80" y="239"/>
                  </a:lnTo>
                  <a:lnTo>
                    <a:pt x="41" y="338"/>
                  </a:lnTo>
                  <a:lnTo>
                    <a:pt x="1" y="437"/>
                  </a:lnTo>
                  <a:lnTo>
                    <a:pt x="1" y="536"/>
                  </a:lnTo>
                  <a:lnTo>
                    <a:pt x="1" y="635"/>
                  </a:lnTo>
                  <a:lnTo>
                    <a:pt x="41" y="735"/>
                  </a:lnTo>
                  <a:lnTo>
                    <a:pt x="80" y="834"/>
                  </a:lnTo>
                  <a:lnTo>
                    <a:pt x="160" y="913"/>
                  </a:lnTo>
                  <a:lnTo>
                    <a:pt x="239" y="973"/>
                  </a:lnTo>
                  <a:lnTo>
                    <a:pt x="318" y="1032"/>
                  </a:lnTo>
                  <a:lnTo>
                    <a:pt x="418" y="1052"/>
                  </a:lnTo>
                  <a:lnTo>
                    <a:pt x="537" y="1072"/>
                  </a:lnTo>
                  <a:lnTo>
                    <a:pt x="636" y="1052"/>
                  </a:lnTo>
                  <a:lnTo>
                    <a:pt x="735" y="1032"/>
                  </a:lnTo>
                  <a:lnTo>
                    <a:pt x="834" y="973"/>
                  </a:lnTo>
                  <a:lnTo>
                    <a:pt x="914" y="913"/>
                  </a:lnTo>
                  <a:lnTo>
                    <a:pt x="973" y="834"/>
                  </a:lnTo>
                  <a:lnTo>
                    <a:pt x="1013" y="735"/>
                  </a:lnTo>
                  <a:lnTo>
                    <a:pt x="1052" y="635"/>
                  </a:lnTo>
                  <a:lnTo>
                    <a:pt x="1052" y="536"/>
                  </a:lnTo>
                  <a:lnTo>
                    <a:pt x="1052" y="437"/>
                  </a:lnTo>
                  <a:lnTo>
                    <a:pt x="1013" y="338"/>
                  </a:lnTo>
                  <a:lnTo>
                    <a:pt x="973" y="239"/>
                  </a:lnTo>
                  <a:lnTo>
                    <a:pt x="914" y="159"/>
                  </a:lnTo>
                  <a:lnTo>
                    <a:pt x="834" y="100"/>
                  </a:lnTo>
                  <a:lnTo>
                    <a:pt x="735" y="40"/>
                  </a:lnTo>
                  <a:lnTo>
                    <a:pt x="636" y="20"/>
                  </a:lnTo>
                  <a:lnTo>
                    <a:pt x="5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4774300" y="473725"/>
              <a:ext cx="24325" cy="24825"/>
            </a:xfrm>
            <a:custGeom>
              <a:avLst/>
              <a:gdLst/>
              <a:ahLst/>
              <a:cxnLst/>
              <a:rect l="l" t="t" r="r" b="b"/>
              <a:pathLst>
                <a:path w="973" h="993" extrusionOk="0">
                  <a:moveTo>
                    <a:pt x="397" y="1"/>
                  </a:moveTo>
                  <a:lnTo>
                    <a:pt x="298" y="41"/>
                  </a:lnTo>
                  <a:lnTo>
                    <a:pt x="219" y="80"/>
                  </a:lnTo>
                  <a:lnTo>
                    <a:pt x="139" y="140"/>
                  </a:lnTo>
                  <a:lnTo>
                    <a:pt x="80" y="219"/>
                  </a:lnTo>
                  <a:lnTo>
                    <a:pt x="40" y="299"/>
                  </a:lnTo>
                  <a:lnTo>
                    <a:pt x="1" y="398"/>
                  </a:lnTo>
                  <a:lnTo>
                    <a:pt x="1" y="497"/>
                  </a:lnTo>
                  <a:lnTo>
                    <a:pt x="1" y="596"/>
                  </a:lnTo>
                  <a:lnTo>
                    <a:pt x="40" y="676"/>
                  </a:lnTo>
                  <a:lnTo>
                    <a:pt x="80" y="775"/>
                  </a:lnTo>
                  <a:lnTo>
                    <a:pt x="139" y="834"/>
                  </a:lnTo>
                  <a:lnTo>
                    <a:pt x="219" y="894"/>
                  </a:lnTo>
                  <a:lnTo>
                    <a:pt x="298" y="953"/>
                  </a:lnTo>
                  <a:lnTo>
                    <a:pt x="397" y="973"/>
                  </a:lnTo>
                  <a:lnTo>
                    <a:pt x="497" y="993"/>
                  </a:lnTo>
                  <a:lnTo>
                    <a:pt x="596" y="973"/>
                  </a:lnTo>
                  <a:lnTo>
                    <a:pt x="675" y="953"/>
                  </a:lnTo>
                  <a:lnTo>
                    <a:pt x="755" y="894"/>
                  </a:lnTo>
                  <a:lnTo>
                    <a:pt x="834" y="834"/>
                  </a:lnTo>
                  <a:lnTo>
                    <a:pt x="893" y="775"/>
                  </a:lnTo>
                  <a:lnTo>
                    <a:pt x="933" y="676"/>
                  </a:lnTo>
                  <a:lnTo>
                    <a:pt x="973" y="596"/>
                  </a:lnTo>
                  <a:lnTo>
                    <a:pt x="973" y="497"/>
                  </a:lnTo>
                  <a:lnTo>
                    <a:pt x="973" y="398"/>
                  </a:lnTo>
                  <a:lnTo>
                    <a:pt x="933" y="299"/>
                  </a:lnTo>
                  <a:lnTo>
                    <a:pt x="893" y="219"/>
                  </a:lnTo>
                  <a:lnTo>
                    <a:pt x="834" y="140"/>
                  </a:lnTo>
                  <a:lnTo>
                    <a:pt x="755" y="80"/>
                  </a:lnTo>
                  <a:lnTo>
                    <a:pt x="675" y="41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4775300" y="591300"/>
              <a:ext cx="22825" cy="22850"/>
            </a:xfrm>
            <a:custGeom>
              <a:avLst/>
              <a:gdLst/>
              <a:ahLst/>
              <a:cxnLst/>
              <a:rect l="l" t="t" r="r" b="b"/>
              <a:pathLst>
                <a:path w="913" h="914" extrusionOk="0">
                  <a:moveTo>
                    <a:pt x="457" y="0"/>
                  </a:moveTo>
                  <a:lnTo>
                    <a:pt x="357" y="20"/>
                  </a:lnTo>
                  <a:lnTo>
                    <a:pt x="278" y="40"/>
                  </a:lnTo>
                  <a:lnTo>
                    <a:pt x="199" y="80"/>
                  </a:lnTo>
                  <a:lnTo>
                    <a:pt x="119" y="139"/>
                  </a:lnTo>
                  <a:lnTo>
                    <a:pt x="60" y="199"/>
                  </a:lnTo>
                  <a:lnTo>
                    <a:pt x="20" y="278"/>
                  </a:lnTo>
                  <a:lnTo>
                    <a:pt x="0" y="377"/>
                  </a:lnTo>
                  <a:lnTo>
                    <a:pt x="0" y="457"/>
                  </a:lnTo>
                  <a:lnTo>
                    <a:pt x="0" y="556"/>
                  </a:lnTo>
                  <a:lnTo>
                    <a:pt x="20" y="635"/>
                  </a:lnTo>
                  <a:lnTo>
                    <a:pt x="60" y="715"/>
                  </a:lnTo>
                  <a:lnTo>
                    <a:pt x="119" y="794"/>
                  </a:lnTo>
                  <a:lnTo>
                    <a:pt x="199" y="834"/>
                  </a:lnTo>
                  <a:lnTo>
                    <a:pt x="278" y="873"/>
                  </a:lnTo>
                  <a:lnTo>
                    <a:pt x="357" y="913"/>
                  </a:lnTo>
                  <a:lnTo>
                    <a:pt x="536" y="913"/>
                  </a:lnTo>
                  <a:lnTo>
                    <a:pt x="615" y="873"/>
                  </a:lnTo>
                  <a:lnTo>
                    <a:pt x="695" y="834"/>
                  </a:lnTo>
                  <a:lnTo>
                    <a:pt x="774" y="794"/>
                  </a:lnTo>
                  <a:lnTo>
                    <a:pt x="834" y="715"/>
                  </a:lnTo>
                  <a:lnTo>
                    <a:pt x="873" y="635"/>
                  </a:lnTo>
                  <a:lnTo>
                    <a:pt x="893" y="556"/>
                  </a:lnTo>
                  <a:lnTo>
                    <a:pt x="913" y="457"/>
                  </a:lnTo>
                  <a:lnTo>
                    <a:pt x="893" y="377"/>
                  </a:lnTo>
                  <a:lnTo>
                    <a:pt x="873" y="278"/>
                  </a:lnTo>
                  <a:lnTo>
                    <a:pt x="834" y="199"/>
                  </a:lnTo>
                  <a:lnTo>
                    <a:pt x="774" y="139"/>
                  </a:lnTo>
                  <a:lnTo>
                    <a:pt x="695" y="80"/>
                  </a:lnTo>
                  <a:lnTo>
                    <a:pt x="615" y="40"/>
                  </a:lnTo>
                  <a:lnTo>
                    <a:pt x="53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6"/>
            <p:cNvSpPr/>
            <p:nvPr/>
          </p:nvSpPr>
          <p:spPr>
            <a:xfrm>
              <a:off x="4775800" y="709350"/>
              <a:ext cx="21350" cy="20875"/>
            </a:xfrm>
            <a:custGeom>
              <a:avLst/>
              <a:gdLst/>
              <a:ahLst/>
              <a:cxnLst/>
              <a:rect l="l" t="t" r="r" b="b"/>
              <a:pathLst>
                <a:path w="854" h="835" extrusionOk="0">
                  <a:moveTo>
                    <a:pt x="337" y="1"/>
                  </a:moveTo>
                  <a:lnTo>
                    <a:pt x="258" y="21"/>
                  </a:lnTo>
                  <a:lnTo>
                    <a:pt x="199" y="60"/>
                  </a:lnTo>
                  <a:lnTo>
                    <a:pt x="139" y="120"/>
                  </a:lnTo>
                  <a:lnTo>
                    <a:pt x="79" y="179"/>
                  </a:lnTo>
                  <a:lnTo>
                    <a:pt x="40" y="259"/>
                  </a:lnTo>
                  <a:lnTo>
                    <a:pt x="20" y="338"/>
                  </a:lnTo>
                  <a:lnTo>
                    <a:pt x="0" y="417"/>
                  </a:lnTo>
                  <a:lnTo>
                    <a:pt x="20" y="497"/>
                  </a:lnTo>
                  <a:lnTo>
                    <a:pt x="40" y="576"/>
                  </a:lnTo>
                  <a:lnTo>
                    <a:pt x="79" y="656"/>
                  </a:lnTo>
                  <a:lnTo>
                    <a:pt x="139" y="715"/>
                  </a:lnTo>
                  <a:lnTo>
                    <a:pt x="199" y="755"/>
                  </a:lnTo>
                  <a:lnTo>
                    <a:pt x="258" y="794"/>
                  </a:lnTo>
                  <a:lnTo>
                    <a:pt x="337" y="834"/>
                  </a:lnTo>
                  <a:lnTo>
                    <a:pt x="516" y="834"/>
                  </a:lnTo>
                  <a:lnTo>
                    <a:pt x="595" y="794"/>
                  </a:lnTo>
                  <a:lnTo>
                    <a:pt x="655" y="755"/>
                  </a:lnTo>
                  <a:lnTo>
                    <a:pt x="714" y="715"/>
                  </a:lnTo>
                  <a:lnTo>
                    <a:pt x="774" y="656"/>
                  </a:lnTo>
                  <a:lnTo>
                    <a:pt x="814" y="576"/>
                  </a:lnTo>
                  <a:lnTo>
                    <a:pt x="833" y="497"/>
                  </a:lnTo>
                  <a:lnTo>
                    <a:pt x="853" y="417"/>
                  </a:lnTo>
                  <a:lnTo>
                    <a:pt x="833" y="338"/>
                  </a:lnTo>
                  <a:lnTo>
                    <a:pt x="814" y="259"/>
                  </a:lnTo>
                  <a:lnTo>
                    <a:pt x="774" y="179"/>
                  </a:lnTo>
                  <a:lnTo>
                    <a:pt x="714" y="120"/>
                  </a:lnTo>
                  <a:lnTo>
                    <a:pt x="655" y="60"/>
                  </a:lnTo>
                  <a:lnTo>
                    <a:pt x="595" y="21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4776775" y="826925"/>
              <a:ext cx="19375" cy="19375"/>
            </a:xfrm>
            <a:custGeom>
              <a:avLst/>
              <a:gdLst/>
              <a:ahLst/>
              <a:cxnLst/>
              <a:rect l="l" t="t" r="r" b="b"/>
              <a:pathLst>
                <a:path w="775" h="775" extrusionOk="0">
                  <a:moveTo>
                    <a:pt x="398" y="0"/>
                  </a:moveTo>
                  <a:lnTo>
                    <a:pt x="318" y="20"/>
                  </a:lnTo>
                  <a:lnTo>
                    <a:pt x="239" y="40"/>
                  </a:lnTo>
                  <a:lnTo>
                    <a:pt x="179" y="80"/>
                  </a:lnTo>
                  <a:lnTo>
                    <a:pt x="120" y="119"/>
                  </a:lnTo>
                  <a:lnTo>
                    <a:pt x="80" y="179"/>
                  </a:lnTo>
                  <a:lnTo>
                    <a:pt x="40" y="238"/>
                  </a:lnTo>
                  <a:lnTo>
                    <a:pt x="21" y="318"/>
                  </a:lnTo>
                  <a:lnTo>
                    <a:pt x="1" y="397"/>
                  </a:lnTo>
                  <a:lnTo>
                    <a:pt x="21" y="457"/>
                  </a:lnTo>
                  <a:lnTo>
                    <a:pt x="40" y="536"/>
                  </a:lnTo>
                  <a:lnTo>
                    <a:pt x="80" y="596"/>
                  </a:lnTo>
                  <a:lnTo>
                    <a:pt x="120" y="655"/>
                  </a:lnTo>
                  <a:lnTo>
                    <a:pt x="179" y="695"/>
                  </a:lnTo>
                  <a:lnTo>
                    <a:pt x="239" y="734"/>
                  </a:lnTo>
                  <a:lnTo>
                    <a:pt x="318" y="754"/>
                  </a:lnTo>
                  <a:lnTo>
                    <a:pt x="398" y="774"/>
                  </a:lnTo>
                  <a:lnTo>
                    <a:pt x="457" y="754"/>
                  </a:lnTo>
                  <a:lnTo>
                    <a:pt x="536" y="734"/>
                  </a:lnTo>
                  <a:lnTo>
                    <a:pt x="596" y="695"/>
                  </a:lnTo>
                  <a:lnTo>
                    <a:pt x="656" y="655"/>
                  </a:lnTo>
                  <a:lnTo>
                    <a:pt x="695" y="596"/>
                  </a:lnTo>
                  <a:lnTo>
                    <a:pt x="735" y="536"/>
                  </a:lnTo>
                  <a:lnTo>
                    <a:pt x="755" y="457"/>
                  </a:lnTo>
                  <a:lnTo>
                    <a:pt x="775" y="397"/>
                  </a:lnTo>
                  <a:lnTo>
                    <a:pt x="755" y="318"/>
                  </a:lnTo>
                  <a:lnTo>
                    <a:pt x="735" y="238"/>
                  </a:lnTo>
                  <a:lnTo>
                    <a:pt x="695" y="179"/>
                  </a:lnTo>
                  <a:lnTo>
                    <a:pt x="656" y="119"/>
                  </a:lnTo>
                  <a:lnTo>
                    <a:pt x="596" y="80"/>
                  </a:lnTo>
                  <a:lnTo>
                    <a:pt x="536" y="40"/>
                  </a:lnTo>
                  <a:lnTo>
                    <a:pt x="457" y="20"/>
                  </a:lnTo>
                  <a:lnTo>
                    <a:pt x="3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4777775" y="944975"/>
              <a:ext cx="17375" cy="16900"/>
            </a:xfrm>
            <a:custGeom>
              <a:avLst/>
              <a:gdLst/>
              <a:ahLst/>
              <a:cxnLst/>
              <a:rect l="l" t="t" r="r" b="b"/>
              <a:pathLst>
                <a:path w="695" h="676" extrusionOk="0">
                  <a:moveTo>
                    <a:pt x="278" y="1"/>
                  </a:moveTo>
                  <a:lnTo>
                    <a:pt x="219" y="21"/>
                  </a:lnTo>
                  <a:lnTo>
                    <a:pt x="159" y="60"/>
                  </a:lnTo>
                  <a:lnTo>
                    <a:pt x="100" y="100"/>
                  </a:lnTo>
                  <a:lnTo>
                    <a:pt x="60" y="159"/>
                  </a:lnTo>
                  <a:lnTo>
                    <a:pt x="40" y="199"/>
                  </a:lnTo>
                  <a:lnTo>
                    <a:pt x="20" y="278"/>
                  </a:lnTo>
                  <a:lnTo>
                    <a:pt x="0" y="338"/>
                  </a:lnTo>
                  <a:lnTo>
                    <a:pt x="20" y="417"/>
                  </a:lnTo>
                  <a:lnTo>
                    <a:pt x="40" y="477"/>
                  </a:lnTo>
                  <a:lnTo>
                    <a:pt x="60" y="536"/>
                  </a:lnTo>
                  <a:lnTo>
                    <a:pt x="100" y="576"/>
                  </a:lnTo>
                  <a:lnTo>
                    <a:pt x="159" y="616"/>
                  </a:lnTo>
                  <a:lnTo>
                    <a:pt x="219" y="655"/>
                  </a:lnTo>
                  <a:lnTo>
                    <a:pt x="278" y="675"/>
                  </a:lnTo>
                  <a:lnTo>
                    <a:pt x="417" y="675"/>
                  </a:lnTo>
                  <a:lnTo>
                    <a:pt x="477" y="655"/>
                  </a:lnTo>
                  <a:lnTo>
                    <a:pt x="536" y="616"/>
                  </a:lnTo>
                  <a:lnTo>
                    <a:pt x="596" y="576"/>
                  </a:lnTo>
                  <a:lnTo>
                    <a:pt x="635" y="536"/>
                  </a:lnTo>
                  <a:lnTo>
                    <a:pt x="655" y="477"/>
                  </a:lnTo>
                  <a:lnTo>
                    <a:pt x="675" y="417"/>
                  </a:lnTo>
                  <a:lnTo>
                    <a:pt x="695" y="338"/>
                  </a:lnTo>
                  <a:lnTo>
                    <a:pt x="675" y="278"/>
                  </a:lnTo>
                  <a:lnTo>
                    <a:pt x="655" y="199"/>
                  </a:lnTo>
                  <a:lnTo>
                    <a:pt x="635" y="159"/>
                  </a:lnTo>
                  <a:lnTo>
                    <a:pt x="596" y="100"/>
                  </a:lnTo>
                  <a:lnTo>
                    <a:pt x="536" y="60"/>
                  </a:lnTo>
                  <a:lnTo>
                    <a:pt x="477" y="21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4778775" y="1062550"/>
              <a:ext cx="15400" cy="15400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318" y="0"/>
                  </a:moveTo>
                  <a:lnTo>
                    <a:pt x="238" y="20"/>
                  </a:lnTo>
                  <a:lnTo>
                    <a:pt x="199" y="40"/>
                  </a:lnTo>
                  <a:lnTo>
                    <a:pt x="99" y="99"/>
                  </a:lnTo>
                  <a:lnTo>
                    <a:pt x="20" y="199"/>
                  </a:lnTo>
                  <a:lnTo>
                    <a:pt x="20" y="258"/>
                  </a:lnTo>
                  <a:lnTo>
                    <a:pt x="0" y="318"/>
                  </a:lnTo>
                  <a:lnTo>
                    <a:pt x="20" y="377"/>
                  </a:lnTo>
                  <a:lnTo>
                    <a:pt x="20" y="437"/>
                  </a:lnTo>
                  <a:lnTo>
                    <a:pt x="99" y="536"/>
                  </a:lnTo>
                  <a:lnTo>
                    <a:pt x="199" y="595"/>
                  </a:lnTo>
                  <a:lnTo>
                    <a:pt x="238" y="615"/>
                  </a:lnTo>
                  <a:lnTo>
                    <a:pt x="377" y="615"/>
                  </a:lnTo>
                  <a:lnTo>
                    <a:pt x="437" y="595"/>
                  </a:lnTo>
                  <a:lnTo>
                    <a:pt x="516" y="536"/>
                  </a:lnTo>
                  <a:lnTo>
                    <a:pt x="595" y="437"/>
                  </a:lnTo>
                  <a:lnTo>
                    <a:pt x="615" y="377"/>
                  </a:lnTo>
                  <a:lnTo>
                    <a:pt x="615" y="318"/>
                  </a:lnTo>
                  <a:lnTo>
                    <a:pt x="615" y="258"/>
                  </a:lnTo>
                  <a:lnTo>
                    <a:pt x="595" y="199"/>
                  </a:lnTo>
                  <a:lnTo>
                    <a:pt x="516" y="99"/>
                  </a:lnTo>
                  <a:lnTo>
                    <a:pt x="437" y="40"/>
                  </a:lnTo>
                  <a:lnTo>
                    <a:pt x="377" y="2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4779750" y="1180600"/>
              <a:ext cx="13425" cy="13425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279" y="1"/>
                  </a:moveTo>
                  <a:lnTo>
                    <a:pt x="160" y="20"/>
                  </a:lnTo>
                  <a:lnTo>
                    <a:pt x="80" y="80"/>
                  </a:lnTo>
                  <a:lnTo>
                    <a:pt x="21" y="159"/>
                  </a:lnTo>
                  <a:lnTo>
                    <a:pt x="1" y="259"/>
                  </a:lnTo>
                  <a:lnTo>
                    <a:pt x="21" y="378"/>
                  </a:lnTo>
                  <a:lnTo>
                    <a:pt x="80" y="457"/>
                  </a:lnTo>
                  <a:lnTo>
                    <a:pt x="160" y="516"/>
                  </a:lnTo>
                  <a:lnTo>
                    <a:pt x="279" y="536"/>
                  </a:lnTo>
                  <a:lnTo>
                    <a:pt x="378" y="516"/>
                  </a:lnTo>
                  <a:lnTo>
                    <a:pt x="457" y="457"/>
                  </a:lnTo>
                  <a:lnTo>
                    <a:pt x="517" y="378"/>
                  </a:lnTo>
                  <a:lnTo>
                    <a:pt x="537" y="259"/>
                  </a:lnTo>
                  <a:lnTo>
                    <a:pt x="517" y="159"/>
                  </a:lnTo>
                  <a:lnTo>
                    <a:pt x="457" y="80"/>
                  </a:lnTo>
                  <a:lnTo>
                    <a:pt x="378" y="20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6"/>
            <p:cNvSpPr/>
            <p:nvPr/>
          </p:nvSpPr>
          <p:spPr>
            <a:xfrm>
              <a:off x="4780750" y="1298650"/>
              <a:ext cx="11425" cy="10950"/>
            </a:xfrm>
            <a:custGeom>
              <a:avLst/>
              <a:gdLst/>
              <a:ahLst/>
              <a:cxnLst/>
              <a:rect l="l" t="t" r="r" b="b"/>
              <a:pathLst>
                <a:path w="457" h="438" extrusionOk="0">
                  <a:moveTo>
                    <a:pt x="139" y="1"/>
                  </a:moveTo>
                  <a:lnTo>
                    <a:pt x="60" y="60"/>
                  </a:lnTo>
                  <a:lnTo>
                    <a:pt x="20" y="140"/>
                  </a:lnTo>
                  <a:lnTo>
                    <a:pt x="1" y="219"/>
                  </a:lnTo>
                  <a:lnTo>
                    <a:pt x="20" y="299"/>
                  </a:lnTo>
                  <a:lnTo>
                    <a:pt x="60" y="378"/>
                  </a:lnTo>
                  <a:lnTo>
                    <a:pt x="139" y="437"/>
                  </a:lnTo>
                  <a:lnTo>
                    <a:pt x="318" y="437"/>
                  </a:lnTo>
                  <a:lnTo>
                    <a:pt x="397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97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4781750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9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99"/>
                  </a:lnTo>
                  <a:lnTo>
                    <a:pt x="20" y="258"/>
                  </a:lnTo>
                  <a:lnTo>
                    <a:pt x="60" y="318"/>
                  </a:lnTo>
                  <a:lnTo>
                    <a:pt x="119" y="358"/>
                  </a:lnTo>
                  <a:lnTo>
                    <a:pt x="199" y="377"/>
                  </a:lnTo>
                  <a:lnTo>
                    <a:pt x="258" y="358"/>
                  </a:lnTo>
                  <a:lnTo>
                    <a:pt x="318" y="318"/>
                  </a:lnTo>
                  <a:lnTo>
                    <a:pt x="357" y="258"/>
                  </a:lnTo>
                  <a:lnTo>
                    <a:pt x="377" y="199"/>
                  </a:lnTo>
                  <a:lnTo>
                    <a:pt x="357" y="119"/>
                  </a:lnTo>
                  <a:lnTo>
                    <a:pt x="318" y="60"/>
                  </a:lnTo>
                  <a:lnTo>
                    <a:pt x="258" y="20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4782725" y="1534275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00" y="1"/>
                  </a:moveTo>
                  <a:lnTo>
                    <a:pt x="41" y="40"/>
                  </a:lnTo>
                  <a:lnTo>
                    <a:pt x="1" y="80"/>
                  </a:lnTo>
                  <a:lnTo>
                    <a:pt x="1" y="140"/>
                  </a:lnTo>
                  <a:lnTo>
                    <a:pt x="1" y="199"/>
                  </a:lnTo>
                  <a:lnTo>
                    <a:pt x="41" y="259"/>
                  </a:lnTo>
                  <a:lnTo>
                    <a:pt x="100" y="279"/>
                  </a:lnTo>
                  <a:lnTo>
                    <a:pt x="160" y="298"/>
                  </a:lnTo>
                  <a:lnTo>
                    <a:pt x="219" y="279"/>
                  </a:lnTo>
                  <a:lnTo>
                    <a:pt x="259" y="259"/>
                  </a:lnTo>
                  <a:lnTo>
                    <a:pt x="298" y="199"/>
                  </a:lnTo>
                  <a:lnTo>
                    <a:pt x="298" y="140"/>
                  </a:lnTo>
                  <a:lnTo>
                    <a:pt x="298" y="80"/>
                  </a:lnTo>
                  <a:lnTo>
                    <a:pt x="259" y="40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4783725" y="1651850"/>
              <a:ext cx="5475" cy="5975"/>
            </a:xfrm>
            <a:custGeom>
              <a:avLst/>
              <a:gdLst/>
              <a:ahLst/>
              <a:cxnLst/>
              <a:rect l="l" t="t" r="r" b="b"/>
              <a:pathLst>
                <a:path w="219" h="239" extrusionOk="0">
                  <a:moveTo>
                    <a:pt x="120" y="0"/>
                  </a:moveTo>
                  <a:lnTo>
                    <a:pt x="60" y="20"/>
                  </a:lnTo>
                  <a:lnTo>
                    <a:pt x="20" y="40"/>
                  </a:lnTo>
                  <a:lnTo>
                    <a:pt x="1" y="80"/>
                  </a:lnTo>
                  <a:lnTo>
                    <a:pt x="1" y="119"/>
                  </a:lnTo>
                  <a:lnTo>
                    <a:pt x="1" y="159"/>
                  </a:lnTo>
                  <a:lnTo>
                    <a:pt x="20" y="199"/>
                  </a:lnTo>
                  <a:lnTo>
                    <a:pt x="60" y="219"/>
                  </a:lnTo>
                  <a:lnTo>
                    <a:pt x="120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9" y="159"/>
                  </a:lnTo>
                  <a:lnTo>
                    <a:pt x="219" y="119"/>
                  </a:lnTo>
                  <a:lnTo>
                    <a:pt x="219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6"/>
            <p:cNvSpPr/>
            <p:nvPr/>
          </p:nvSpPr>
          <p:spPr>
            <a:xfrm>
              <a:off x="4784725" y="1769900"/>
              <a:ext cx="3500" cy="3500"/>
            </a:xfrm>
            <a:custGeom>
              <a:avLst/>
              <a:gdLst/>
              <a:ahLst/>
              <a:cxnLst/>
              <a:rect l="l" t="t" r="r" b="b"/>
              <a:pathLst>
                <a:path w="140" h="140" extrusionOk="0">
                  <a:moveTo>
                    <a:pt x="40" y="1"/>
                  </a:moveTo>
                  <a:lnTo>
                    <a:pt x="20" y="21"/>
                  </a:lnTo>
                  <a:lnTo>
                    <a:pt x="0" y="40"/>
                  </a:lnTo>
                  <a:lnTo>
                    <a:pt x="0" y="80"/>
                  </a:lnTo>
                  <a:lnTo>
                    <a:pt x="0" y="100"/>
                  </a:lnTo>
                  <a:lnTo>
                    <a:pt x="20" y="120"/>
                  </a:lnTo>
                  <a:lnTo>
                    <a:pt x="40" y="140"/>
                  </a:lnTo>
                  <a:lnTo>
                    <a:pt x="99" y="140"/>
                  </a:lnTo>
                  <a:lnTo>
                    <a:pt x="119" y="120"/>
                  </a:lnTo>
                  <a:lnTo>
                    <a:pt x="139" y="100"/>
                  </a:lnTo>
                  <a:lnTo>
                    <a:pt x="139" y="80"/>
                  </a:lnTo>
                  <a:lnTo>
                    <a:pt x="139" y="40"/>
                  </a:lnTo>
                  <a:lnTo>
                    <a:pt x="119" y="21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4785700" y="1887475"/>
              <a:ext cx="1525" cy="2000"/>
            </a:xfrm>
            <a:custGeom>
              <a:avLst/>
              <a:gdLst/>
              <a:ahLst/>
              <a:cxnLst/>
              <a:rect l="l" t="t" r="r" b="b"/>
              <a:pathLst>
                <a:path w="61" h="80" extrusionOk="0">
                  <a:moveTo>
                    <a:pt x="41" y="0"/>
                  </a:moveTo>
                  <a:lnTo>
                    <a:pt x="1" y="20"/>
                  </a:lnTo>
                  <a:lnTo>
                    <a:pt x="1" y="40"/>
                  </a:lnTo>
                  <a:lnTo>
                    <a:pt x="1" y="60"/>
                  </a:lnTo>
                  <a:lnTo>
                    <a:pt x="41" y="80"/>
                  </a:lnTo>
                  <a:lnTo>
                    <a:pt x="60" y="60"/>
                  </a:lnTo>
                  <a:lnTo>
                    <a:pt x="60" y="40"/>
                  </a:lnTo>
                  <a:lnTo>
                    <a:pt x="60" y="2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478670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478670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4875500" y="238125"/>
              <a:ext cx="28300" cy="28275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457" y="0"/>
                  </a:moveTo>
                  <a:lnTo>
                    <a:pt x="338" y="40"/>
                  </a:lnTo>
                  <a:lnTo>
                    <a:pt x="238" y="99"/>
                  </a:lnTo>
                  <a:lnTo>
                    <a:pt x="159" y="159"/>
                  </a:lnTo>
                  <a:lnTo>
                    <a:pt x="100" y="238"/>
                  </a:lnTo>
                  <a:lnTo>
                    <a:pt x="40" y="337"/>
                  </a:lnTo>
                  <a:lnTo>
                    <a:pt x="0" y="456"/>
                  </a:lnTo>
                  <a:lnTo>
                    <a:pt x="0" y="556"/>
                  </a:lnTo>
                  <a:lnTo>
                    <a:pt x="0" y="675"/>
                  </a:lnTo>
                  <a:lnTo>
                    <a:pt x="40" y="794"/>
                  </a:lnTo>
                  <a:lnTo>
                    <a:pt x="100" y="873"/>
                  </a:lnTo>
                  <a:lnTo>
                    <a:pt x="159" y="972"/>
                  </a:lnTo>
                  <a:lnTo>
                    <a:pt x="238" y="1032"/>
                  </a:lnTo>
                  <a:lnTo>
                    <a:pt x="338" y="1091"/>
                  </a:lnTo>
                  <a:lnTo>
                    <a:pt x="457" y="1131"/>
                  </a:lnTo>
                  <a:lnTo>
                    <a:pt x="675" y="1131"/>
                  </a:lnTo>
                  <a:lnTo>
                    <a:pt x="794" y="1091"/>
                  </a:lnTo>
                  <a:lnTo>
                    <a:pt x="893" y="1032"/>
                  </a:lnTo>
                  <a:lnTo>
                    <a:pt x="973" y="972"/>
                  </a:lnTo>
                  <a:lnTo>
                    <a:pt x="1032" y="873"/>
                  </a:lnTo>
                  <a:lnTo>
                    <a:pt x="1092" y="794"/>
                  </a:lnTo>
                  <a:lnTo>
                    <a:pt x="1131" y="675"/>
                  </a:lnTo>
                  <a:lnTo>
                    <a:pt x="1131" y="556"/>
                  </a:lnTo>
                  <a:lnTo>
                    <a:pt x="1131" y="456"/>
                  </a:lnTo>
                  <a:lnTo>
                    <a:pt x="1092" y="337"/>
                  </a:lnTo>
                  <a:lnTo>
                    <a:pt x="1032" y="238"/>
                  </a:lnTo>
                  <a:lnTo>
                    <a:pt x="973" y="159"/>
                  </a:lnTo>
                  <a:lnTo>
                    <a:pt x="893" y="99"/>
                  </a:lnTo>
                  <a:lnTo>
                    <a:pt x="794" y="40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4876475" y="355675"/>
              <a:ext cx="26325" cy="26800"/>
            </a:xfrm>
            <a:custGeom>
              <a:avLst/>
              <a:gdLst/>
              <a:ahLst/>
              <a:cxnLst/>
              <a:rect l="l" t="t" r="r" b="b"/>
              <a:pathLst>
                <a:path w="1053" h="1072" extrusionOk="0">
                  <a:moveTo>
                    <a:pt x="517" y="1"/>
                  </a:moveTo>
                  <a:lnTo>
                    <a:pt x="418" y="20"/>
                  </a:lnTo>
                  <a:lnTo>
                    <a:pt x="318" y="40"/>
                  </a:lnTo>
                  <a:lnTo>
                    <a:pt x="219" y="100"/>
                  </a:lnTo>
                  <a:lnTo>
                    <a:pt x="140" y="159"/>
                  </a:lnTo>
                  <a:lnTo>
                    <a:pt x="80" y="239"/>
                  </a:lnTo>
                  <a:lnTo>
                    <a:pt x="41" y="338"/>
                  </a:lnTo>
                  <a:lnTo>
                    <a:pt x="1" y="437"/>
                  </a:lnTo>
                  <a:lnTo>
                    <a:pt x="1" y="536"/>
                  </a:lnTo>
                  <a:lnTo>
                    <a:pt x="1" y="635"/>
                  </a:lnTo>
                  <a:lnTo>
                    <a:pt x="41" y="735"/>
                  </a:lnTo>
                  <a:lnTo>
                    <a:pt x="80" y="834"/>
                  </a:lnTo>
                  <a:lnTo>
                    <a:pt x="140" y="913"/>
                  </a:lnTo>
                  <a:lnTo>
                    <a:pt x="219" y="973"/>
                  </a:lnTo>
                  <a:lnTo>
                    <a:pt x="318" y="1032"/>
                  </a:lnTo>
                  <a:lnTo>
                    <a:pt x="418" y="1052"/>
                  </a:lnTo>
                  <a:lnTo>
                    <a:pt x="517" y="1072"/>
                  </a:lnTo>
                  <a:lnTo>
                    <a:pt x="636" y="1052"/>
                  </a:lnTo>
                  <a:lnTo>
                    <a:pt x="735" y="1032"/>
                  </a:lnTo>
                  <a:lnTo>
                    <a:pt x="814" y="973"/>
                  </a:lnTo>
                  <a:lnTo>
                    <a:pt x="894" y="913"/>
                  </a:lnTo>
                  <a:lnTo>
                    <a:pt x="973" y="834"/>
                  </a:lnTo>
                  <a:lnTo>
                    <a:pt x="1013" y="735"/>
                  </a:lnTo>
                  <a:lnTo>
                    <a:pt x="1053" y="635"/>
                  </a:lnTo>
                  <a:lnTo>
                    <a:pt x="1053" y="536"/>
                  </a:lnTo>
                  <a:lnTo>
                    <a:pt x="1053" y="437"/>
                  </a:lnTo>
                  <a:lnTo>
                    <a:pt x="1013" y="338"/>
                  </a:lnTo>
                  <a:lnTo>
                    <a:pt x="973" y="239"/>
                  </a:lnTo>
                  <a:lnTo>
                    <a:pt x="894" y="159"/>
                  </a:lnTo>
                  <a:lnTo>
                    <a:pt x="814" y="100"/>
                  </a:lnTo>
                  <a:lnTo>
                    <a:pt x="735" y="40"/>
                  </a:lnTo>
                  <a:lnTo>
                    <a:pt x="636" y="20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4877475" y="473725"/>
              <a:ext cx="24325" cy="24825"/>
            </a:xfrm>
            <a:custGeom>
              <a:avLst/>
              <a:gdLst/>
              <a:ahLst/>
              <a:cxnLst/>
              <a:rect l="l" t="t" r="r" b="b"/>
              <a:pathLst>
                <a:path w="973" h="993" extrusionOk="0">
                  <a:moveTo>
                    <a:pt x="378" y="1"/>
                  </a:moveTo>
                  <a:lnTo>
                    <a:pt x="298" y="41"/>
                  </a:lnTo>
                  <a:lnTo>
                    <a:pt x="219" y="80"/>
                  </a:lnTo>
                  <a:lnTo>
                    <a:pt x="140" y="140"/>
                  </a:lnTo>
                  <a:lnTo>
                    <a:pt x="80" y="219"/>
                  </a:lnTo>
                  <a:lnTo>
                    <a:pt x="40" y="299"/>
                  </a:lnTo>
                  <a:lnTo>
                    <a:pt x="1" y="398"/>
                  </a:lnTo>
                  <a:lnTo>
                    <a:pt x="1" y="497"/>
                  </a:lnTo>
                  <a:lnTo>
                    <a:pt x="1" y="596"/>
                  </a:lnTo>
                  <a:lnTo>
                    <a:pt x="40" y="676"/>
                  </a:lnTo>
                  <a:lnTo>
                    <a:pt x="80" y="775"/>
                  </a:lnTo>
                  <a:lnTo>
                    <a:pt x="140" y="834"/>
                  </a:lnTo>
                  <a:lnTo>
                    <a:pt x="219" y="894"/>
                  </a:lnTo>
                  <a:lnTo>
                    <a:pt x="298" y="953"/>
                  </a:lnTo>
                  <a:lnTo>
                    <a:pt x="378" y="973"/>
                  </a:lnTo>
                  <a:lnTo>
                    <a:pt x="477" y="993"/>
                  </a:lnTo>
                  <a:lnTo>
                    <a:pt x="576" y="973"/>
                  </a:lnTo>
                  <a:lnTo>
                    <a:pt x="675" y="953"/>
                  </a:lnTo>
                  <a:lnTo>
                    <a:pt x="755" y="894"/>
                  </a:lnTo>
                  <a:lnTo>
                    <a:pt x="834" y="834"/>
                  </a:lnTo>
                  <a:lnTo>
                    <a:pt x="894" y="775"/>
                  </a:lnTo>
                  <a:lnTo>
                    <a:pt x="933" y="676"/>
                  </a:lnTo>
                  <a:lnTo>
                    <a:pt x="973" y="596"/>
                  </a:lnTo>
                  <a:lnTo>
                    <a:pt x="973" y="497"/>
                  </a:lnTo>
                  <a:lnTo>
                    <a:pt x="973" y="398"/>
                  </a:lnTo>
                  <a:lnTo>
                    <a:pt x="933" y="299"/>
                  </a:lnTo>
                  <a:lnTo>
                    <a:pt x="894" y="219"/>
                  </a:lnTo>
                  <a:lnTo>
                    <a:pt x="834" y="140"/>
                  </a:lnTo>
                  <a:lnTo>
                    <a:pt x="755" y="80"/>
                  </a:lnTo>
                  <a:lnTo>
                    <a:pt x="675" y="41"/>
                  </a:lnTo>
                  <a:lnTo>
                    <a:pt x="5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4877975" y="591300"/>
              <a:ext cx="22850" cy="22850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457" y="0"/>
                  </a:moveTo>
                  <a:lnTo>
                    <a:pt x="378" y="20"/>
                  </a:lnTo>
                  <a:lnTo>
                    <a:pt x="298" y="40"/>
                  </a:lnTo>
                  <a:lnTo>
                    <a:pt x="219" y="80"/>
                  </a:lnTo>
                  <a:lnTo>
                    <a:pt x="139" y="139"/>
                  </a:lnTo>
                  <a:lnTo>
                    <a:pt x="80" y="199"/>
                  </a:lnTo>
                  <a:lnTo>
                    <a:pt x="40" y="278"/>
                  </a:lnTo>
                  <a:lnTo>
                    <a:pt x="20" y="377"/>
                  </a:lnTo>
                  <a:lnTo>
                    <a:pt x="1" y="457"/>
                  </a:lnTo>
                  <a:lnTo>
                    <a:pt x="20" y="556"/>
                  </a:lnTo>
                  <a:lnTo>
                    <a:pt x="40" y="635"/>
                  </a:lnTo>
                  <a:lnTo>
                    <a:pt x="80" y="715"/>
                  </a:lnTo>
                  <a:lnTo>
                    <a:pt x="139" y="794"/>
                  </a:lnTo>
                  <a:lnTo>
                    <a:pt x="219" y="834"/>
                  </a:lnTo>
                  <a:lnTo>
                    <a:pt x="298" y="873"/>
                  </a:lnTo>
                  <a:lnTo>
                    <a:pt x="378" y="913"/>
                  </a:lnTo>
                  <a:lnTo>
                    <a:pt x="556" y="913"/>
                  </a:lnTo>
                  <a:lnTo>
                    <a:pt x="635" y="873"/>
                  </a:lnTo>
                  <a:lnTo>
                    <a:pt x="715" y="834"/>
                  </a:lnTo>
                  <a:lnTo>
                    <a:pt x="794" y="794"/>
                  </a:lnTo>
                  <a:lnTo>
                    <a:pt x="854" y="715"/>
                  </a:lnTo>
                  <a:lnTo>
                    <a:pt x="893" y="635"/>
                  </a:lnTo>
                  <a:lnTo>
                    <a:pt x="913" y="556"/>
                  </a:lnTo>
                  <a:lnTo>
                    <a:pt x="913" y="457"/>
                  </a:lnTo>
                  <a:lnTo>
                    <a:pt x="913" y="377"/>
                  </a:lnTo>
                  <a:lnTo>
                    <a:pt x="893" y="278"/>
                  </a:lnTo>
                  <a:lnTo>
                    <a:pt x="854" y="199"/>
                  </a:lnTo>
                  <a:lnTo>
                    <a:pt x="794" y="139"/>
                  </a:lnTo>
                  <a:lnTo>
                    <a:pt x="715" y="80"/>
                  </a:lnTo>
                  <a:lnTo>
                    <a:pt x="635" y="40"/>
                  </a:lnTo>
                  <a:lnTo>
                    <a:pt x="55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6"/>
            <p:cNvSpPr/>
            <p:nvPr/>
          </p:nvSpPr>
          <p:spPr>
            <a:xfrm>
              <a:off x="4878975" y="709350"/>
              <a:ext cx="21350" cy="20875"/>
            </a:xfrm>
            <a:custGeom>
              <a:avLst/>
              <a:gdLst/>
              <a:ahLst/>
              <a:cxnLst/>
              <a:rect l="l" t="t" r="r" b="b"/>
              <a:pathLst>
                <a:path w="854" h="835" extrusionOk="0">
                  <a:moveTo>
                    <a:pt x="338" y="1"/>
                  </a:moveTo>
                  <a:lnTo>
                    <a:pt x="258" y="21"/>
                  </a:lnTo>
                  <a:lnTo>
                    <a:pt x="199" y="60"/>
                  </a:lnTo>
                  <a:lnTo>
                    <a:pt x="139" y="120"/>
                  </a:lnTo>
                  <a:lnTo>
                    <a:pt x="80" y="179"/>
                  </a:lnTo>
                  <a:lnTo>
                    <a:pt x="40" y="259"/>
                  </a:lnTo>
                  <a:lnTo>
                    <a:pt x="20" y="338"/>
                  </a:lnTo>
                  <a:lnTo>
                    <a:pt x="0" y="417"/>
                  </a:lnTo>
                  <a:lnTo>
                    <a:pt x="20" y="497"/>
                  </a:lnTo>
                  <a:lnTo>
                    <a:pt x="40" y="576"/>
                  </a:lnTo>
                  <a:lnTo>
                    <a:pt x="80" y="656"/>
                  </a:lnTo>
                  <a:lnTo>
                    <a:pt x="139" y="715"/>
                  </a:lnTo>
                  <a:lnTo>
                    <a:pt x="199" y="755"/>
                  </a:lnTo>
                  <a:lnTo>
                    <a:pt x="258" y="794"/>
                  </a:lnTo>
                  <a:lnTo>
                    <a:pt x="338" y="834"/>
                  </a:lnTo>
                  <a:lnTo>
                    <a:pt x="516" y="834"/>
                  </a:lnTo>
                  <a:lnTo>
                    <a:pt x="595" y="794"/>
                  </a:lnTo>
                  <a:lnTo>
                    <a:pt x="655" y="755"/>
                  </a:lnTo>
                  <a:lnTo>
                    <a:pt x="714" y="715"/>
                  </a:lnTo>
                  <a:lnTo>
                    <a:pt x="774" y="656"/>
                  </a:lnTo>
                  <a:lnTo>
                    <a:pt x="814" y="576"/>
                  </a:lnTo>
                  <a:lnTo>
                    <a:pt x="834" y="497"/>
                  </a:lnTo>
                  <a:lnTo>
                    <a:pt x="853" y="417"/>
                  </a:lnTo>
                  <a:lnTo>
                    <a:pt x="834" y="338"/>
                  </a:lnTo>
                  <a:lnTo>
                    <a:pt x="814" y="259"/>
                  </a:lnTo>
                  <a:lnTo>
                    <a:pt x="774" y="179"/>
                  </a:lnTo>
                  <a:lnTo>
                    <a:pt x="714" y="120"/>
                  </a:lnTo>
                  <a:lnTo>
                    <a:pt x="655" y="60"/>
                  </a:lnTo>
                  <a:lnTo>
                    <a:pt x="595" y="21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4879950" y="826925"/>
              <a:ext cx="19375" cy="19375"/>
            </a:xfrm>
            <a:custGeom>
              <a:avLst/>
              <a:gdLst/>
              <a:ahLst/>
              <a:cxnLst/>
              <a:rect l="l" t="t" r="r" b="b"/>
              <a:pathLst>
                <a:path w="775" h="775" extrusionOk="0">
                  <a:moveTo>
                    <a:pt x="378" y="0"/>
                  </a:moveTo>
                  <a:lnTo>
                    <a:pt x="318" y="20"/>
                  </a:lnTo>
                  <a:lnTo>
                    <a:pt x="239" y="40"/>
                  </a:lnTo>
                  <a:lnTo>
                    <a:pt x="179" y="80"/>
                  </a:lnTo>
                  <a:lnTo>
                    <a:pt x="120" y="119"/>
                  </a:lnTo>
                  <a:lnTo>
                    <a:pt x="80" y="179"/>
                  </a:lnTo>
                  <a:lnTo>
                    <a:pt x="41" y="238"/>
                  </a:lnTo>
                  <a:lnTo>
                    <a:pt x="21" y="318"/>
                  </a:lnTo>
                  <a:lnTo>
                    <a:pt x="1" y="397"/>
                  </a:lnTo>
                  <a:lnTo>
                    <a:pt x="21" y="457"/>
                  </a:lnTo>
                  <a:lnTo>
                    <a:pt x="41" y="536"/>
                  </a:lnTo>
                  <a:lnTo>
                    <a:pt x="80" y="596"/>
                  </a:lnTo>
                  <a:lnTo>
                    <a:pt x="120" y="655"/>
                  </a:lnTo>
                  <a:lnTo>
                    <a:pt x="179" y="695"/>
                  </a:lnTo>
                  <a:lnTo>
                    <a:pt x="239" y="734"/>
                  </a:lnTo>
                  <a:lnTo>
                    <a:pt x="318" y="754"/>
                  </a:lnTo>
                  <a:lnTo>
                    <a:pt x="378" y="774"/>
                  </a:lnTo>
                  <a:lnTo>
                    <a:pt x="457" y="754"/>
                  </a:lnTo>
                  <a:lnTo>
                    <a:pt x="537" y="734"/>
                  </a:lnTo>
                  <a:lnTo>
                    <a:pt x="596" y="695"/>
                  </a:lnTo>
                  <a:lnTo>
                    <a:pt x="656" y="655"/>
                  </a:lnTo>
                  <a:lnTo>
                    <a:pt x="695" y="596"/>
                  </a:lnTo>
                  <a:lnTo>
                    <a:pt x="735" y="536"/>
                  </a:lnTo>
                  <a:lnTo>
                    <a:pt x="755" y="457"/>
                  </a:lnTo>
                  <a:lnTo>
                    <a:pt x="775" y="397"/>
                  </a:lnTo>
                  <a:lnTo>
                    <a:pt x="755" y="318"/>
                  </a:lnTo>
                  <a:lnTo>
                    <a:pt x="735" y="238"/>
                  </a:lnTo>
                  <a:lnTo>
                    <a:pt x="695" y="179"/>
                  </a:lnTo>
                  <a:lnTo>
                    <a:pt x="656" y="119"/>
                  </a:lnTo>
                  <a:lnTo>
                    <a:pt x="596" y="80"/>
                  </a:lnTo>
                  <a:lnTo>
                    <a:pt x="537" y="40"/>
                  </a:lnTo>
                  <a:lnTo>
                    <a:pt x="457" y="20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4880950" y="944975"/>
              <a:ext cx="17400" cy="16900"/>
            </a:xfrm>
            <a:custGeom>
              <a:avLst/>
              <a:gdLst/>
              <a:ahLst/>
              <a:cxnLst/>
              <a:rect l="l" t="t" r="r" b="b"/>
              <a:pathLst>
                <a:path w="696" h="676" extrusionOk="0">
                  <a:moveTo>
                    <a:pt x="278" y="1"/>
                  </a:moveTo>
                  <a:lnTo>
                    <a:pt x="219" y="21"/>
                  </a:lnTo>
                  <a:lnTo>
                    <a:pt x="159" y="60"/>
                  </a:lnTo>
                  <a:lnTo>
                    <a:pt x="100" y="100"/>
                  </a:lnTo>
                  <a:lnTo>
                    <a:pt x="60" y="159"/>
                  </a:lnTo>
                  <a:lnTo>
                    <a:pt x="40" y="199"/>
                  </a:lnTo>
                  <a:lnTo>
                    <a:pt x="20" y="278"/>
                  </a:lnTo>
                  <a:lnTo>
                    <a:pt x="1" y="338"/>
                  </a:lnTo>
                  <a:lnTo>
                    <a:pt x="20" y="417"/>
                  </a:lnTo>
                  <a:lnTo>
                    <a:pt x="40" y="477"/>
                  </a:lnTo>
                  <a:lnTo>
                    <a:pt x="60" y="536"/>
                  </a:lnTo>
                  <a:lnTo>
                    <a:pt x="100" y="576"/>
                  </a:lnTo>
                  <a:lnTo>
                    <a:pt x="159" y="616"/>
                  </a:lnTo>
                  <a:lnTo>
                    <a:pt x="219" y="655"/>
                  </a:lnTo>
                  <a:lnTo>
                    <a:pt x="278" y="675"/>
                  </a:lnTo>
                  <a:lnTo>
                    <a:pt x="417" y="675"/>
                  </a:lnTo>
                  <a:lnTo>
                    <a:pt x="477" y="655"/>
                  </a:lnTo>
                  <a:lnTo>
                    <a:pt x="536" y="616"/>
                  </a:lnTo>
                  <a:lnTo>
                    <a:pt x="596" y="576"/>
                  </a:lnTo>
                  <a:lnTo>
                    <a:pt x="635" y="536"/>
                  </a:lnTo>
                  <a:lnTo>
                    <a:pt x="655" y="477"/>
                  </a:lnTo>
                  <a:lnTo>
                    <a:pt x="675" y="417"/>
                  </a:lnTo>
                  <a:lnTo>
                    <a:pt x="695" y="338"/>
                  </a:lnTo>
                  <a:lnTo>
                    <a:pt x="675" y="278"/>
                  </a:lnTo>
                  <a:lnTo>
                    <a:pt x="655" y="199"/>
                  </a:lnTo>
                  <a:lnTo>
                    <a:pt x="635" y="159"/>
                  </a:lnTo>
                  <a:lnTo>
                    <a:pt x="596" y="100"/>
                  </a:lnTo>
                  <a:lnTo>
                    <a:pt x="536" y="60"/>
                  </a:lnTo>
                  <a:lnTo>
                    <a:pt x="477" y="21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4881950" y="1062550"/>
              <a:ext cx="15400" cy="15400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298" y="0"/>
                  </a:moveTo>
                  <a:lnTo>
                    <a:pt x="238" y="20"/>
                  </a:lnTo>
                  <a:lnTo>
                    <a:pt x="179" y="40"/>
                  </a:lnTo>
                  <a:lnTo>
                    <a:pt x="99" y="99"/>
                  </a:lnTo>
                  <a:lnTo>
                    <a:pt x="20" y="199"/>
                  </a:lnTo>
                  <a:lnTo>
                    <a:pt x="0" y="258"/>
                  </a:lnTo>
                  <a:lnTo>
                    <a:pt x="0" y="318"/>
                  </a:lnTo>
                  <a:lnTo>
                    <a:pt x="0" y="377"/>
                  </a:lnTo>
                  <a:lnTo>
                    <a:pt x="20" y="437"/>
                  </a:lnTo>
                  <a:lnTo>
                    <a:pt x="99" y="536"/>
                  </a:lnTo>
                  <a:lnTo>
                    <a:pt x="179" y="595"/>
                  </a:lnTo>
                  <a:lnTo>
                    <a:pt x="238" y="615"/>
                  </a:lnTo>
                  <a:lnTo>
                    <a:pt x="377" y="615"/>
                  </a:lnTo>
                  <a:lnTo>
                    <a:pt x="417" y="595"/>
                  </a:lnTo>
                  <a:lnTo>
                    <a:pt x="516" y="536"/>
                  </a:lnTo>
                  <a:lnTo>
                    <a:pt x="595" y="437"/>
                  </a:lnTo>
                  <a:lnTo>
                    <a:pt x="595" y="377"/>
                  </a:lnTo>
                  <a:lnTo>
                    <a:pt x="615" y="318"/>
                  </a:lnTo>
                  <a:lnTo>
                    <a:pt x="595" y="258"/>
                  </a:lnTo>
                  <a:lnTo>
                    <a:pt x="595" y="199"/>
                  </a:lnTo>
                  <a:lnTo>
                    <a:pt x="516" y="99"/>
                  </a:lnTo>
                  <a:lnTo>
                    <a:pt x="417" y="40"/>
                  </a:lnTo>
                  <a:lnTo>
                    <a:pt x="377" y="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4882925" y="1180600"/>
              <a:ext cx="13425" cy="13425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259" y="1"/>
                  </a:moveTo>
                  <a:lnTo>
                    <a:pt x="160" y="20"/>
                  </a:lnTo>
                  <a:lnTo>
                    <a:pt x="80" y="80"/>
                  </a:lnTo>
                  <a:lnTo>
                    <a:pt x="21" y="159"/>
                  </a:lnTo>
                  <a:lnTo>
                    <a:pt x="1" y="259"/>
                  </a:lnTo>
                  <a:lnTo>
                    <a:pt x="21" y="378"/>
                  </a:lnTo>
                  <a:lnTo>
                    <a:pt x="80" y="457"/>
                  </a:lnTo>
                  <a:lnTo>
                    <a:pt x="160" y="516"/>
                  </a:lnTo>
                  <a:lnTo>
                    <a:pt x="259" y="536"/>
                  </a:lnTo>
                  <a:lnTo>
                    <a:pt x="378" y="516"/>
                  </a:lnTo>
                  <a:lnTo>
                    <a:pt x="457" y="457"/>
                  </a:lnTo>
                  <a:lnTo>
                    <a:pt x="517" y="378"/>
                  </a:lnTo>
                  <a:lnTo>
                    <a:pt x="537" y="259"/>
                  </a:lnTo>
                  <a:lnTo>
                    <a:pt x="517" y="159"/>
                  </a:lnTo>
                  <a:lnTo>
                    <a:pt x="457" y="80"/>
                  </a:lnTo>
                  <a:lnTo>
                    <a:pt x="378" y="20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4883925" y="1298650"/>
              <a:ext cx="11425" cy="10950"/>
            </a:xfrm>
            <a:custGeom>
              <a:avLst/>
              <a:gdLst/>
              <a:ahLst/>
              <a:cxnLst/>
              <a:rect l="l" t="t" r="r" b="b"/>
              <a:pathLst>
                <a:path w="457" h="438" extrusionOk="0">
                  <a:moveTo>
                    <a:pt x="140" y="1"/>
                  </a:moveTo>
                  <a:lnTo>
                    <a:pt x="60" y="60"/>
                  </a:lnTo>
                  <a:lnTo>
                    <a:pt x="20" y="140"/>
                  </a:lnTo>
                  <a:lnTo>
                    <a:pt x="1" y="219"/>
                  </a:lnTo>
                  <a:lnTo>
                    <a:pt x="20" y="299"/>
                  </a:lnTo>
                  <a:lnTo>
                    <a:pt x="60" y="378"/>
                  </a:lnTo>
                  <a:lnTo>
                    <a:pt x="140" y="437"/>
                  </a:lnTo>
                  <a:lnTo>
                    <a:pt x="318" y="437"/>
                  </a:lnTo>
                  <a:lnTo>
                    <a:pt x="397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97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4884925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99"/>
                  </a:lnTo>
                  <a:lnTo>
                    <a:pt x="20" y="258"/>
                  </a:lnTo>
                  <a:lnTo>
                    <a:pt x="60" y="318"/>
                  </a:lnTo>
                  <a:lnTo>
                    <a:pt x="119" y="358"/>
                  </a:lnTo>
                  <a:lnTo>
                    <a:pt x="179" y="377"/>
                  </a:lnTo>
                  <a:lnTo>
                    <a:pt x="258" y="358"/>
                  </a:lnTo>
                  <a:lnTo>
                    <a:pt x="318" y="318"/>
                  </a:lnTo>
                  <a:lnTo>
                    <a:pt x="357" y="258"/>
                  </a:lnTo>
                  <a:lnTo>
                    <a:pt x="377" y="199"/>
                  </a:lnTo>
                  <a:lnTo>
                    <a:pt x="357" y="119"/>
                  </a:lnTo>
                  <a:lnTo>
                    <a:pt x="318" y="60"/>
                  </a:lnTo>
                  <a:lnTo>
                    <a:pt x="258" y="2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4885900" y="1534275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80" y="1"/>
                  </a:moveTo>
                  <a:lnTo>
                    <a:pt x="41" y="40"/>
                  </a:lnTo>
                  <a:lnTo>
                    <a:pt x="1" y="80"/>
                  </a:lnTo>
                  <a:lnTo>
                    <a:pt x="1" y="140"/>
                  </a:lnTo>
                  <a:lnTo>
                    <a:pt x="1" y="199"/>
                  </a:lnTo>
                  <a:lnTo>
                    <a:pt x="41" y="259"/>
                  </a:lnTo>
                  <a:lnTo>
                    <a:pt x="80" y="279"/>
                  </a:lnTo>
                  <a:lnTo>
                    <a:pt x="140" y="298"/>
                  </a:lnTo>
                  <a:lnTo>
                    <a:pt x="199" y="279"/>
                  </a:lnTo>
                  <a:lnTo>
                    <a:pt x="259" y="259"/>
                  </a:lnTo>
                  <a:lnTo>
                    <a:pt x="299" y="199"/>
                  </a:lnTo>
                  <a:lnTo>
                    <a:pt x="299" y="140"/>
                  </a:lnTo>
                  <a:lnTo>
                    <a:pt x="299" y="80"/>
                  </a:lnTo>
                  <a:lnTo>
                    <a:pt x="259" y="40"/>
                  </a:lnTo>
                  <a:lnTo>
                    <a:pt x="1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886900" y="1651850"/>
              <a:ext cx="5475" cy="5975"/>
            </a:xfrm>
            <a:custGeom>
              <a:avLst/>
              <a:gdLst/>
              <a:ahLst/>
              <a:cxnLst/>
              <a:rect l="l" t="t" r="r" b="b"/>
              <a:pathLst>
                <a:path w="219" h="239" extrusionOk="0">
                  <a:moveTo>
                    <a:pt x="100" y="0"/>
                  </a:moveTo>
                  <a:lnTo>
                    <a:pt x="60" y="20"/>
                  </a:lnTo>
                  <a:lnTo>
                    <a:pt x="21" y="40"/>
                  </a:lnTo>
                  <a:lnTo>
                    <a:pt x="1" y="80"/>
                  </a:lnTo>
                  <a:lnTo>
                    <a:pt x="1" y="119"/>
                  </a:lnTo>
                  <a:lnTo>
                    <a:pt x="1" y="159"/>
                  </a:lnTo>
                  <a:lnTo>
                    <a:pt x="21" y="199"/>
                  </a:lnTo>
                  <a:lnTo>
                    <a:pt x="60" y="219"/>
                  </a:lnTo>
                  <a:lnTo>
                    <a:pt x="100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9" y="159"/>
                  </a:lnTo>
                  <a:lnTo>
                    <a:pt x="219" y="119"/>
                  </a:lnTo>
                  <a:lnTo>
                    <a:pt x="219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887900" y="1769900"/>
              <a:ext cx="3500" cy="3500"/>
            </a:xfrm>
            <a:custGeom>
              <a:avLst/>
              <a:gdLst/>
              <a:ahLst/>
              <a:cxnLst/>
              <a:rect l="l" t="t" r="r" b="b"/>
              <a:pathLst>
                <a:path w="140" h="140" extrusionOk="0">
                  <a:moveTo>
                    <a:pt x="40" y="1"/>
                  </a:moveTo>
                  <a:lnTo>
                    <a:pt x="20" y="21"/>
                  </a:lnTo>
                  <a:lnTo>
                    <a:pt x="0" y="40"/>
                  </a:lnTo>
                  <a:lnTo>
                    <a:pt x="0" y="80"/>
                  </a:lnTo>
                  <a:lnTo>
                    <a:pt x="0" y="100"/>
                  </a:lnTo>
                  <a:lnTo>
                    <a:pt x="20" y="120"/>
                  </a:lnTo>
                  <a:lnTo>
                    <a:pt x="40" y="140"/>
                  </a:lnTo>
                  <a:lnTo>
                    <a:pt x="100" y="140"/>
                  </a:lnTo>
                  <a:lnTo>
                    <a:pt x="119" y="120"/>
                  </a:lnTo>
                  <a:lnTo>
                    <a:pt x="139" y="100"/>
                  </a:lnTo>
                  <a:lnTo>
                    <a:pt x="139" y="80"/>
                  </a:lnTo>
                  <a:lnTo>
                    <a:pt x="139" y="40"/>
                  </a:lnTo>
                  <a:lnTo>
                    <a:pt x="119" y="21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4888900" y="1887475"/>
              <a:ext cx="1500" cy="2000"/>
            </a:xfrm>
            <a:custGeom>
              <a:avLst/>
              <a:gdLst/>
              <a:ahLst/>
              <a:cxnLst/>
              <a:rect l="l" t="t" r="r" b="b"/>
              <a:pathLst>
                <a:path w="60" h="80" extrusionOk="0">
                  <a:moveTo>
                    <a:pt x="20" y="0"/>
                  </a:moveTo>
                  <a:lnTo>
                    <a:pt x="0" y="20"/>
                  </a:lnTo>
                  <a:lnTo>
                    <a:pt x="0" y="40"/>
                  </a:lnTo>
                  <a:lnTo>
                    <a:pt x="0" y="60"/>
                  </a:lnTo>
                  <a:lnTo>
                    <a:pt x="20" y="80"/>
                  </a:lnTo>
                  <a:lnTo>
                    <a:pt x="60" y="60"/>
                  </a:lnTo>
                  <a:lnTo>
                    <a:pt x="60" y="40"/>
                  </a:lnTo>
                  <a:lnTo>
                    <a:pt x="60" y="2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488937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488937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4978675" y="238125"/>
              <a:ext cx="28300" cy="28275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457" y="0"/>
                  </a:moveTo>
                  <a:lnTo>
                    <a:pt x="338" y="40"/>
                  </a:lnTo>
                  <a:lnTo>
                    <a:pt x="239" y="99"/>
                  </a:lnTo>
                  <a:lnTo>
                    <a:pt x="159" y="159"/>
                  </a:lnTo>
                  <a:lnTo>
                    <a:pt x="100" y="238"/>
                  </a:lnTo>
                  <a:lnTo>
                    <a:pt x="40" y="337"/>
                  </a:lnTo>
                  <a:lnTo>
                    <a:pt x="0" y="456"/>
                  </a:lnTo>
                  <a:lnTo>
                    <a:pt x="0" y="556"/>
                  </a:lnTo>
                  <a:lnTo>
                    <a:pt x="0" y="675"/>
                  </a:lnTo>
                  <a:lnTo>
                    <a:pt x="40" y="794"/>
                  </a:lnTo>
                  <a:lnTo>
                    <a:pt x="100" y="873"/>
                  </a:lnTo>
                  <a:lnTo>
                    <a:pt x="159" y="972"/>
                  </a:lnTo>
                  <a:lnTo>
                    <a:pt x="239" y="1032"/>
                  </a:lnTo>
                  <a:lnTo>
                    <a:pt x="338" y="1091"/>
                  </a:lnTo>
                  <a:lnTo>
                    <a:pt x="457" y="1131"/>
                  </a:lnTo>
                  <a:lnTo>
                    <a:pt x="675" y="1131"/>
                  </a:lnTo>
                  <a:lnTo>
                    <a:pt x="794" y="1091"/>
                  </a:lnTo>
                  <a:lnTo>
                    <a:pt x="873" y="1032"/>
                  </a:lnTo>
                  <a:lnTo>
                    <a:pt x="973" y="972"/>
                  </a:lnTo>
                  <a:lnTo>
                    <a:pt x="1032" y="873"/>
                  </a:lnTo>
                  <a:lnTo>
                    <a:pt x="1092" y="794"/>
                  </a:lnTo>
                  <a:lnTo>
                    <a:pt x="1131" y="675"/>
                  </a:lnTo>
                  <a:lnTo>
                    <a:pt x="1131" y="556"/>
                  </a:lnTo>
                  <a:lnTo>
                    <a:pt x="1131" y="456"/>
                  </a:lnTo>
                  <a:lnTo>
                    <a:pt x="1092" y="337"/>
                  </a:lnTo>
                  <a:lnTo>
                    <a:pt x="1032" y="238"/>
                  </a:lnTo>
                  <a:lnTo>
                    <a:pt x="973" y="159"/>
                  </a:lnTo>
                  <a:lnTo>
                    <a:pt x="873" y="99"/>
                  </a:lnTo>
                  <a:lnTo>
                    <a:pt x="794" y="40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4979675" y="355675"/>
              <a:ext cx="26300" cy="26800"/>
            </a:xfrm>
            <a:custGeom>
              <a:avLst/>
              <a:gdLst/>
              <a:ahLst/>
              <a:cxnLst/>
              <a:rect l="l" t="t" r="r" b="b"/>
              <a:pathLst>
                <a:path w="1052" h="1072" extrusionOk="0">
                  <a:moveTo>
                    <a:pt x="516" y="1"/>
                  </a:moveTo>
                  <a:lnTo>
                    <a:pt x="417" y="20"/>
                  </a:lnTo>
                  <a:lnTo>
                    <a:pt x="318" y="40"/>
                  </a:lnTo>
                  <a:lnTo>
                    <a:pt x="218" y="100"/>
                  </a:lnTo>
                  <a:lnTo>
                    <a:pt x="139" y="159"/>
                  </a:lnTo>
                  <a:lnTo>
                    <a:pt x="79" y="239"/>
                  </a:lnTo>
                  <a:lnTo>
                    <a:pt x="40" y="338"/>
                  </a:lnTo>
                  <a:lnTo>
                    <a:pt x="0" y="437"/>
                  </a:lnTo>
                  <a:lnTo>
                    <a:pt x="0" y="536"/>
                  </a:lnTo>
                  <a:lnTo>
                    <a:pt x="0" y="635"/>
                  </a:lnTo>
                  <a:lnTo>
                    <a:pt x="40" y="735"/>
                  </a:lnTo>
                  <a:lnTo>
                    <a:pt x="79" y="834"/>
                  </a:lnTo>
                  <a:lnTo>
                    <a:pt x="139" y="913"/>
                  </a:lnTo>
                  <a:lnTo>
                    <a:pt x="218" y="973"/>
                  </a:lnTo>
                  <a:lnTo>
                    <a:pt x="318" y="1032"/>
                  </a:lnTo>
                  <a:lnTo>
                    <a:pt x="417" y="1052"/>
                  </a:lnTo>
                  <a:lnTo>
                    <a:pt x="516" y="1072"/>
                  </a:lnTo>
                  <a:lnTo>
                    <a:pt x="635" y="1052"/>
                  </a:lnTo>
                  <a:lnTo>
                    <a:pt x="734" y="1032"/>
                  </a:lnTo>
                  <a:lnTo>
                    <a:pt x="814" y="973"/>
                  </a:lnTo>
                  <a:lnTo>
                    <a:pt x="893" y="913"/>
                  </a:lnTo>
                  <a:lnTo>
                    <a:pt x="972" y="834"/>
                  </a:lnTo>
                  <a:lnTo>
                    <a:pt x="1012" y="735"/>
                  </a:lnTo>
                  <a:lnTo>
                    <a:pt x="1052" y="635"/>
                  </a:lnTo>
                  <a:lnTo>
                    <a:pt x="1052" y="536"/>
                  </a:lnTo>
                  <a:lnTo>
                    <a:pt x="1052" y="437"/>
                  </a:lnTo>
                  <a:lnTo>
                    <a:pt x="1012" y="338"/>
                  </a:lnTo>
                  <a:lnTo>
                    <a:pt x="972" y="239"/>
                  </a:lnTo>
                  <a:lnTo>
                    <a:pt x="893" y="159"/>
                  </a:lnTo>
                  <a:lnTo>
                    <a:pt x="814" y="100"/>
                  </a:lnTo>
                  <a:lnTo>
                    <a:pt x="734" y="40"/>
                  </a:lnTo>
                  <a:lnTo>
                    <a:pt x="635" y="20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4980150" y="473725"/>
              <a:ext cx="24850" cy="24825"/>
            </a:xfrm>
            <a:custGeom>
              <a:avLst/>
              <a:gdLst/>
              <a:ahLst/>
              <a:cxnLst/>
              <a:rect l="l" t="t" r="r" b="b"/>
              <a:pathLst>
                <a:path w="994" h="993" extrusionOk="0">
                  <a:moveTo>
                    <a:pt x="398" y="1"/>
                  </a:moveTo>
                  <a:lnTo>
                    <a:pt x="318" y="41"/>
                  </a:lnTo>
                  <a:lnTo>
                    <a:pt x="219" y="80"/>
                  </a:lnTo>
                  <a:lnTo>
                    <a:pt x="160" y="140"/>
                  </a:lnTo>
                  <a:lnTo>
                    <a:pt x="100" y="219"/>
                  </a:lnTo>
                  <a:lnTo>
                    <a:pt x="41" y="299"/>
                  </a:lnTo>
                  <a:lnTo>
                    <a:pt x="21" y="398"/>
                  </a:lnTo>
                  <a:lnTo>
                    <a:pt x="1" y="497"/>
                  </a:lnTo>
                  <a:lnTo>
                    <a:pt x="21" y="596"/>
                  </a:lnTo>
                  <a:lnTo>
                    <a:pt x="41" y="676"/>
                  </a:lnTo>
                  <a:lnTo>
                    <a:pt x="100" y="775"/>
                  </a:lnTo>
                  <a:lnTo>
                    <a:pt x="160" y="834"/>
                  </a:lnTo>
                  <a:lnTo>
                    <a:pt x="219" y="894"/>
                  </a:lnTo>
                  <a:lnTo>
                    <a:pt x="318" y="953"/>
                  </a:lnTo>
                  <a:lnTo>
                    <a:pt x="398" y="973"/>
                  </a:lnTo>
                  <a:lnTo>
                    <a:pt x="497" y="993"/>
                  </a:lnTo>
                  <a:lnTo>
                    <a:pt x="596" y="973"/>
                  </a:lnTo>
                  <a:lnTo>
                    <a:pt x="695" y="953"/>
                  </a:lnTo>
                  <a:lnTo>
                    <a:pt x="775" y="894"/>
                  </a:lnTo>
                  <a:lnTo>
                    <a:pt x="854" y="834"/>
                  </a:lnTo>
                  <a:lnTo>
                    <a:pt x="914" y="775"/>
                  </a:lnTo>
                  <a:lnTo>
                    <a:pt x="953" y="676"/>
                  </a:lnTo>
                  <a:lnTo>
                    <a:pt x="993" y="596"/>
                  </a:lnTo>
                  <a:lnTo>
                    <a:pt x="993" y="497"/>
                  </a:lnTo>
                  <a:lnTo>
                    <a:pt x="993" y="398"/>
                  </a:lnTo>
                  <a:lnTo>
                    <a:pt x="953" y="299"/>
                  </a:lnTo>
                  <a:lnTo>
                    <a:pt x="914" y="219"/>
                  </a:lnTo>
                  <a:lnTo>
                    <a:pt x="854" y="140"/>
                  </a:lnTo>
                  <a:lnTo>
                    <a:pt x="775" y="80"/>
                  </a:lnTo>
                  <a:lnTo>
                    <a:pt x="695" y="41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4981150" y="591300"/>
              <a:ext cx="22850" cy="22850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457" y="0"/>
                  </a:moveTo>
                  <a:lnTo>
                    <a:pt x="378" y="20"/>
                  </a:lnTo>
                  <a:lnTo>
                    <a:pt x="278" y="40"/>
                  </a:lnTo>
                  <a:lnTo>
                    <a:pt x="219" y="80"/>
                  </a:lnTo>
                  <a:lnTo>
                    <a:pt x="140" y="139"/>
                  </a:lnTo>
                  <a:lnTo>
                    <a:pt x="80" y="199"/>
                  </a:lnTo>
                  <a:lnTo>
                    <a:pt x="40" y="278"/>
                  </a:lnTo>
                  <a:lnTo>
                    <a:pt x="20" y="377"/>
                  </a:lnTo>
                  <a:lnTo>
                    <a:pt x="1" y="457"/>
                  </a:lnTo>
                  <a:lnTo>
                    <a:pt x="20" y="556"/>
                  </a:lnTo>
                  <a:lnTo>
                    <a:pt x="40" y="635"/>
                  </a:lnTo>
                  <a:lnTo>
                    <a:pt x="80" y="715"/>
                  </a:lnTo>
                  <a:lnTo>
                    <a:pt x="140" y="794"/>
                  </a:lnTo>
                  <a:lnTo>
                    <a:pt x="219" y="834"/>
                  </a:lnTo>
                  <a:lnTo>
                    <a:pt x="278" y="873"/>
                  </a:lnTo>
                  <a:lnTo>
                    <a:pt x="378" y="913"/>
                  </a:lnTo>
                  <a:lnTo>
                    <a:pt x="556" y="913"/>
                  </a:lnTo>
                  <a:lnTo>
                    <a:pt x="636" y="873"/>
                  </a:lnTo>
                  <a:lnTo>
                    <a:pt x="715" y="834"/>
                  </a:lnTo>
                  <a:lnTo>
                    <a:pt x="794" y="794"/>
                  </a:lnTo>
                  <a:lnTo>
                    <a:pt x="834" y="715"/>
                  </a:lnTo>
                  <a:lnTo>
                    <a:pt x="893" y="635"/>
                  </a:lnTo>
                  <a:lnTo>
                    <a:pt x="913" y="556"/>
                  </a:lnTo>
                  <a:lnTo>
                    <a:pt x="913" y="457"/>
                  </a:lnTo>
                  <a:lnTo>
                    <a:pt x="913" y="377"/>
                  </a:lnTo>
                  <a:lnTo>
                    <a:pt x="893" y="278"/>
                  </a:lnTo>
                  <a:lnTo>
                    <a:pt x="834" y="199"/>
                  </a:lnTo>
                  <a:lnTo>
                    <a:pt x="794" y="139"/>
                  </a:lnTo>
                  <a:lnTo>
                    <a:pt x="715" y="80"/>
                  </a:lnTo>
                  <a:lnTo>
                    <a:pt x="636" y="40"/>
                  </a:lnTo>
                  <a:lnTo>
                    <a:pt x="55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4982150" y="709350"/>
              <a:ext cx="20850" cy="20875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338" y="1"/>
                  </a:moveTo>
                  <a:lnTo>
                    <a:pt x="258" y="21"/>
                  </a:lnTo>
                  <a:lnTo>
                    <a:pt x="199" y="60"/>
                  </a:lnTo>
                  <a:lnTo>
                    <a:pt x="119" y="120"/>
                  </a:lnTo>
                  <a:lnTo>
                    <a:pt x="80" y="179"/>
                  </a:lnTo>
                  <a:lnTo>
                    <a:pt x="40" y="259"/>
                  </a:lnTo>
                  <a:lnTo>
                    <a:pt x="20" y="338"/>
                  </a:lnTo>
                  <a:lnTo>
                    <a:pt x="0" y="417"/>
                  </a:lnTo>
                  <a:lnTo>
                    <a:pt x="20" y="497"/>
                  </a:lnTo>
                  <a:lnTo>
                    <a:pt x="40" y="576"/>
                  </a:lnTo>
                  <a:lnTo>
                    <a:pt x="80" y="656"/>
                  </a:lnTo>
                  <a:lnTo>
                    <a:pt x="119" y="715"/>
                  </a:lnTo>
                  <a:lnTo>
                    <a:pt x="199" y="755"/>
                  </a:lnTo>
                  <a:lnTo>
                    <a:pt x="258" y="794"/>
                  </a:lnTo>
                  <a:lnTo>
                    <a:pt x="338" y="834"/>
                  </a:lnTo>
                  <a:lnTo>
                    <a:pt x="516" y="834"/>
                  </a:lnTo>
                  <a:lnTo>
                    <a:pt x="596" y="794"/>
                  </a:lnTo>
                  <a:lnTo>
                    <a:pt x="655" y="755"/>
                  </a:lnTo>
                  <a:lnTo>
                    <a:pt x="715" y="715"/>
                  </a:lnTo>
                  <a:lnTo>
                    <a:pt x="774" y="656"/>
                  </a:lnTo>
                  <a:lnTo>
                    <a:pt x="814" y="576"/>
                  </a:lnTo>
                  <a:lnTo>
                    <a:pt x="834" y="497"/>
                  </a:lnTo>
                  <a:lnTo>
                    <a:pt x="834" y="417"/>
                  </a:lnTo>
                  <a:lnTo>
                    <a:pt x="834" y="338"/>
                  </a:lnTo>
                  <a:lnTo>
                    <a:pt x="814" y="259"/>
                  </a:lnTo>
                  <a:lnTo>
                    <a:pt x="774" y="179"/>
                  </a:lnTo>
                  <a:lnTo>
                    <a:pt x="715" y="120"/>
                  </a:lnTo>
                  <a:lnTo>
                    <a:pt x="655" y="60"/>
                  </a:lnTo>
                  <a:lnTo>
                    <a:pt x="596" y="21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4983125" y="826925"/>
              <a:ext cx="19375" cy="19375"/>
            </a:xfrm>
            <a:custGeom>
              <a:avLst/>
              <a:gdLst/>
              <a:ahLst/>
              <a:cxnLst/>
              <a:rect l="l" t="t" r="r" b="b"/>
              <a:pathLst>
                <a:path w="775" h="775" extrusionOk="0">
                  <a:moveTo>
                    <a:pt x="378" y="0"/>
                  </a:moveTo>
                  <a:lnTo>
                    <a:pt x="318" y="20"/>
                  </a:lnTo>
                  <a:lnTo>
                    <a:pt x="239" y="40"/>
                  </a:lnTo>
                  <a:lnTo>
                    <a:pt x="180" y="80"/>
                  </a:lnTo>
                  <a:lnTo>
                    <a:pt x="120" y="119"/>
                  </a:lnTo>
                  <a:lnTo>
                    <a:pt x="61" y="179"/>
                  </a:lnTo>
                  <a:lnTo>
                    <a:pt x="41" y="238"/>
                  </a:lnTo>
                  <a:lnTo>
                    <a:pt x="21" y="318"/>
                  </a:lnTo>
                  <a:lnTo>
                    <a:pt x="1" y="397"/>
                  </a:lnTo>
                  <a:lnTo>
                    <a:pt x="21" y="457"/>
                  </a:lnTo>
                  <a:lnTo>
                    <a:pt x="41" y="536"/>
                  </a:lnTo>
                  <a:lnTo>
                    <a:pt x="61" y="596"/>
                  </a:lnTo>
                  <a:lnTo>
                    <a:pt x="120" y="655"/>
                  </a:lnTo>
                  <a:lnTo>
                    <a:pt x="180" y="695"/>
                  </a:lnTo>
                  <a:lnTo>
                    <a:pt x="239" y="734"/>
                  </a:lnTo>
                  <a:lnTo>
                    <a:pt x="318" y="754"/>
                  </a:lnTo>
                  <a:lnTo>
                    <a:pt x="378" y="774"/>
                  </a:lnTo>
                  <a:lnTo>
                    <a:pt x="457" y="754"/>
                  </a:lnTo>
                  <a:lnTo>
                    <a:pt x="537" y="734"/>
                  </a:lnTo>
                  <a:lnTo>
                    <a:pt x="596" y="695"/>
                  </a:lnTo>
                  <a:lnTo>
                    <a:pt x="656" y="655"/>
                  </a:lnTo>
                  <a:lnTo>
                    <a:pt x="695" y="596"/>
                  </a:lnTo>
                  <a:lnTo>
                    <a:pt x="735" y="536"/>
                  </a:lnTo>
                  <a:lnTo>
                    <a:pt x="755" y="457"/>
                  </a:lnTo>
                  <a:lnTo>
                    <a:pt x="775" y="397"/>
                  </a:lnTo>
                  <a:lnTo>
                    <a:pt x="755" y="318"/>
                  </a:lnTo>
                  <a:lnTo>
                    <a:pt x="735" y="238"/>
                  </a:lnTo>
                  <a:lnTo>
                    <a:pt x="695" y="179"/>
                  </a:lnTo>
                  <a:lnTo>
                    <a:pt x="656" y="119"/>
                  </a:lnTo>
                  <a:lnTo>
                    <a:pt x="596" y="80"/>
                  </a:lnTo>
                  <a:lnTo>
                    <a:pt x="537" y="40"/>
                  </a:lnTo>
                  <a:lnTo>
                    <a:pt x="457" y="20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4984125" y="944975"/>
              <a:ext cx="17400" cy="16900"/>
            </a:xfrm>
            <a:custGeom>
              <a:avLst/>
              <a:gdLst/>
              <a:ahLst/>
              <a:cxnLst/>
              <a:rect l="l" t="t" r="r" b="b"/>
              <a:pathLst>
                <a:path w="696" h="676" extrusionOk="0">
                  <a:moveTo>
                    <a:pt x="278" y="1"/>
                  </a:moveTo>
                  <a:lnTo>
                    <a:pt x="219" y="21"/>
                  </a:lnTo>
                  <a:lnTo>
                    <a:pt x="159" y="60"/>
                  </a:lnTo>
                  <a:lnTo>
                    <a:pt x="100" y="100"/>
                  </a:lnTo>
                  <a:lnTo>
                    <a:pt x="60" y="159"/>
                  </a:lnTo>
                  <a:lnTo>
                    <a:pt x="21" y="199"/>
                  </a:lnTo>
                  <a:lnTo>
                    <a:pt x="1" y="278"/>
                  </a:lnTo>
                  <a:lnTo>
                    <a:pt x="1" y="338"/>
                  </a:lnTo>
                  <a:lnTo>
                    <a:pt x="1" y="417"/>
                  </a:lnTo>
                  <a:lnTo>
                    <a:pt x="21" y="477"/>
                  </a:lnTo>
                  <a:lnTo>
                    <a:pt x="60" y="536"/>
                  </a:lnTo>
                  <a:lnTo>
                    <a:pt x="100" y="576"/>
                  </a:lnTo>
                  <a:lnTo>
                    <a:pt x="159" y="616"/>
                  </a:lnTo>
                  <a:lnTo>
                    <a:pt x="219" y="655"/>
                  </a:lnTo>
                  <a:lnTo>
                    <a:pt x="278" y="675"/>
                  </a:lnTo>
                  <a:lnTo>
                    <a:pt x="417" y="675"/>
                  </a:lnTo>
                  <a:lnTo>
                    <a:pt x="477" y="655"/>
                  </a:lnTo>
                  <a:lnTo>
                    <a:pt x="536" y="616"/>
                  </a:lnTo>
                  <a:lnTo>
                    <a:pt x="596" y="576"/>
                  </a:lnTo>
                  <a:lnTo>
                    <a:pt x="636" y="536"/>
                  </a:lnTo>
                  <a:lnTo>
                    <a:pt x="655" y="477"/>
                  </a:lnTo>
                  <a:lnTo>
                    <a:pt x="675" y="417"/>
                  </a:lnTo>
                  <a:lnTo>
                    <a:pt x="695" y="338"/>
                  </a:lnTo>
                  <a:lnTo>
                    <a:pt x="675" y="278"/>
                  </a:lnTo>
                  <a:lnTo>
                    <a:pt x="655" y="199"/>
                  </a:lnTo>
                  <a:lnTo>
                    <a:pt x="636" y="159"/>
                  </a:lnTo>
                  <a:lnTo>
                    <a:pt x="596" y="100"/>
                  </a:lnTo>
                  <a:lnTo>
                    <a:pt x="536" y="60"/>
                  </a:lnTo>
                  <a:lnTo>
                    <a:pt x="477" y="21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4985125" y="1062550"/>
              <a:ext cx="15400" cy="15400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298" y="0"/>
                  </a:moveTo>
                  <a:lnTo>
                    <a:pt x="238" y="20"/>
                  </a:lnTo>
                  <a:lnTo>
                    <a:pt x="179" y="40"/>
                  </a:lnTo>
                  <a:lnTo>
                    <a:pt x="100" y="99"/>
                  </a:lnTo>
                  <a:lnTo>
                    <a:pt x="20" y="199"/>
                  </a:lnTo>
                  <a:lnTo>
                    <a:pt x="0" y="258"/>
                  </a:lnTo>
                  <a:lnTo>
                    <a:pt x="0" y="318"/>
                  </a:lnTo>
                  <a:lnTo>
                    <a:pt x="0" y="377"/>
                  </a:lnTo>
                  <a:lnTo>
                    <a:pt x="20" y="437"/>
                  </a:lnTo>
                  <a:lnTo>
                    <a:pt x="100" y="536"/>
                  </a:lnTo>
                  <a:lnTo>
                    <a:pt x="179" y="595"/>
                  </a:lnTo>
                  <a:lnTo>
                    <a:pt x="238" y="615"/>
                  </a:lnTo>
                  <a:lnTo>
                    <a:pt x="357" y="615"/>
                  </a:lnTo>
                  <a:lnTo>
                    <a:pt x="417" y="595"/>
                  </a:lnTo>
                  <a:lnTo>
                    <a:pt x="516" y="536"/>
                  </a:lnTo>
                  <a:lnTo>
                    <a:pt x="576" y="437"/>
                  </a:lnTo>
                  <a:lnTo>
                    <a:pt x="596" y="377"/>
                  </a:lnTo>
                  <a:lnTo>
                    <a:pt x="615" y="318"/>
                  </a:lnTo>
                  <a:lnTo>
                    <a:pt x="596" y="258"/>
                  </a:lnTo>
                  <a:lnTo>
                    <a:pt x="576" y="199"/>
                  </a:lnTo>
                  <a:lnTo>
                    <a:pt x="516" y="99"/>
                  </a:lnTo>
                  <a:lnTo>
                    <a:pt x="417" y="40"/>
                  </a:lnTo>
                  <a:lnTo>
                    <a:pt x="357" y="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4986125" y="1180600"/>
              <a:ext cx="13400" cy="13425"/>
            </a:xfrm>
            <a:custGeom>
              <a:avLst/>
              <a:gdLst/>
              <a:ahLst/>
              <a:cxnLst/>
              <a:rect l="l" t="t" r="r" b="b"/>
              <a:pathLst>
                <a:path w="536" h="537" extrusionOk="0">
                  <a:moveTo>
                    <a:pt x="258" y="1"/>
                  </a:moveTo>
                  <a:lnTo>
                    <a:pt x="159" y="20"/>
                  </a:lnTo>
                  <a:lnTo>
                    <a:pt x="79" y="80"/>
                  </a:lnTo>
                  <a:lnTo>
                    <a:pt x="20" y="159"/>
                  </a:lnTo>
                  <a:lnTo>
                    <a:pt x="0" y="259"/>
                  </a:lnTo>
                  <a:lnTo>
                    <a:pt x="20" y="378"/>
                  </a:lnTo>
                  <a:lnTo>
                    <a:pt x="79" y="457"/>
                  </a:lnTo>
                  <a:lnTo>
                    <a:pt x="159" y="516"/>
                  </a:lnTo>
                  <a:lnTo>
                    <a:pt x="258" y="536"/>
                  </a:lnTo>
                  <a:lnTo>
                    <a:pt x="377" y="516"/>
                  </a:lnTo>
                  <a:lnTo>
                    <a:pt x="456" y="457"/>
                  </a:lnTo>
                  <a:lnTo>
                    <a:pt x="516" y="378"/>
                  </a:lnTo>
                  <a:lnTo>
                    <a:pt x="536" y="259"/>
                  </a:lnTo>
                  <a:lnTo>
                    <a:pt x="516" y="159"/>
                  </a:lnTo>
                  <a:lnTo>
                    <a:pt x="456" y="80"/>
                  </a:lnTo>
                  <a:lnTo>
                    <a:pt x="377" y="2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4987100" y="1298650"/>
              <a:ext cx="11450" cy="10950"/>
            </a:xfrm>
            <a:custGeom>
              <a:avLst/>
              <a:gdLst/>
              <a:ahLst/>
              <a:cxnLst/>
              <a:rect l="l" t="t" r="r" b="b"/>
              <a:pathLst>
                <a:path w="458" h="438" extrusionOk="0">
                  <a:moveTo>
                    <a:pt x="140" y="1"/>
                  </a:moveTo>
                  <a:lnTo>
                    <a:pt x="60" y="60"/>
                  </a:lnTo>
                  <a:lnTo>
                    <a:pt x="21" y="140"/>
                  </a:lnTo>
                  <a:lnTo>
                    <a:pt x="1" y="219"/>
                  </a:lnTo>
                  <a:lnTo>
                    <a:pt x="21" y="299"/>
                  </a:lnTo>
                  <a:lnTo>
                    <a:pt x="60" y="378"/>
                  </a:lnTo>
                  <a:lnTo>
                    <a:pt x="140" y="437"/>
                  </a:lnTo>
                  <a:lnTo>
                    <a:pt x="318" y="437"/>
                  </a:lnTo>
                  <a:lnTo>
                    <a:pt x="378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78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4988100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99"/>
                  </a:lnTo>
                  <a:lnTo>
                    <a:pt x="20" y="258"/>
                  </a:lnTo>
                  <a:lnTo>
                    <a:pt x="60" y="318"/>
                  </a:lnTo>
                  <a:lnTo>
                    <a:pt x="119" y="358"/>
                  </a:lnTo>
                  <a:lnTo>
                    <a:pt x="179" y="377"/>
                  </a:lnTo>
                  <a:lnTo>
                    <a:pt x="258" y="358"/>
                  </a:lnTo>
                  <a:lnTo>
                    <a:pt x="318" y="318"/>
                  </a:lnTo>
                  <a:lnTo>
                    <a:pt x="358" y="258"/>
                  </a:lnTo>
                  <a:lnTo>
                    <a:pt x="377" y="199"/>
                  </a:lnTo>
                  <a:lnTo>
                    <a:pt x="358" y="119"/>
                  </a:lnTo>
                  <a:lnTo>
                    <a:pt x="318" y="60"/>
                  </a:lnTo>
                  <a:lnTo>
                    <a:pt x="258" y="2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4989100" y="1534275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79" y="1"/>
                  </a:moveTo>
                  <a:lnTo>
                    <a:pt x="40" y="40"/>
                  </a:lnTo>
                  <a:lnTo>
                    <a:pt x="0" y="80"/>
                  </a:lnTo>
                  <a:lnTo>
                    <a:pt x="0" y="140"/>
                  </a:lnTo>
                  <a:lnTo>
                    <a:pt x="0" y="199"/>
                  </a:lnTo>
                  <a:lnTo>
                    <a:pt x="40" y="259"/>
                  </a:lnTo>
                  <a:lnTo>
                    <a:pt x="79" y="279"/>
                  </a:lnTo>
                  <a:lnTo>
                    <a:pt x="139" y="298"/>
                  </a:lnTo>
                  <a:lnTo>
                    <a:pt x="198" y="279"/>
                  </a:lnTo>
                  <a:lnTo>
                    <a:pt x="258" y="259"/>
                  </a:lnTo>
                  <a:lnTo>
                    <a:pt x="278" y="199"/>
                  </a:lnTo>
                  <a:lnTo>
                    <a:pt x="298" y="140"/>
                  </a:lnTo>
                  <a:lnTo>
                    <a:pt x="278" y="80"/>
                  </a:lnTo>
                  <a:lnTo>
                    <a:pt x="258" y="40"/>
                  </a:lnTo>
                  <a:lnTo>
                    <a:pt x="1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4990075" y="1651850"/>
              <a:ext cx="5500" cy="5975"/>
            </a:xfrm>
            <a:custGeom>
              <a:avLst/>
              <a:gdLst/>
              <a:ahLst/>
              <a:cxnLst/>
              <a:rect l="l" t="t" r="r" b="b"/>
              <a:pathLst>
                <a:path w="220" h="239" extrusionOk="0">
                  <a:moveTo>
                    <a:pt x="100" y="0"/>
                  </a:moveTo>
                  <a:lnTo>
                    <a:pt x="60" y="20"/>
                  </a:lnTo>
                  <a:lnTo>
                    <a:pt x="21" y="40"/>
                  </a:lnTo>
                  <a:lnTo>
                    <a:pt x="1" y="80"/>
                  </a:lnTo>
                  <a:lnTo>
                    <a:pt x="1" y="119"/>
                  </a:lnTo>
                  <a:lnTo>
                    <a:pt x="1" y="159"/>
                  </a:lnTo>
                  <a:lnTo>
                    <a:pt x="21" y="199"/>
                  </a:lnTo>
                  <a:lnTo>
                    <a:pt x="60" y="219"/>
                  </a:lnTo>
                  <a:lnTo>
                    <a:pt x="100" y="238"/>
                  </a:lnTo>
                  <a:lnTo>
                    <a:pt x="159" y="219"/>
                  </a:lnTo>
                  <a:lnTo>
                    <a:pt x="179" y="199"/>
                  </a:lnTo>
                  <a:lnTo>
                    <a:pt x="219" y="159"/>
                  </a:lnTo>
                  <a:lnTo>
                    <a:pt x="219" y="119"/>
                  </a:lnTo>
                  <a:lnTo>
                    <a:pt x="219" y="80"/>
                  </a:lnTo>
                  <a:lnTo>
                    <a:pt x="179" y="40"/>
                  </a:lnTo>
                  <a:lnTo>
                    <a:pt x="159" y="20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4991075" y="1769900"/>
              <a:ext cx="3500" cy="3500"/>
            </a:xfrm>
            <a:custGeom>
              <a:avLst/>
              <a:gdLst/>
              <a:ahLst/>
              <a:cxnLst/>
              <a:rect l="l" t="t" r="r" b="b"/>
              <a:pathLst>
                <a:path w="140" h="140" extrusionOk="0">
                  <a:moveTo>
                    <a:pt x="40" y="1"/>
                  </a:moveTo>
                  <a:lnTo>
                    <a:pt x="20" y="21"/>
                  </a:lnTo>
                  <a:lnTo>
                    <a:pt x="0" y="40"/>
                  </a:lnTo>
                  <a:lnTo>
                    <a:pt x="0" y="80"/>
                  </a:lnTo>
                  <a:lnTo>
                    <a:pt x="0" y="100"/>
                  </a:lnTo>
                  <a:lnTo>
                    <a:pt x="20" y="120"/>
                  </a:lnTo>
                  <a:lnTo>
                    <a:pt x="40" y="140"/>
                  </a:lnTo>
                  <a:lnTo>
                    <a:pt x="100" y="140"/>
                  </a:lnTo>
                  <a:lnTo>
                    <a:pt x="119" y="120"/>
                  </a:lnTo>
                  <a:lnTo>
                    <a:pt x="139" y="100"/>
                  </a:lnTo>
                  <a:lnTo>
                    <a:pt x="139" y="80"/>
                  </a:lnTo>
                  <a:lnTo>
                    <a:pt x="139" y="40"/>
                  </a:lnTo>
                  <a:lnTo>
                    <a:pt x="119" y="21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4991575" y="1887475"/>
              <a:ext cx="2000" cy="2000"/>
            </a:xfrm>
            <a:custGeom>
              <a:avLst/>
              <a:gdLst/>
              <a:ahLst/>
              <a:cxnLst/>
              <a:rect l="l" t="t" r="r" b="b"/>
              <a:pathLst>
                <a:path w="80" h="80" extrusionOk="0">
                  <a:moveTo>
                    <a:pt x="40" y="0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20" y="60"/>
                  </a:lnTo>
                  <a:lnTo>
                    <a:pt x="40" y="80"/>
                  </a:lnTo>
                  <a:lnTo>
                    <a:pt x="80" y="60"/>
                  </a:lnTo>
                  <a:lnTo>
                    <a:pt x="80" y="40"/>
                  </a:lnTo>
                  <a:lnTo>
                    <a:pt x="8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499255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499255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5081850" y="238125"/>
              <a:ext cx="28300" cy="28275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437" y="0"/>
                  </a:moveTo>
                  <a:lnTo>
                    <a:pt x="338" y="40"/>
                  </a:lnTo>
                  <a:lnTo>
                    <a:pt x="239" y="99"/>
                  </a:lnTo>
                  <a:lnTo>
                    <a:pt x="159" y="159"/>
                  </a:lnTo>
                  <a:lnTo>
                    <a:pt x="80" y="238"/>
                  </a:lnTo>
                  <a:lnTo>
                    <a:pt x="40" y="337"/>
                  </a:lnTo>
                  <a:lnTo>
                    <a:pt x="1" y="456"/>
                  </a:lnTo>
                  <a:lnTo>
                    <a:pt x="1" y="556"/>
                  </a:lnTo>
                  <a:lnTo>
                    <a:pt x="1" y="675"/>
                  </a:lnTo>
                  <a:lnTo>
                    <a:pt x="40" y="794"/>
                  </a:lnTo>
                  <a:lnTo>
                    <a:pt x="80" y="873"/>
                  </a:lnTo>
                  <a:lnTo>
                    <a:pt x="159" y="972"/>
                  </a:lnTo>
                  <a:lnTo>
                    <a:pt x="239" y="1032"/>
                  </a:lnTo>
                  <a:lnTo>
                    <a:pt x="338" y="1091"/>
                  </a:lnTo>
                  <a:lnTo>
                    <a:pt x="437" y="1131"/>
                  </a:lnTo>
                  <a:lnTo>
                    <a:pt x="675" y="1131"/>
                  </a:lnTo>
                  <a:lnTo>
                    <a:pt x="774" y="1091"/>
                  </a:lnTo>
                  <a:lnTo>
                    <a:pt x="874" y="1032"/>
                  </a:lnTo>
                  <a:lnTo>
                    <a:pt x="973" y="972"/>
                  </a:lnTo>
                  <a:lnTo>
                    <a:pt x="1032" y="873"/>
                  </a:lnTo>
                  <a:lnTo>
                    <a:pt x="1092" y="794"/>
                  </a:lnTo>
                  <a:lnTo>
                    <a:pt x="1112" y="675"/>
                  </a:lnTo>
                  <a:lnTo>
                    <a:pt x="1131" y="556"/>
                  </a:lnTo>
                  <a:lnTo>
                    <a:pt x="1112" y="456"/>
                  </a:lnTo>
                  <a:lnTo>
                    <a:pt x="1092" y="337"/>
                  </a:lnTo>
                  <a:lnTo>
                    <a:pt x="1032" y="238"/>
                  </a:lnTo>
                  <a:lnTo>
                    <a:pt x="973" y="159"/>
                  </a:lnTo>
                  <a:lnTo>
                    <a:pt x="874" y="99"/>
                  </a:lnTo>
                  <a:lnTo>
                    <a:pt x="774" y="40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5082350" y="355675"/>
              <a:ext cx="26800" cy="26800"/>
            </a:xfrm>
            <a:custGeom>
              <a:avLst/>
              <a:gdLst/>
              <a:ahLst/>
              <a:cxnLst/>
              <a:rect l="l" t="t" r="r" b="b"/>
              <a:pathLst>
                <a:path w="1072" h="1072" extrusionOk="0">
                  <a:moveTo>
                    <a:pt x="536" y="1"/>
                  </a:moveTo>
                  <a:lnTo>
                    <a:pt x="437" y="20"/>
                  </a:lnTo>
                  <a:lnTo>
                    <a:pt x="338" y="40"/>
                  </a:lnTo>
                  <a:lnTo>
                    <a:pt x="238" y="100"/>
                  </a:lnTo>
                  <a:lnTo>
                    <a:pt x="159" y="159"/>
                  </a:lnTo>
                  <a:lnTo>
                    <a:pt x="100" y="239"/>
                  </a:lnTo>
                  <a:lnTo>
                    <a:pt x="60" y="338"/>
                  </a:lnTo>
                  <a:lnTo>
                    <a:pt x="20" y="437"/>
                  </a:lnTo>
                  <a:lnTo>
                    <a:pt x="0" y="536"/>
                  </a:lnTo>
                  <a:lnTo>
                    <a:pt x="20" y="635"/>
                  </a:lnTo>
                  <a:lnTo>
                    <a:pt x="60" y="735"/>
                  </a:lnTo>
                  <a:lnTo>
                    <a:pt x="100" y="834"/>
                  </a:lnTo>
                  <a:lnTo>
                    <a:pt x="159" y="913"/>
                  </a:lnTo>
                  <a:lnTo>
                    <a:pt x="238" y="973"/>
                  </a:lnTo>
                  <a:lnTo>
                    <a:pt x="338" y="1032"/>
                  </a:lnTo>
                  <a:lnTo>
                    <a:pt x="437" y="1052"/>
                  </a:lnTo>
                  <a:lnTo>
                    <a:pt x="536" y="1072"/>
                  </a:lnTo>
                  <a:lnTo>
                    <a:pt x="655" y="1052"/>
                  </a:lnTo>
                  <a:lnTo>
                    <a:pt x="754" y="1032"/>
                  </a:lnTo>
                  <a:lnTo>
                    <a:pt x="834" y="973"/>
                  </a:lnTo>
                  <a:lnTo>
                    <a:pt x="913" y="913"/>
                  </a:lnTo>
                  <a:lnTo>
                    <a:pt x="973" y="834"/>
                  </a:lnTo>
                  <a:lnTo>
                    <a:pt x="1032" y="735"/>
                  </a:lnTo>
                  <a:lnTo>
                    <a:pt x="1072" y="635"/>
                  </a:lnTo>
                  <a:lnTo>
                    <a:pt x="1072" y="536"/>
                  </a:lnTo>
                  <a:lnTo>
                    <a:pt x="1072" y="437"/>
                  </a:lnTo>
                  <a:lnTo>
                    <a:pt x="1032" y="338"/>
                  </a:lnTo>
                  <a:lnTo>
                    <a:pt x="973" y="239"/>
                  </a:lnTo>
                  <a:lnTo>
                    <a:pt x="913" y="159"/>
                  </a:lnTo>
                  <a:lnTo>
                    <a:pt x="834" y="100"/>
                  </a:lnTo>
                  <a:lnTo>
                    <a:pt x="754" y="40"/>
                  </a:lnTo>
                  <a:lnTo>
                    <a:pt x="655" y="20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5083350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318" y="41"/>
                  </a:lnTo>
                  <a:lnTo>
                    <a:pt x="218" y="80"/>
                  </a:lnTo>
                  <a:lnTo>
                    <a:pt x="159" y="140"/>
                  </a:lnTo>
                  <a:lnTo>
                    <a:pt x="99" y="219"/>
                  </a:lnTo>
                  <a:lnTo>
                    <a:pt x="40" y="299"/>
                  </a:lnTo>
                  <a:lnTo>
                    <a:pt x="20" y="398"/>
                  </a:lnTo>
                  <a:lnTo>
                    <a:pt x="0" y="497"/>
                  </a:lnTo>
                  <a:lnTo>
                    <a:pt x="20" y="596"/>
                  </a:lnTo>
                  <a:lnTo>
                    <a:pt x="40" y="676"/>
                  </a:lnTo>
                  <a:lnTo>
                    <a:pt x="99" y="775"/>
                  </a:lnTo>
                  <a:lnTo>
                    <a:pt x="159" y="834"/>
                  </a:lnTo>
                  <a:lnTo>
                    <a:pt x="218" y="894"/>
                  </a:lnTo>
                  <a:lnTo>
                    <a:pt x="318" y="953"/>
                  </a:lnTo>
                  <a:lnTo>
                    <a:pt x="397" y="973"/>
                  </a:lnTo>
                  <a:lnTo>
                    <a:pt x="496" y="993"/>
                  </a:lnTo>
                  <a:lnTo>
                    <a:pt x="595" y="973"/>
                  </a:lnTo>
                  <a:lnTo>
                    <a:pt x="694" y="953"/>
                  </a:lnTo>
                  <a:lnTo>
                    <a:pt x="774" y="894"/>
                  </a:lnTo>
                  <a:lnTo>
                    <a:pt x="853" y="834"/>
                  </a:lnTo>
                  <a:lnTo>
                    <a:pt x="913" y="775"/>
                  </a:lnTo>
                  <a:lnTo>
                    <a:pt x="952" y="676"/>
                  </a:lnTo>
                  <a:lnTo>
                    <a:pt x="992" y="596"/>
                  </a:lnTo>
                  <a:lnTo>
                    <a:pt x="992" y="497"/>
                  </a:lnTo>
                  <a:lnTo>
                    <a:pt x="992" y="398"/>
                  </a:lnTo>
                  <a:lnTo>
                    <a:pt x="952" y="299"/>
                  </a:lnTo>
                  <a:lnTo>
                    <a:pt x="913" y="219"/>
                  </a:lnTo>
                  <a:lnTo>
                    <a:pt x="853" y="140"/>
                  </a:lnTo>
                  <a:lnTo>
                    <a:pt x="774" y="80"/>
                  </a:lnTo>
                  <a:lnTo>
                    <a:pt x="694" y="41"/>
                  </a:lnTo>
                  <a:lnTo>
                    <a:pt x="5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5084325" y="591300"/>
              <a:ext cx="22850" cy="22850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457" y="0"/>
                  </a:moveTo>
                  <a:lnTo>
                    <a:pt x="378" y="20"/>
                  </a:lnTo>
                  <a:lnTo>
                    <a:pt x="279" y="40"/>
                  </a:lnTo>
                  <a:lnTo>
                    <a:pt x="199" y="80"/>
                  </a:lnTo>
                  <a:lnTo>
                    <a:pt x="140" y="139"/>
                  </a:lnTo>
                  <a:lnTo>
                    <a:pt x="80" y="199"/>
                  </a:lnTo>
                  <a:lnTo>
                    <a:pt x="40" y="278"/>
                  </a:lnTo>
                  <a:lnTo>
                    <a:pt x="21" y="377"/>
                  </a:lnTo>
                  <a:lnTo>
                    <a:pt x="1" y="457"/>
                  </a:lnTo>
                  <a:lnTo>
                    <a:pt x="21" y="556"/>
                  </a:lnTo>
                  <a:lnTo>
                    <a:pt x="40" y="635"/>
                  </a:lnTo>
                  <a:lnTo>
                    <a:pt x="80" y="715"/>
                  </a:lnTo>
                  <a:lnTo>
                    <a:pt x="140" y="794"/>
                  </a:lnTo>
                  <a:lnTo>
                    <a:pt x="199" y="834"/>
                  </a:lnTo>
                  <a:lnTo>
                    <a:pt x="279" y="873"/>
                  </a:lnTo>
                  <a:lnTo>
                    <a:pt x="378" y="913"/>
                  </a:lnTo>
                  <a:lnTo>
                    <a:pt x="556" y="913"/>
                  </a:lnTo>
                  <a:lnTo>
                    <a:pt x="636" y="873"/>
                  </a:lnTo>
                  <a:lnTo>
                    <a:pt x="715" y="834"/>
                  </a:lnTo>
                  <a:lnTo>
                    <a:pt x="794" y="794"/>
                  </a:lnTo>
                  <a:lnTo>
                    <a:pt x="834" y="715"/>
                  </a:lnTo>
                  <a:lnTo>
                    <a:pt x="874" y="635"/>
                  </a:lnTo>
                  <a:lnTo>
                    <a:pt x="913" y="556"/>
                  </a:lnTo>
                  <a:lnTo>
                    <a:pt x="913" y="457"/>
                  </a:lnTo>
                  <a:lnTo>
                    <a:pt x="913" y="377"/>
                  </a:lnTo>
                  <a:lnTo>
                    <a:pt x="874" y="278"/>
                  </a:lnTo>
                  <a:lnTo>
                    <a:pt x="834" y="199"/>
                  </a:lnTo>
                  <a:lnTo>
                    <a:pt x="794" y="139"/>
                  </a:lnTo>
                  <a:lnTo>
                    <a:pt x="715" y="80"/>
                  </a:lnTo>
                  <a:lnTo>
                    <a:pt x="636" y="40"/>
                  </a:lnTo>
                  <a:lnTo>
                    <a:pt x="55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5085325" y="709350"/>
              <a:ext cx="20850" cy="20875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338" y="1"/>
                  </a:moveTo>
                  <a:lnTo>
                    <a:pt x="258" y="21"/>
                  </a:lnTo>
                  <a:lnTo>
                    <a:pt x="179" y="60"/>
                  </a:lnTo>
                  <a:lnTo>
                    <a:pt x="119" y="120"/>
                  </a:lnTo>
                  <a:lnTo>
                    <a:pt x="80" y="179"/>
                  </a:lnTo>
                  <a:lnTo>
                    <a:pt x="40" y="259"/>
                  </a:lnTo>
                  <a:lnTo>
                    <a:pt x="20" y="338"/>
                  </a:lnTo>
                  <a:lnTo>
                    <a:pt x="0" y="417"/>
                  </a:lnTo>
                  <a:lnTo>
                    <a:pt x="20" y="497"/>
                  </a:lnTo>
                  <a:lnTo>
                    <a:pt x="40" y="576"/>
                  </a:lnTo>
                  <a:lnTo>
                    <a:pt x="80" y="656"/>
                  </a:lnTo>
                  <a:lnTo>
                    <a:pt x="119" y="715"/>
                  </a:lnTo>
                  <a:lnTo>
                    <a:pt x="179" y="755"/>
                  </a:lnTo>
                  <a:lnTo>
                    <a:pt x="258" y="794"/>
                  </a:lnTo>
                  <a:lnTo>
                    <a:pt x="338" y="834"/>
                  </a:lnTo>
                  <a:lnTo>
                    <a:pt x="516" y="834"/>
                  </a:lnTo>
                  <a:lnTo>
                    <a:pt x="576" y="794"/>
                  </a:lnTo>
                  <a:lnTo>
                    <a:pt x="655" y="755"/>
                  </a:lnTo>
                  <a:lnTo>
                    <a:pt x="715" y="715"/>
                  </a:lnTo>
                  <a:lnTo>
                    <a:pt x="774" y="656"/>
                  </a:lnTo>
                  <a:lnTo>
                    <a:pt x="814" y="576"/>
                  </a:lnTo>
                  <a:lnTo>
                    <a:pt x="834" y="497"/>
                  </a:lnTo>
                  <a:lnTo>
                    <a:pt x="834" y="417"/>
                  </a:lnTo>
                  <a:lnTo>
                    <a:pt x="834" y="338"/>
                  </a:lnTo>
                  <a:lnTo>
                    <a:pt x="814" y="259"/>
                  </a:lnTo>
                  <a:lnTo>
                    <a:pt x="774" y="179"/>
                  </a:lnTo>
                  <a:lnTo>
                    <a:pt x="715" y="120"/>
                  </a:lnTo>
                  <a:lnTo>
                    <a:pt x="655" y="60"/>
                  </a:lnTo>
                  <a:lnTo>
                    <a:pt x="576" y="21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5086325" y="826925"/>
              <a:ext cx="18875" cy="19375"/>
            </a:xfrm>
            <a:custGeom>
              <a:avLst/>
              <a:gdLst/>
              <a:ahLst/>
              <a:cxnLst/>
              <a:rect l="l" t="t" r="r" b="b"/>
              <a:pathLst>
                <a:path w="755" h="775" extrusionOk="0">
                  <a:moveTo>
                    <a:pt x="377" y="0"/>
                  </a:moveTo>
                  <a:lnTo>
                    <a:pt x="298" y="20"/>
                  </a:lnTo>
                  <a:lnTo>
                    <a:pt x="238" y="40"/>
                  </a:lnTo>
                  <a:lnTo>
                    <a:pt x="179" y="80"/>
                  </a:lnTo>
                  <a:lnTo>
                    <a:pt x="119" y="119"/>
                  </a:lnTo>
                  <a:lnTo>
                    <a:pt x="60" y="179"/>
                  </a:lnTo>
                  <a:lnTo>
                    <a:pt x="40" y="238"/>
                  </a:lnTo>
                  <a:lnTo>
                    <a:pt x="20" y="318"/>
                  </a:lnTo>
                  <a:lnTo>
                    <a:pt x="0" y="397"/>
                  </a:lnTo>
                  <a:lnTo>
                    <a:pt x="20" y="457"/>
                  </a:lnTo>
                  <a:lnTo>
                    <a:pt x="40" y="536"/>
                  </a:lnTo>
                  <a:lnTo>
                    <a:pt x="60" y="596"/>
                  </a:lnTo>
                  <a:lnTo>
                    <a:pt x="119" y="655"/>
                  </a:lnTo>
                  <a:lnTo>
                    <a:pt x="179" y="695"/>
                  </a:lnTo>
                  <a:lnTo>
                    <a:pt x="238" y="734"/>
                  </a:lnTo>
                  <a:lnTo>
                    <a:pt x="298" y="754"/>
                  </a:lnTo>
                  <a:lnTo>
                    <a:pt x="377" y="774"/>
                  </a:lnTo>
                  <a:lnTo>
                    <a:pt x="456" y="754"/>
                  </a:lnTo>
                  <a:lnTo>
                    <a:pt x="536" y="734"/>
                  </a:lnTo>
                  <a:lnTo>
                    <a:pt x="595" y="695"/>
                  </a:lnTo>
                  <a:lnTo>
                    <a:pt x="655" y="655"/>
                  </a:lnTo>
                  <a:lnTo>
                    <a:pt x="695" y="596"/>
                  </a:lnTo>
                  <a:lnTo>
                    <a:pt x="734" y="536"/>
                  </a:lnTo>
                  <a:lnTo>
                    <a:pt x="754" y="457"/>
                  </a:lnTo>
                  <a:lnTo>
                    <a:pt x="754" y="397"/>
                  </a:lnTo>
                  <a:lnTo>
                    <a:pt x="754" y="318"/>
                  </a:lnTo>
                  <a:lnTo>
                    <a:pt x="734" y="238"/>
                  </a:lnTo>
                  <a:lnTo>
                    <a:pt x="695" y="179"/>
                  </a:lnTo>
                  <a:lnTo>
                    <a:pt x="655" y="119"/>
                  </a:lnTo>
                  <a:lnTo>
                    <a:pt x="595" y="80"/>
                  </a:lnTo>
                  <a:lnTo>
                    <a:pt x="536" y="40"/>
                  </a:lnTo>
                  <a:lnTo>
                    <a:pt x="456" y="20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5087300" y="944975"/>
              <a:ext cx="16900" cy="16900"/>
            </a:xfrm>
            <a:custGeom>
              <a:avLst/>
              <a:gdLst/>
              <a:ahLst/>
              <a:cxnLst/>
              <a:rect l="l" t="t" r="r" b="b"/>
              <a:pathLst>
                <a:path w="676" h="676" extrusionOk="0">
                  <a:moveTo>
                    <a:pt x="279" y="1"/>
                  </a:moveTo>
                  <a:lnTo>
                    <a:pt x="219" y="21"/>
                  </a:lnTo>
                  <a:lnTo>
                    <a:pt x="160" y="60"/>
                  </a:lnTo>
                  <a:lnTo>
                    <a:pt x="100" y="100"/>
                  </a:lnTo>
                  <a:lnTo>
                    <a:pt x="60" y="159"/>
                  </a:lnTo>
                  <a:lnTo>
                    <a:pt x="21" y="199"/>
                  </a:lnTo>
                  <a:lnTo>
                    <a:pt x="1" y="278"/>
                  </a:lnTo>
                  <a:lnTo>
                    <a:pt x="1" y="338"/>
                  </a:lnTo>
                  <a:lnTo>
                    <a:pt x="1" y="417"/>
                  </a:lnTo>
                  <a:lnTo>
                    <a:pt x="21" y="477"/>
                  </a:lnTo>
                  <a:lnTo>
                    <a:pt x="60" y="536"/>
                  </a:lnTo>
                  <a:lnTo>
                    <a:pt x="100" y="576"/>
                  </a:lnTo>
                  <a:lnTo>
                    <a:pt x="160" y="616"/>
                  </a:lnTo>
                  <a:lnTo>
                    <a:pt x="219" y="655"/>
                  </a:lnTo>
                  <a:lnTo>
                    <a:pt x="279" y="675"/>
                  </a:lnTo>
                  <a:lnTo>
                    <a:pt x="417" y="675"/>
                  </a:lnTo>
                  <a:lnTo>
                    <a:pt x="477" y="655"/>
                  </a:lnTo>
                  <a:lnTo>
                    <a:pt x="536" y="616"/>
                  </a:lnTo>
                  <a:lnTo>
                    <a:pt x="576" y="576"/>
                  </a:lnTo>
                  <a:lnTo>
                    <a:pt x="636" y="536"/>
                  </a:lnTo>
                  <a:lnTo>
                    <a:pt x="656" y="477"/>
                  </a:lnTo>
                  <a:lnTo>
                    <a:pt x="675" y="417"/>
                  </a:lnTo>
                  <a:lnTo>
                    <a:pt x="675" y="338"/>
                  </a:lnTo>
                  <a:lnTo>
                    <a:pt x="675" y="278"/>
                  </a:lnTo>
                  <a:lnTo>
                    <a:pt x="656" y="199"/>
                  </a:lnTo>
                  <a:lnTo>
                    <a:pt x="636" y="159"/>
                  </a:lnTo>
                  <a:lnTo>
                    <a:pt x="576" y="100"/>
                  </a:lnTo>
                  <a:lnTo>
                    <a:pt x="536" y="60"/>
                  </a:lnTo>
                  <a:lnTo>
                    <a:pt x="477" y="21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5088300" y="1062550"/>
              <a:ext cx="15400" cy="15400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298" y="0"/>
                  </a:moveTo>
                  <a:lnTo>
                    <a:pt x="239" y="20"/>
                  </a:lnTo>
                  <a:lnTo>
                    <a:pt x="179" y="40"/>
                  </a:lnTo>
                  <a:lnTo>
                    <a:pt x="80" y="99"/>
                  </a:lnTo>
                  <a:lnTo>
                    <a:pt x="20" y="199"/>
                  </a:lnTo>
                  <a:lnTo>
                    <a:pt x="0" y="258"/>
                  </a:lnTo>
                  <a:lnTo>
                    <a:pt x="0" y="318"/>
                  </a:lnTo>
                  <a:lnTo>
                    <a:pt x="0" y="377"/>
                  </a:lnTo>
                  <a:lnTo>
                    <a:pt x="20" y="437"/>
                  </a:lnTo>
                  <a:lnTo>
                    <a:pt x="80" y="536"/>
                  </a:lnTo>
                  <a:lnTo>
                    <a:pt x="179" y="595"/>
                  </a:lnTo>
                  <a:lnTo>
                    <a:pt x="239" y="615"/>
                  </a:lnTo>
                  <a:lnTo>
                    <a:pt x="358" y="615"/>
                  </a:lnTo>
                  <a:lnTo>
                    <a:pt x="417" y="595"/>
                  </a:lnTo>
                  <a:lnTo>
                    <a:pt x="516" y="536"/>
                  </a:lnTo>
                  <a:lnTo>
                    <a:pt x="576" y="437"/>
                  </a:lnTo>
                  <a:lnTo>
                    <a:pt x="596" y="377"/>
                  </a:lnTo>
                  <a:lnTo>
                    <a:pt x="616" y="318"/>
                  </a:lnTo>
                  <a:lnTo>
                    <a:pt x="596" y="258"/>
                  </a:lnTo>
                  <a:lnTo>
                    <a:pt x="576" y="199"/>
                  </a:lnTo>
                  <a:lnTo>
                    <a:pt x="516" y="99"/>
                  </a:lnTo>
                  <a:lnTo>
                    <a:pt x="417" y="40"/>
                  </a:lnTo>
                  <a:lnTo>
                    <a:pt x="358" y="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5089300" y="1180600"/>
              <a:ext cx="13400" cy="13425"/>
            </a:xfrm>
            <a:custGeom>
              <a:avLst/>
              <a:gdLst/>
              <a:ahLst/>
              <a:cxnLst/>
              <a:rect l="l" t="t" r="r" b="b"/>
              <a:pathLst>
                <a:path w="536" h="537" extrusionOk="0">
                  <a:moveTo>
                    <a:pt x="258" y="1"/>
                  </a:moveTo>
                  <a:lnTo>
                    <a:pt x="159" y="20"/>
                  </a:lnTo>
                  <a:lnTo>
                    <a:pt x="80" y="80"/>
                  </a:lnTo>
                  <a:lnTo>
                    <a:pt x="20" y="159"/>
                  </a:lnTo>
                  <a:lnTo>
                    <a:pt x="0" y="259"/>
                  </a:lnTo>
                  <a:lnTo>
                    <a:pt x="20" y="378"/>
                  </a:lnTo>
                  <a:lnTo>
                    <a:pt x="80" y="457"/>
                  </a:lnTo>
                  <a:lnTo>
                    <a:pt x="159" y="516"/>
                  </a:lnTo>
                  <a:lnTo>
                    <a:pt x="258" y="536"/>
                  </a:lnTo>
                  <a:lnTo>
                    <a:pt x="357" y="516"/>
                  </a:lnTo>
                  <a:lnTo>
                    <a:pt x="456" y="457"/>
                  </a:lnTo>
                  <a:lnTo>
                    <a:pt x="516" y="378"/>
                  </a:lnTo>
                  <a:lnTo>
                    <a:pt x="536" y="259"/>
                  </a:lnTo>
                  <a:lnTo>
                    <a:pt x="516" y="159"/>
                  </a:lnTo>
                  <a:lnTo>
                    <a:pt x="456" y="80"/>
                  </a:lnTo>
                  <a:lnTo>
                    <a:pt x="357" y="2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5090275" y="1298650"/>
              <a:ext cx="11450" cy="10950"/>
            </a:xfrm>
            <a:custGeom>
              <a:avLst/>
              <a:gdLst/>
              <a:ahLst/>
              <a:cxnLst/>
              <a:rect l="l" t="t" r="r" b="b"/>
              <a:pathLst>
                <a:path w="458" h="438" extrusionOk="0">
                  <a:moveTo>
                    <a:pt x="140" y="1"/>
                  </a:moveTo>
                  <a:lnTo>
                    <a:pt x="60" y="60"/>
                  </a:lnTo>
                  <a:lnTo>
                    <a:pt x="21" y="140"/>
                  </a:lnTo>
                  <a:lnTo>
                    <a:pt x="1" y="219"/>
                  </a:lnTo>
                  <a:lnTo>
                    <a:pt x="21" y="299"/>
                  </a:lnTo>
                  <a:lnTo>
                    <a:pt x="60" y="378"/>
                  </a:lnTo>
                  <a:lnTo>
                    <a:pt x="140" y="437"/>
                  </a:lnTo>
                  <a:lnTo>
                    <a:pt x="318" y="437"/>
                  </a:lnTo>
                  <a:lnTo>
                    <a:pt x="378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78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5091275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79" y="0"/>
                  </a:moveTo>
                  <a:lnTo>
                    <a:pt x="120" y="20"/>
                  </a:lnTo>
                  <a:lnTo>
                    <a:pt x="40" y="60"/>
                  </a:lnTo>
                  <a:lnTo>
                    <a:pt x="1" y="119"/>
                  </a:lnTo>
                  <a:lnTo>
                    <a:pt x="1" y="199"/>
                  </a:lnTo>
                  <a:lnTo>
                    <a:pt x="1" y="258"/>
                  </a:lnTo>
                  <a:lnTo>
                    <a:pt x="40" y="318"/>
                  </a:lnTo>
                  <a:lnTo>
                    <a:pt x="120" y="358"/>
                  </a:lnTo>
                  <a:lnTo>
                    <a:pt x="179" y="377"/>
                  </a:lnTo>
                  <a:lnTo>
                    <a:pt x="258" y="358"/>
                  </a:lnTo>
                  <a:lnTo>
                    <a:pt x="318" y="318"/>
                  </a:lnTo>
                  <a:lnTo>
                    <a:pt x="358" y="258"/>
                  </a:lnTo>
                  <a:lnTo>
                    <a:pt x="377" y="199"/>
                  </a:lnTo>
                  <a:lnTo>
                    <a:pt x="358" y="119"/>
                  </a:lnTo>
                  <a:lnTo>
                    <a:pt x="318" y="60"/>
                  </a:lnTo>
                  <a:lnTo>
                    <a:pt x="258" y="2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6"/>
            <p:cNvSpPr/>
            <p:nvPr/>
          </p:nvSpPr>
          <p:spPr>
            <a:xfrm>
              <a:off x="5092275" y="1534275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80" y="1"/>
                  </a:moveTo>
                  <a:lnTo>
                    <a:pt x="40" y="40"/>
                  </a:lnTo>
                  <a:lnTo>
                    <a:pt x="0" y="80"/>
                  </a:lnTo>
                  <a:lnTo>
                    <a:pt x="0" y="140"/>
                  </a:lnTo>
                  <a:lnTo>
                    <a:pt x="0" y="199"/>
                  </a:lnTo>
                  <a:lnTo>
                    <a:pt x="40" y="259"/>
                  </a:lnTo>
                  <a:lnTo>
                    <a:pt x="80" y="279"/>
                  </a:lnTo>
                  <a:lnTo>
                    <a:pt x="139" y="298"/>
                  </a:lnTo>
                  <a:lnTo>
                    <a:pt x="199" y="279"/>
                  </a:lnTo>
                  <a:lnTo>
                    <a:pt x="258" y="259"/>
                  </a:lnTo>
                  <a:lnTo>
                    <a:pt x="278" y="199"/>
                  </a:lnTo>
                  <a:lnTo>
                    <a:pt x="298" y="140"/>
                  </a:lnTo>
                  <a:lnTo>
                    <a:pt x="278" y="80"/>
                  </a:lnTo>
                  <a:lnTo>
                    <a:pt x="258" y="40"/>
                  </a:lnTo>
                  <a:lnTo>
                    <a:pt x="1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5093250" y="1651850"/>
              <a:ext cx="5500" cy="5975"/>
            </a:xfrm>
            <a:custGeom>
              <a:avLst/>
              <a:gdLst/>
              <a:ahLst/>
              <a:cxnLst/>
              <a:rect l="l" t="t" r="r" b="b"/>
              <a:pathLst>
                <a:path w="220" h="239" extrusionOk="0">
                  <a:moveTo>
                    <a:pt x="100" y="0"/>
                  </a:moveTo>
                  <a:lnTo>
                    <a:pt x="60" y="20"/>
                  </a:lnTo>
                  <a:lnTo>
                    <a:pt x="21" y="40"/>
                  </a:lnTo>
                  <a:lnTo>
                    <a:pt x="1" y="80"/>
                  </a:lnTo>
                  <a:lnTo>
                    <a:pt x="1" y="119"/>
                  </a:lnTo>
                  <a:lnTo>
                    <a:pt x="1" y="159"/>
                  </a:lnTo>
                  <a:lnTo>
                    <a:pt x="21" y="199"/>
                  </a:lnTo>
                  <a:lnTo>
                    <a:pt x="60" y="219"/>
                  </a:lnTo>
                  <a:lnTo>
                    <a:pt x="100" y="238"/>
                  </a:lnTo>
                  <a:lnTo>
                    <a:pt x="140" y="219"/>
                  </a:lnTo>
                  <a:lnTo>
                    <a:pt x="179" y="199"/>
                  </a:lnTo>
                  <a:lnTo>
                    <a:pt x="219" y="159"/>
                  </a:lnTo>
                  <a:lnTo>
                    <a:pt x="219" y="119"/>
                  </a:lnTo>
                  <a:lnTo>
                    <a:pt x="219" y="80"/>
                  </a:lnTo>
                  <a:lnTo>
                    <a:pt x="179" y="40"/>
                  </a:lnTo>
                  <a:lnTo>
                    <a:pt x="140" y="20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5093750" y="1769900"/>
              <a:ext cx="4000" cy="3500"/>
            </a:xfrm>
            <a:custGeom>
              <a:avLst/>
              <a:gdLst/>
              <a:ahLst/>
              <a:cxnLst/>
              <a:rect l="l" t="t" r="r" b="b"/>
              <a:pathLst>
                <a:path w="160" h="140" extrusionOk="0">
                  <a:moveTo>
                    <a:pt x="60" y="1"/>
                  </a:moveTo>
                  <a:lnTo>
                    <a:pt x="40" y="21"/>
                  </a:lnTo>
                  <a:lnTo>
                    <a:pt x="21" y="40"/>
                  </a:lnTo>
                  <a:lnTo>
                    <a:pt x="1" y="80"/>
                  </a:lnTo>
                  <a:lnTo>
                    <a:pt x="21" y="100"/>
                  </a:lnTo>
                  <a:lnTo>
                    <a:pt x="40" y="120"/>
                  </a:lnTo>
                  <a:lnTo>
                    <a:pt x="60" y="140"/>
                  </a:lnTo>
                  <a:lnTo>
                    <a:pt x="120" y="140"/>
                  </a:lnTo>
                  <a:lnTo>
                    <a:pt x="140" y="120"/>
                  </a:lnTo>
                  <a:lnTo>
                    <a:pt x="159" y="100"/>
                  </a:lnTo>
                  <a:lnTo>
                    <a:pt x="159" y="80"/>
                  </a:lnTo>
                  <a:lnTo>
                    <a:pt x="159" y="40"/>
                  </a:lnTo>
                  <a:lnTo>
                    <a:pt x="140" y="21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5094750" y="1887475"/>
              <a:ext cx="2000" cy="2000"/>
            </a:xfrm>
            <a:custGeom>
              <a:avLst/>
              <a:gdLst/>
              <a:ahLst/>
              <a:cxnLst/>
              <a:rect l="l" t="t" r="r" b="b"/>
              <a:pathLst>
                <a:path w="80" h="80" extrusionOk="0">
                  <a:moveTo>
                    <a:pt x="40" y="0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20" y="60"/>
                  </a:lnTo>
                  <a:lnTo>
                    <a:pt x="40" y="80"/>
                  </a:lnTo>
                  <a:lnTo>
                    <a:pt x="80" y="60"/>
                  </a:lnTo>
                  <a:lnTo>
                    <a:pt x="80" y="40"/>
                  </a:lnTo>
                  <a:lnTo>
                    <a:pt x="8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509575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6"/>
            <p:cNvSpPr/>
            <p:nvPr/>
          </p:nvSpPr>
          <p:spPr>
            <a:xfrm>
              <a:off x="509575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6"/>
            <p:cNvSpPr/>
            <p:nvPr/>
          </p:nvSpPr>
          <p:spPr>
            <a:xfrm>
              <a:off x="5184525" y="238125"/>
              <a:ext cx="28800" cy="28275"/>
            </a:xfrm>
            <a:custGeom>
              <a:avLst/>
              <a:gdLst/>
              <a:ahLst/>
              <a:cxnLst/>
              <a:rect l="l" t="t" r="r" b="b"/>
              <a:pathLst>
                <a:path w="1152" h="1131" extrusionOk="0">
                  <a:moveTo>
                    <a:pt x="457" y="0"/>
                  </a:moveTo>
                  <a:lnTo>
                    <a:pt x="358" y="40"/>
                  </a:lnTo>
                  <a:lnTo>
                    <a:pt x="259" y="99"/>
                  </a:lnTo>
                  <a:lnTo>
                    <a:pt x="179" y="159"/>
                  </a:lnTo>
                  <a:lnTo>
                    <a:pt x="100" y="238"/>
                  </a:lnTo>
                  <a:lnTo>
                    <a:pt x="60" y="337"/>
                  </a:lnTo>
                  <a:lnTo>
                    <a:pt x="21" y="456"/>
                  </a:lnTo>
                  <a:lnTo>
                    <a:pt x="1" y="556"/>
                  </a:lnTo>
                  <a:lnTo>
                    <a:pt x="21" y="675"/>
                  </a:lnTo>
                  <a:lnTo>
                    <a:pt x="60" y="794"/>
                  </a:lnTo>
                  <a:lnTo>
                    <a:pt x="100" y="873"/>
                  </a:lnTo>
                  <a:lnTo>
                    <a:pt x="179" y="972"/>
                  </a:lnTo>
                  <a:lnTo>
                    <a:pt x="259" y="1032"/>
                  </a:lnTo>
                  <a:lnTo>
                    <a:pt x="358" y="1091"/>
                  </a:lnTo>
                  <a:lnTo>
                    <a:pt x="457" y="1131"/>
                  </a:lnTo>
                  <a:lnTo>
                    <a:pt x="695" y="1131"/>
                  </a:lnTo>
                  <a:lnTo>
                    <a:pt x="794" y="1091"/>
                  </a:lnTo>
                  <a:lnTo>
                    <a:pt x="894" y="1032"/>
                  </a:lnTo>
                  <a:lnTo>
                    <a:pt x="973" y="972"/>
                  </a:lnTo>
                  <a:lnTo>
                    <a:pt x="1052" y="873"/>
                  </a:lnTo>
                  <a:lnTo>
                    <a:pt x="1112" y="794"/>
                  </a:lnTo>
                  <a:lnTo>
                    <a:pt x="1132" y="675"/>
                  </a:lnTo>
                  <a:lnTo>
                    <a:pt x="1152" y="556"/>
                  </a:lnTo>
                  <a:lnTo>
                    <a:pt x="1132" y="456"/>
                  </a:lnTo>
                  <a:lnTo>
                    <a:pt x="1112" y="337"/>
                  </a:lnTo>
                  <a:lnTo>
                    <a:pt x="1052" y="238"/>
                  </a:lnTo>
                  <a:lnTo>
                    <a:pt x="973" y="159"/>
                  </a:lnTo>
                  <a:lnTo>
                    <a:pt x="894" y="99"/>
                  </a:lnTo>
                  <a:lnTo>
                    <a:pt x="794" y="40"/>
                  </a:lnTo>
                  <a:lnTo>
                    <a:pt x="6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6"/>
            <p:cNvSpPr/>
            <p:nvPr/>
          </p:nvSpPr>
          <p:spPr>
            <a:xfrm>
              <a:off x="5185525" y="355675"/>
              <a:ext cx="26800" cy="26800"/>
            </a:xfrm>
            <a:custGeom>
              <a:avLst/>
              <a:gdLst/>
              <a:ahLst/>
              <a:cxnLst/>
              <a:rect l="l" t="t" r="r" b="b"/>
              <a:pathLst>
                <a:path w="1072" h="1072" extrusionOk="0">
                  <a:moveTo>
                    <a:pt x="536" y="1"/>
                  </a:moveTo>
                  <a:lnTo>
                    <a:pt x="437" y="20"/>
                  </a:lnTo>
                  <a:lnTo>
                    <a:pt x="338" y="40"/>
                  </a:lnTo>
                  <a:lnTo>
                    <a:pt x="239" y="100"/>
                  </a:lnTo>
                  <a:lnTo>
                    <a:pt x="159" y="159"/>
                  </a:lnTo>
                  <a:lnTo>
                    <a:pt x="100" y="239"/>
                  </a:lnTo>
                  <a:lnTo>
                    <a:pt x="40" y="338"/>
                  </a:lnTo>
                  <a:lnTo>
                    <a:pt x="20" y="437"/>
                  </a:lnTo>
                  <a:lnTo>
                    <a:pt x="0" y="536"/>
                  </a:lnTo>
                  <a:lnTo>
                    <a:pt x="20" y="635"/>
                  </a:lnTo>
                  <a:lnTo>
                    <a:pt x="40" y="735"/>
                  </a:lnTo>
                  <a:lnTo>
                    <a:pt x="100" y="834"/>
                  </a:lnTo>
                  <a:lnTo>
                    <a:pt x="159" y="913"/>
                  </a:lnTo>
                  <a:lnTo>
                    <a:pt x="239" y="973"/>
                  </a:lnTo>
                  <a:lnTo>
                    <a:pt x="338" y="1032"/>
                  </a:lnTo>
                  <a:lnTo>
                    <a:pt x="437" y="1052"/>
                  </a:lnTo>
                  <a:lnTo>
                    <a:pt x="536" y="1072"/>
                  </a:lnTo>
                  <a:lnTo>
                    <a:pt x="655" y="1052"/>
                  </a:lnTo>
                  <a:lnTo>
                    <a:pt x="754" y="1032"/>
                  </a:lnTo>
                  <a:lnTo>
                    <a:pt x="834" y="973"/>
                  </a:lnTo>
                  <a:lnTo>
                    <a:pt x="913" y="913"/>
                  </a:lnTo>
                  <a:lnTo>
                    <a:pt x="973" y="834"/>
                  </a:lnTo>
                  <a:lnTo>
                    <a:pt x="1032" y="735"/>
                  </a:lnTo>
                  <a:lnTo>
                    <a:pt x="1052" y="635"/>
                  </a:lnTo>
                  <a:lnTo>
                    <a:pt x="1072" y="536"/>
                  </a:lnTo>
                  <a:lnTo>
                    <a:pt x="1052" y="437"/>
                  </a:lnTo>
                  <a:lnTo>
                    <a:pt x="1032" y="338"/>
                  </a:lnTo>
                  <a:lnTo>
                    <a:pt x="973" y="239"/>
                  </a:lnTo>
                  <a:lnTo>
                    <a:pt x="913" y="159"/>
                  </a:lnTo>
                  <a:lnTo>
                    <a:pt x="834" y="100"/>
                  </a:lnTo>
                  <a:lnTo>
                    <a:pt x="754" y="40"/>
                  </a:lnTo>
                  <a:lnTo>
                    <a:pt x="655" y="20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5186525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298" y="41"/>
                  </a:lnTo>
                  <a:lnTo>
                    <a:pt x="218" y="80"/>
                  </a:lnTo>
                  <a:lnTo>
                    <a:pt x="159" y="140"/>
                  </a:lnTo>
                  <a:lnTo>
                    <a:pt x="99" y="219"/>
                  </a:lnTo>
                  <a:lnTo>
                    <a:pt x="40" y="299"/>
                  </a:lnTo>
                  <a:lnTo>
                    <a:pt x="20" y="398"/>
                  </a:lnTo>
                  <a:lnTo>
                    <a:pt x="0" y="497"/>
                  </a:lnTo>
                  <a:lnTo>
                    <a:pt x="20" y="596"/>
                  </a:lnTo>
                  <a:lnTo>
                    <a:pt x="40" y="676"/>
                  </a:lnTo>
                  <a:lnTo>
                    <a:pt x="99" y="775"/>
                  </a:lnTo>
                  <a:lnTo>
                    <a:pt x="159" y="834"/>
                  </a:lnTo>
                  <a:lnTo>
                    <a:pt x="218" y="894"/>
                  </a:lnTo>
                  <a:lnTo>
                    <a:pt x="298" y="953"/>
                  </a:lnTo>
                  <a:lnTo>
                    <a:pt x="397" y="973"/>
                  </a:lnTo>
                  <a:lnTo>
                    <a:pt x="496" y="993"/>
                  </a:lnTo>
                  <a:lnTo>
                    <a:pt x="595" y="973"/>
                  </a:lnTo>
                  <a:lnTo>
                    <a:pt x="695" y="953"/>
                  </a:lnTo>
                  <a:lnTo>
                    <a:pt x="774" y="894"/>
                  </a:lnTo>
                  <a:lnTo>
                    <a:pt x="853" y="834"/>
                  </a:lnTo>
                  <a:lnTo>
                    <a:pt x="913" y="775"/>
                  </a:lnTo>
                  <a:lnTo>
                    <a:pt x="953" y="676"/>
                  </a:lnTo>
                  <a:lnTo>
                    <a:pt x="992" y="596"/>
                  </a:lnTo>
                  <a:lnTo>
                    <a:pt x="992" y="497"/>
                  </a:lnTo>
                  <a:lnTo>
                    <a:pt x="992" y="398"/>
                  </a:lnTo>
                  <a:lnTo>
                    <a:pt x="953" y="299"/>
                  </a:lnTo>
                  <a:lnTo>
                    <a:pt x="913" y="219"/>
                  </a:lnTo>
                  <a:lnTo>
                    <a:pt x="853" y="140"/>
                  </a:lnTo>
                  <a:lnTo>
                    <a:pt x="774" y="80"/>
                  </a:lnTo>
                  <a:lnTo>
                    <a:pt x="695" y="41"/>
                  </a:lnTo>
                  <a:lnTo>
                    <a:pt x="5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6"/>
            <p:cNvSpPr/>
            <p:nvPr/>
          </p:nvSpPr>
          <p:spPr>
            <a:xfrm>
              <a:off x="5187500" y="591300"/>
              <a:ext cx="22850" cy="22850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457" y="0"/>
                  </a:moveTo>
                  <a:lnTo>
                    <a:pt x="378" y="20"/>
                  </a:lnTo>
                  <a:lnTo>
                    <a:pt x="279" y="40"/>
                  </a:lnTo>
                  <a:lnTo>
                    <a:pt x="199" y="80"/>
                  </a:lnTo>
                  <a:lnTo>
                    <a:pt x="140" y="139"/>
                  </a:lnTo>
                  <a:lnTo>
                    <a:pt x="80" y="199"/>
                  </a:lnTo>
                  <a:lnTo>
                    <a:pt x="41" y="278"/>
                  </a:lnTo>
                  <a:lnTo>
                    <a:pt x="21" y="377"/>
                  </a:lnTo>
                  <a:lnTo>
                    <a:pt x="1" y="457"/>
                  </a:lnTo>
                  <a:lnTo>
                    <a:pt x="21" y="556"/>
                  </a:lnTo>
                  <a:lnTo>
                    <a:pt x="41" y="635"/>
                  </a:lnTo>
                  <a:lnTo>
                    <a:pt x="80" y="715"/>
                  </a:lnTo>
                  <a:lnTo>
                    <a:pt x="140" y="794"/>
                  </a:lnTo>
                  <a:lnTo>
                    <a:pt x="199" y="834"/>
                  </a:lnTo>
                  <a:lnTo>
                    <a:pt x="279" y="873"/>
                  </a:lnTo>
                  <a:lnTo>
                    <a:pt x="378" y="913"/>
                  </a:lnTo>
                  <a:lnTo>
                    <a:pt x="556" y="913"/>
                  </a:lnTo>
                  <a:lnTo>
                    <a:pt x="636" y="873"/>
                  </a:lnTo>
                  <a:lnTo>
                    <a:pt x="715" y="834"/>
                  </a:lnTo>
                  <a:lnTo>
                    <a:pt x="775" y="794"/>
                  </a:lnTo>
                  <a:lnTo>
                    <a:pt x="834" y="715"/>
                  </a:lnTo>
                  <a:lnTo>
                    <a:pt x="874" y="635"/>
                  </a:lnTo>
                  <a:lnTo>
                    <a:pt x="914" y="556"/>
                  </a:lnTo>
                  <a:lnTo>
                    <a:pt x="914" y="457"/>
                  </a:lnTo>
                  <a:lnTo>
                    <a:pt x="914" y="377"/>
                  </a:lnTo>
                  <a:lnTo>
                    <a:pt x="874" y="278"/>
                  </a:lnTo>
                  <a:lnTo>
                    <a:pt x="834" y="199"/>
                  </a:lnTo>
                  <a:lnTo>
                    <a:pt x="775" y="139"/>
                  </a:lnTo>
                  <a:lnTo>
                    <a:pt x="715" y="80"/>
                  </a:lnTo>
                  <a:lnTo>
                    <a:pt x="636" y="40"/>
                  </a:lnTo>
                  <a:lnTo>
                    <a:pt x="55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6"/>
            <p:cNvSpPr/>
            <p:nvPr/>
          </p:nvSpPr>
          <p:spPr>
            <a:xfrm>
              <a:off x="5188500" y="709350"/>
              <a:ext cx="20850" cy="20875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338" y="1"/>
                  </a:moveTo>
                  <a:lnTo>
                    <a:pt x="258" y="21"/>
                  </a:lnTo>
                  <a:lnTo>
                    <a:pt x="179" y="60"/>
                  </a:lnTo>
                  <a:lnTo>
                    <a:pt x="120" y="120"/>
                  </a:lnTo>
                  <a:lnTo>
                    <a:pt x="80" y="179"/>
                  </a:lnTo>
                  <a:lnTo>
                    <a:pt x="40" y="259"/>
                  </a:lnTo>
                  <a:lnTo>
                    <a:pt x="20" y="338"/>
                  </a:lnTo>
                  <a:lnTo>
                    <a:pt x="1" y="417"/>
                  </a:lnTo>
                  <a:lnTo>
                    <a:pt x="20" y="497"/>
                  </a:lnTo>
                  <a:lnTo>
                    <a:pt x="40" y="576"/>
                  </a:lnTo>
                  <a:lnTo>
                    <a:pt x="80" y="656"/>
                  </a:lnTo>
                  <a:lnTo>
                    <a:pt x="120" y="715"/>
                  </a:lnTo>
                  <a:lnTo>
                    <a:pt x="179" y="755"/>
                  </a:lnTo>
                  <a:lnTo>
                    <a:pt x="258" y="794"/>
                  </a:lnTo>
                  <a:lnTo>
                    <a:pt x="338" y="834"/>
                  </a:lnTo>
                  <a:lnTo>
                    <a:pt x="497" y="834"/>
                  </a:lnTo>
                  <a:lnTo>
                    <a:pt x="576" y="794"/>
                  </a:lnTo>
                  <a:lnTo>
                    <a:pt x="655" y="755"/>
                  </a:lnTo>
                  <a:lnTo>
                    <a:pt x="715" y="715"/>
                  </a:lnTo>
                  <a:lnTo>
                    <a:pt x="774" y="656"/>
                  </a:lnTo>
                  <a:lnTo>
                    <a:pt x="814" y="576"/>
                  </a:lnTo>
                  <a:lnTo>
                    <a:pt x="834" y="497"/>
                  </a:lnTo>
                  <a:lnTo>
                    <a:pt x="834" y="417"/>
                  </a:lnTo>
                  <a:lnTo>
                    <a:pt x="834" y="338"/>
                  </a:lnTo>
                  <a:lnTo>
                    <a:pt x="814" y="259"/>
                  </a:lnTo>
                  <a:lnTo>
                    <a:pt x="774" y="179"/>
                  </a:lnTo>
                  <a:lnTo>
                    <a:pt x="715" y="120"/>
                  </a:lnTo>
                  <a:lnTo>
                    <a:pt x="655" y="60"/>
                  </a:lnTo>
                  <a:lnTo>
                    <a:pt x="576" y="21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5189500" y="826925"/>
              <a:ext cx="18875" cy="19375"/>
            </a:xfrm>
            <a:custGeom>
              <a:avLst/>
              <a:gdLst/>
              <a:ahLst/>
              <a:cxnLst/>
              <a:rect l="l" t="t" r="r" b="b"/>
              <a:pathLst>
                <a:path w="755" h="775" extrusionOk="0">
                  <a:moveTo>
                    <a:pt x="377" y="0"/>
                  </a:moveTo>
                  <a:lnTo>
                    <a:pt x="298" y="20"/>
                  </a:lnTo>
                  <a:lnTo>
                    <a:pt x="238" y="40"/>
                  </a:lnTo>
                  <a:lnTo>
                    <a:pt x="159" y="80"/>
                  </a:lnTo>
                  <a:lnTo>
                    <a:pt x="119" y="119"/>
                  </a:lnTo>
                  <a:lnTo>
                    <a:pt x="60" y="179"/>
                  </a:lnTo>
                  <a:lnTo>
                    <a:pt x="40" y="238"/>
                  </a:lnTo>
                  <a:lnTo>
                    <a:pt x="0" y="318"/>
                  </a:lnTo>
                  <a:lnTo>
                    <a:pt x="0" y="397"/>
                  </a:lnTo>
                  <a:lnTo>
                    <a:pt x="0" y="457"/>
                  </a:lnTo>
                  <a:lnTo>
                    <a:pt x="40" y="536"/>
                  </a:lnTo>
                  <a:lnTo>
                    <a:pt x="60" y="596"/>
                  </a:lnTo>
                  <a:lnTo>
                    <a:pt x="119" y="655"/>
                  </a:lnTo>
                  <a:lnTo>
                    <a:pt x="159" y="695"/>
                  </a:lnTo>
                  <a:lnTo>
                    <a:pt x="238" y="734"/>
                  </a:lnTo>
                  <a:lnTo>
                    <a:pt x="298" y="754"/>
                  </a:lnTo>
                  <a:lnTo>
                    <a:pt x="377" y="774"/>
                  </a:lnTo>
                  <a:lnTo>
                    <a:pt x="457" y="754"/>
                  </a:lnTo>
                  <a:lnTo>
                    <a:pt x="536" y="734"/>
                  </a:lnTo>
                  <a:lnTo>
                    <a:pt x="595" y="695"/>
                  </a:lnTo>
                  <a:lnTo>
                    <a:pt x="655" y="655"/>
                  </a:lnTo>
                  <a:lnTo>
                    <a:pt x="695" y="596"/>
                  </a:lnTo>
                  <a:lnTo>
                    <a:pt x="734" y="536"/>
                  </a:lnTo>
                  <a:lnTo>
                    <a:pt x="754" y="457"/>
                  </a:lnTo>
                  <a:lnTo>
                    <a:pt x="754" y="397"/>
                  </a:lnTo>
                  <a:lnTo>
                    <a:pt x="754" y="318"/>
                  </a:lnTo>
                  <a:lnTo>
                    <a:pt x="734" y="238"/>
                  </a:lnTo>
                  <a:lnTo>
                    <a:pt x="695" y="179"/>
                  </a:lnTo>
                  <a:lnTo>
                    <a:pt x="655" y="119"/>
                  </a:lnTo>
                  <a:lnTo>
                    <a:pt x="595" y="80"/>
                  </a:lnTo>
                  <a:lnTo>
                    <a:pt x="536" y="40"/>
                  </a:lnTo>
                  <a:lnTo>
                    <a:pt x="457" y="20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5190475" y="944975"/>
              <a:ext cx="16900" cy="16900"/>
            </a:xfrm>
            <a:custGeom>
              <a:avLst/>
              <a:gdLst/>
              <a:ahLst/>
              <a:cxnLst/>
              <a:rect l="l" t="t" r="r" b="b"/>
              <a:pathLst>
                <a:path w="676" h="676" extrusionOk="0">
                  <a:moveTo>
                    <a:pt x="279" y="1"/>
                  </a:moveTo>
                  <a:lnTo>
                    <a:pt x="199" y="21"/>
                  </a:lnTo>
                  <a:lnTo>
                    <a:pt x="160" y="60"/>
                  </a:lnTo>
                  <a:lnTo>
                    <a:pt x="100" y="100"/>
                  </a:lnTo>
                  <a:lnTo>
                    <a:pt x="60" y="159"/>
                  </a:lnTo>
                  <a:lnTo>
                    <a:pt x="21" y="199"/>
                  </a:lnTo>
                  <a:lnTo>
                    <a:pt x="1" y="278"/>
                  </a:lnTo>
                  <a:lnTo>
                    <a:pt x="1" y="338"/>
                  </a:lnTo>
                  <a:lnTo>
                    <a:pt x="1" y="417"/>
                  </a:lnTo>
                  <a:lnTo>
                    <a:pt x="21" y="477"/>
                  </a:lnTo>
                  <a:lnTo>
                    <a:pt x="60" y="536"/>
                  </a:lnTo>
                  <a:lnTo>
                    <a:pt x="100" y="576"/>
                  </a:lnTo>
                  <a:lnTo>
                    <a:pt x="160" y="616"/>
                  </a:lnTo>
                  <a:lnTo>
                    <a:pt x="199" y="655"/>
                  </a:lnTo>
                  <a:lnTo>
                    <a:pt x="279" y="675"/>
                  </a:lnTo>
                  <a:lnTo>
                    <a:pt x="418" y="675"/>
                  </a:lnTo>
                  <a:lnTo>
                    <a:pt x="477" y="655"/>
                  </a:lnTo>
                  <a:lnTo>
                    <a:pt x="537" y="616"/>
                  </a:lnTo>
                  <a:lnTo>
                    <a:pt x="576" y="576"/>
                  </a:lnTo>
                  <a:lnTo>
                    <a:pt x="616" y="536"/>
                  </a:lnTo>
                  <a:lnTo>
                    <a:pt x="656" y="477"/>
                  </a:lnTo>
                  <a:lnTo>
                    <a:pt x="675" y="417"/>
                  </a:lnTo>
                  <a:lnTo>
                    <a:pt x="675" y="338"/>
                  </a:lnTo>
                  <a:lnTo>
                    <a:pt x="675" y="278"/>
                  </a:lnTo>
                  <a:lnTo>
                    <a:pt x="656" y="199"/>
                  </a:lnTo>
                  <a:lnTo>
                    <a:pt x="616" y="159"/>
                  </a:lnTo>
                  <a:lnTo>
                    <a:pt x="576" y="100"/>
                  </a:lnTo>
                  <a:lnTo>
                    <a:pt x="537" y="60"/>
                  </a:lnTo>
                  <a:lnTo>
                    <a:pt x="477" y="21"/>
                  </a:lnTo>
                  <a:lnTo>
                    <a:pt x="4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6"/>
            <p:cNvSpPr/>
            <p:nvPr/>
          </p:nvSpPr>
          <p:spPr>
            <a:xfrm>
              <a:off x="5191475" y="1062550"/>
              <a:ext cx="14900" cy="15400"/>
            </a:xfrm>
            <a:custGeom>
              <a:avLst/>
              <a:gdLst/>
              <a:ahLst/>
              <a:cxnLst/>
              <a:rect l="l" t="t" r="r" b="b"/>
              <a:pathLst>
                <a:path w="596" h="616" extrusionOk="0">
                  <a:moveTo>
                    <a:pt x="298" y="0"/>
                  </a:moveTo>
                  <a:lnTo>
                    <a:pt x="239" y="20"/>
                  </a:lnTo>
                  <a:lnTo>
                    <a:pt x="179" y="40"/>
                  </a:lnTo>
                  <a:lnTo>
                    <a:pt x="80" y="99"/>
                  </a:lnTo>
                  <a:lnTo>
                    <a:pt x="20" y="199"/>
                  </a:lnTo>
                  <a:lnTo>
                    <a:pt x="1" y="258"/>
                  </a:lnTo>
                  <a:lnTo>
                    <a:pt x="1" y="318"/>
                  </a:lnTo>
                  <a:lnTo>
                    <a:pt x="1" y="377"/>
                  </a:lnTo>
                  <a:lnTo>
                    <a:pt x="20" y="437"/>
                  </a:lnTo>
                  <a:lnTo>
                    <a:pt x="80" y="536"/>
                  </a:lnTo>
                  <a:lnTo>
                    <a:pt x="179" y="595"/>
                  </a:lnTo>
                  <a:lnTo>
                    <a:pt x="239" y="615"/>
                  </a:lnTo>
                  <a:lnTo>
                    <a:pt x="358" y="615"/>
                  </a:lnTo>
                  <a:lnTo>
                    <a:pt x="417" y="595"/>
                  </a:lnTo>
                  <a:lnTo>
                    <a:pt x="516" y="536"/>
                  </a:lnTo>
                  <a:lnTo>
                    <a:pt x="576" y="437"/>
                  </a:lnTo>
                  <a:lnTo>
                    <a:pt x="596" y="377"/>
                  </a:lnTo>
                  <a:lnTo>
                    <a:pt x="596" y="318"/>
                  </a:lnTo>
                  <a:lnTo>
                    <a:pt x="596" y="258"/>
                  </a:lnTo>
                  <a:lnTo>
                    <a:pt x="576" y="199"/>
                  </a:lnTo>
                  <a:lnTo>
                    <a:pt x="516" y="99"/>
                  </a:lnTo>
                  <a:lnTo>
                    <a:pt x="417" y="40"/>
                  </a:lnTo>
                  <a:lnTo>
                    <a:pt x="358" y="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5192475" y="1180600"/>
              <a:ext cx="13400" cy="13425"/>
            </a:xfrm>
            <a:custGeom>
              <a:avLst/>
              <a:gdLst/>
              <a:ahLst/>
              <a:cxnLst/>
              <a:rect l="l" t="t" r="r" b="b"/>
              <a:pathLst>
                <a:path w="536" h="537" extrusionOk="0">
                  <a:moveTo>
                    <a:pt x="258" y="1"/>
                  </a:moveTo>
                  <a:lnTo>
                    <a:pt x="159" y="20"/>
                  </a:lnTo>
                  <a:lnTo>
                    <a:pt x="80" y="80"/>
                  </a:lnTo>
                  <a:lnTo>
                    <a:pt x="20" y="159"/>
                  </a:lnTo>
                  <a:lnTo>
                    <a:pt x="0" y="259"/>
                  </a:lnTo>
                  <a:lnTo>
                    <a:pt x="20" y="378"/>
                  </a:lnTo>
                  <a:lnTo>
                    <a:pt x="80" y="457"/>
                  </a:lnTo>
                  <a:lnTo>
                    <a:pt x="159" y="516"/>
                  </a:lnTo>
                  <a:lnTo>
                    <a:pt x="258" y="536"/>
                  </a:lnTo>
                  <a:lnTo>
                    <a:pt x="357" y="516"/>
                  </a:lnTo>
                  <a:lnTo>
                    <a:pt x="457" y="457"/>
                  </a:lnTo>
                  <a:lnTo>
                    <a:pt x="516" y="378"/>
                  </a:lnTo>
                  <a:lnTo>
                    <a:pt x="536" y="259"/>
                  </a:lnTo>
                  <a:lnTo>
                    <a:pt x="516" y="159"/>
                  </a:lnTo>
                  <a:lnTo>
                    <a:pt x="457" y="80"/>
                  </a:lnTo>
                  <a:lnTo>
                    <a:pt x="357" y="2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5193450" y="1298650"/>
              <a:ext cx="11450" cy="10950"/>
            </a:xfrm>
            <a:custGeom>
              <a:avLst/>
              <a:gdLst/>
              <a:ahLst/>
              <a:cxnLst/>
              <a:rect l="l" t="t" r="r" b="b"/>
              <a:pathLst>
                <a:path w="458" h="438" extrusionOk="0">
                  <a:moveTo>
                    <a:pt x="140" y="1"/>
                  </a:moveTo>
                  <a:lnTo>
                    <a:pt x="60" y="60"/>
                  </a:lnTo>
                  <a:lnTo>
                    <a:pt x="21" y="140"/>
                  </a:lnTo>
                  <a:lnTo>
                    <a:pt x="1" y="219"/>
                  </a:lnTo>
                  <a:lnTo>
                    <a:pt x="21" y="299"/>
                  </a:lnTo>
                  <a:lnTo>
                    <a:pt x="60" y="378"/>
                  </a:lnTo>
                  <a:lnTo>
                    <a:pt x="140" y="437"/>
                  </a:lnTo>
                  <a:lnTo>
                    <a:pt x="318" y="437"/>
                  </a:lnTo>
                  <a:lnTo>
                    <a:pt x="378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78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5194450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7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119"/>
                  </a:lnTo>
                  <a:lnTo>
                    <a:pt x="1" y="199"/>
                  </a:lnTo>
                  <a:lnTo>
                    <a:pt x="1" y="258"/>
                  </a:lnTo>
                  <a:lnTo>
                    <a:pt x="40" y="318"/>
                  </a:lnTo>
                  <a:lnTo>
                    <a:pt x="100" y="358"/>
                  </a:lnTo>
                  <a:lnTo>
                    <a:pt x="179" y="377"/>
                  </a:lnTo>
                  <a:lnTo>
                    <a:pt x="259" y="358"/>
                  </a:lnTo>
                  <a:lnTo>
                    <a:pt x="318" y="318"/>
                  </a:lnTo>
                  <a:lnTo>
                    <a:pt x="358" y="258"/>
                  </a:lnTo>
                  <a:lnTo>
                    <a:pt x="378" y="199"/>
                  </a:lnTo>
                  <a:lnTo>
                    <a:pt x="358" y="119"/>
                  </a:lnTo>
                  <a:lnTo>
                    <a:pt x="318" y="60"/>
                  </a:lnTo>
                  <a:lnTo>
                    <a:pt x="259" y="2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5195450" y="1534275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80" y="1"/>
                  </a:moveTo>
                  <a:lnTo>
                    <a:pt x="40" y="40"/>
                  </a:lnTo>
                  <a:lnTo>
                    <a:pt x="0" y="80"/>
                  </a:lnTo>
                  <a:lnTo>
                    <a:pt x="0" y="140"/>
                  </a:lnTo>
                  <a:lnTo>
                    <a:pt x="0" y="199"/>
                  </a:lnTo>
                  <a:lnTo>
                    <a:pt x="40" y="259"/>
                  </a:lnTo>
                  <a:lnTo>
                    <a:pt x="80" y="279"/>
                  </a:lnTo>
                  <a:lnTo>
                    <a:pt x="139" y="298"/>
                  </a:lnTo>
                  <a:lnTo>
                    <a:pt x="199" y="279"/>
                  </a:lnTo>
                  <a:lnTo>
                    <a:pt x="258" y="259"/>
                  </a:lnTo>
                  <a:lnTo>
                    <a:pt x="278" y="199"/>
                  </a:lnTo>
                  <a:lnTo>
                    <a:pt x="298" y="140"/>
                  </a:lnTo>
                  <a:lnTo>
                    <a:pt x="278" y="80"/>
                  </a:lnTo>
                  <a:lnTo>
                    <a:pt x="258" y="40"/>
                  </a:lnTo>
                  <a:lnTo>
                    <a:pt x="1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5195950" y="1651850"/>
              <a:ext cx="5975" cy="5975"/>
            </a:xfrm>
            <a:custGeom>
              <a:avLst/>
              <a:gdLst/>
              <a:ahLst/>
              <a:cxnLst/>
              <a:rect l="l" t="t" r="r" b="b"/>
              <a:pathLst>
                <a:path w="239" h="239" extrusionOk="0">
                  <a:moveTo>
                    <a:pt x="119" y="0"/>
                  </a:moveTo>
                  <a:lnTo>
                    <a:pt x="79" y="20"/>
                  </a:lnTo>
                  <a:lnTo>
                    <a:pt x="40" y="40"/>
                  </a:lnTo>
                  <a:lnTo>
                    <a:pt x="20" y="80"/>
                  </a:lnTo>
                  <a:lnTo>
                    <a:pt x="0" y="119"/>
                  </a:lnTo>
                  <a:lnTo>
                    <a:pt x="20" y="159"/>
                  </a:lnTo>
                  <a:lnTo>
                    <a:pt x="40" y="199"/>
                  </a:lnTo>
                  <a:lnTo>
                    <a:pt x="79" y="219"/>
                  </a:lnTo>
                  <a:lnTo>
                    <a:pt x="119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8" y="159"/>
                  </a:lnTo>
                  <a:lnTo>
                    <a:pt x="238" y="119"/>
                  </a:lnTo>
                  <a:lnTo>
                    <a:pt x="218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5196925" y="1769900"/>
              <a:ext cx="4000" cy="3500"/>
            </a:xfrm>
            <a:custGeom>
              <a:avLst/>
              <a:gdLst/>
              <a:ahLst/>
              <a:cxnLst/>
              <a:rect l="l" t="t" r="r" b="b"/>
              <a:pathLst>
                <a:path w="160" h="140" extrusionOk="0">
                  <a:moveTo>
                    <a:pt x="60" y="1"/>
                  </a:moveTo>
                  <a:lnTo>
                    <a:pt x="21" y="21"/>
                  </a:lnTo>
                  <a:lnTo>
                    <a:pt x="21" y="40"/>
                  </a:lnTo>
                  <a:lnTo>
                    <a:pt x="1" y="80"/>
                  </a:lnTo>
                  <a:lnTo>
                    <a:pt x="21" y="100"/>
                  </a:lnTo>
                  <a:lnTo>
                    <a:pt x="21" y="120"/>
                  </a:lnTo>
                  <a:lnTo>
                    <a:pt x="60" y="140"/>
                  </a:lnTo>
                  <a:lnTo>
                    <a:pt x="120" y="140"/>
                  </a:lnTo>
                  <a:lnTo>
                    <a:pt x="140" y="120"/>
                  </a:lnTo>
                  <a:lnTo>
                    <a:pt x="160" y="100"/>
                  </a:lnTo>
                  <a:lnTo>
                    <a:pt x="160" y="80"/>
                  </a:lnTo>
                  <a:lnTo>
                    <a:pt x="160" y="40"/>
                  </a:lnTo>
                  <a:lnTo>
                    <a:pt x="140" y="21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5197925" y="1887475"/>
              <a:ext cx="2000" cy="2000"/>
            </a:xfrm>
            <a:custGeom>
              <a:avLst/>
              <a:gdLst/>
              <a:ahLst/>
              <a:cxnLst/>
              <a:rect l="l" t="t" r="r" b="b"/>
              <a:pathLst>
                <a:path w="80" h="80" extrusionOk="0">
                  <a:moveTo>
                    <a:pt x="40" y="0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20" y="60"/>
                  </a:lnTo>
                  <a:lnTo>
                    <a:pt x="40" y="80"/>
                  </a:lnTo>
                  <a:lnTo>
                    <a:pt x="80" y="60"/>
                  </a:lnTo>
                  <a:lnTo>
                    <a:pt x="80" y="40"/>
                  </a:lnTo>
                  <a:lnTo>
                    <a:pt x="8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6"/>
            <p:cNvSpPr/>
            <p:nvPr/>
          </p:nvSpPr>
          <p:spPr>
            <a:xfrm>
              <a:off x="519892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6"/>
            <p:cNvSpPr/>
            <p:nvPr/>
          </p:nvSpPr>
          <p:spPr>
            <a:xfrm>
              <a:off x="519892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5287700" y="238125"/>
              <a:ext cx="28800" cy="28275"/>
            </a:xfrm>
            <a:custGeom>
              <a:avLst/>
              <a:gdLst/>
              <a:ahLst/>
              <a:cxnLst/>
              <a:rect l="l" t="t" r="r" b="b"/>
              <a:pathLst>
                <a:path w="1152" h="1131" extrusionOk="0">
                  <a:moveTo>
                    <a:pt x="457" y="0"/>
                  </a:moveTo>
                  <a:lnTo>
                    <a:pt x="358" y="40"/>
                  </a:lnTo>
                  <a:lnTo>
                    <a:pt x="259" y="99"/>
                  </a:lnTo>
                  <a:lnTo>
                    <a:pt x="179" y="159"/>
                  </a:lnTo>
                  <a:lnTo>
                    <a:pt x="100" y="238"/>
                  </a:lnTo>
                  <a:lnTo>
                    <a:pt x="60" y="337"/>
                  </a:lnTo>
                  <a:lnTo>
                    <a:pt x="21" y="456"/>
                  </a:lnTo>
                  <a:lnTo>
                    <a:pt x="1" y="556"/>
                  </a:lnTo>
                  <a:lnTo>
                    <a:pt x="21" y="675"/>
                  </a:lnTo>
                  <a:lnTo>
                    <a:pt x="60" y="794"/>
                  </a:lnTo>
                  <a:lnTo>
                    <a:pt x="100" y="873"/>
                  </a:lnTo>
                  <a:lnTo>
                    <a:pt x="179" y="972"/>
                  </a:lnTo>
                  <a:lnTo>
                    <a:pt x="259" y="1032"/>
                  </a:lnTo>
                  <a:lnTo>
                    <a:pt x="358" y="1091"/>
                  </a:lnTo>
                  <a:lnTo>
                    <a:pt x="457" y="1131"/>
                  </a:lnTo>
                  <a:lnTo>
                    <a:pt x="695" y="1131"/>
                  </a:lnTo>
                  <a:lnTo>
                    <a:pt x="795" y="1091"/>
                  </a:lnTo>
                  <a:lnTo>
                    <a:pt x="894" y="1032"/>
                  </a:lnTo>
                  <a:lnTo>
                    <a:pt x="973" y="972"/>
                  </a:lnTo>
                  <a:lnTo>
                    <a:pt x="1052" y="873"/>
                  </a:lnTo>
                  <a:lnTo>
                    <a:pt x="1112" y="794"/>
                  </a:lnTo>
                  <a:lnTo>
                    <a:pt x="1132" y="675"/>
                  </a:lnTo>
                  <a:lnTo>
                    <a:pt x="1152" y="556"/>
                  </a:lnTo>
                  <a:lnTo>
                    <a:pt x="1132" y="456"/>
                  </a:lnTo>
                  <a:lnTo>
                    <a:pt x="1112" y="337"/>
                  </a:lnTo>
                  <a:lnTo>
                    <a:pt x="1052" y="238"/>
                  </a:lnTo>
                  <a:lnTo>
                    <a:pt x="973" y="159"/>
                  </a:lnTo>
                  <a:lnTo>
                    <a:pt x="894" y="99"/>
                  </a:lnTo>
                  <a:lnTo>
                    <a:pt x="795" y="40"/>
                  </a:lnTo>
                  <a:lnTo>
                    <a:pt x="6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5288700" y="355675"/>
              <a:ext cx="26825" cy="26800"/>
            </a:xfrm>
            <a:custGeom>
              <a:avLst/>
              <a:gdLst/>
              <a:ahLst/>
              <a:cxnLst/>
              <a:rect l="l" t="t" r="r" b="b"/>
              <a:pathLst>
                <a:path w="1073" h="1072" extrusionOk="0">
                  <a:moveTo>
                    <a:pt x="536" y="1"/>
                  </a:moveTo>
                  <a:lnTo>
                    <a:pt x="437" y="20"/>
                  </a:lnTo>
                  <a:lnTo>
                    <a:pt x="338" y="40"/>
                  </a:lnTo>
                  <a:lnTo>
                    <a:pt x="239" y="100"/>
                  </a:lnTo>
                  <a:lnTo>
                    <a:pt x="159" y="159"/>
                  </a:lnTo>
                  <a:lnTo>
                    <a:pt x="100" y="239"/>
                  </a:lnTo>
                  <a:lnTo>
                    <a:pt x="40" y="338"/>
                  </a:lnTo>
                  <a:lnTo>
                    <a:pt x="20" y="437"/>
                  </a:lnTo>
                  <a:lnTo>
                    <a:pt x="1" y="536"/>
                  </a:lnTo>
                  <a:lnTo>
                    <a:pt x="20" y="635"/>
                  </a:lnTo>
                  <a:lnTo>
                    <a:pt x="40" y="735"/>
                  </a:lnTo>
                  <a:lnTo>
                    <a:pt x="100" y="834"/>
                  </a:lnTo>
                  <a:lnTo>
                    <a:pt x="159" y="913"/>
                  </a:lnTo>
                  <a:lnTo>
                    <a:pt x="239" y="973"/>
                  </a:lnTo>
                  <a:lnTo>
                    <a:pt x="338" y="1032"/>
                  </a:lnTo>
                  <a:lnTo>
                    <a:pt x="437" y="1052"/>
                  </a:lnTo>
                  <a:lnTo>
                    <a:pt x="536" y="1072"/>
                  </a:lnTo>
                  <a:lnTo>
                    <a:pt x="635" y="1052"/>
                  </a:lnTo>
                  <a:lnTo>
                    <a:pt x="755" y="1032"/>
                  </a:lnTo>
                  <a:lnTo>
                    <a:pt x="834" y="973"/>
                  </a:lnTo>
                  <a:lnTo>
                    <a:pt x="913" y="913"/>
                  </a:lnTo>
                  <a:lnTo>
                    <a:pt x="973" y="834"/>
                  </a:lnTo>
                  <a:lnTo>
                    <a:pt x="1032" y="735"/>
                  </a:lnTo>
                  <a:lnTo>
                    <a:pt x="1052" y="635"/>
                  </a:lnTo>
                  <a:lnTo>
                    <a:pt x="1072" y="536"/>
                  </a:lnTo>
                  <a:lnTo>
                    <a:pt x="1052" y="437"/>
                  </a:lnTo>
                  <a:lnTo>
                    <a:pt x="1032" y="338"/>
                  </a:lnTo>
                  <a:lnTo>
                    <a:pt x="973" y="239"/>
                  </a:lnTo>
                  <a:lnTo>
                    <a:pt x="913" y="159"/>
                  </a:lnTo>
                  <a:lnTo>
                    <a:pt x="834" y="100"/>
                  </a:lnTo>
                  <a:lnTo>
                    <a:pt x="755" y="40"/>
                  </a:lnTo>
                  <a:lnTo>
                    <a:pt x="635" y="20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6"/>
            <p:cNvSpPr/>
            <p:nvPr/>
          </p:nvSpPr>
          <p:spPr>
            <a:xfrm>
              <a:off x="5289700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298" y="41"/>
                  </a:lnTo>
                  <a:lnTo>
                    <a:pt x="219" y="80"/>
                  </a:lnTo>
                  <a:lnTo>
                    <a:pt x="139" y="140"/>
                  </a:lnTo>
                  <a:lnTo>
                    <a:pt x="80" y="219"/>
                  </a:lnTo>
                  <a:lnTo>
                    <a:pt x="40" y="299"/>
                  </a:lnTo>
                  <a:lnTo>
                    <a:pt x="20" y="398"/>
                  </a:lnTo>
                  <a:lnTo>
                    <a:pt x="0" y="497"/>
                  </a:lnTo>
                  <a:lnTo>
                    <a:pt x="20" y="596"/>
                  </a:lnTo>
                  <a:lnTo>
                    <a:pt x="40" y="676"/>
                  </a:lnTo>
                  <a:lnTo>
                    <a:pt x="80" y="775"/>
                  </a:lnTo>
                  <a:lnTo>
                    <a:pt x="139" y="834"/>
                  </a:lnTo>
                  <a:lnTo>
                    <a:pt x="219" y="894"/>
                  </a:lnTo>
                  <a:lnTo>
                    <a:pt x="298" y="953"/>
                  </a:lnTo>
                  <a:lnTo>
                    <a:pt x="397" y="973"/>
                  </a:lnTo>
                  <a:lnTo>
                    <a:pt x="496" y="993"/>
                  </a:lnTo>
                  <a:lnTo>
                    <a:pt x="595" y="973"/>
                  </a:lnTo>
                  <a:lnTo>
                    <a:pt x="695" y="953"/>
                  </a:lnTo>
                  <a:lnTo>
                    <a:pt x="774" y="894"/>
                  </a:lnTo>
                  <a:lnTo>
                    <a:pt x="853" y="834"/>
                  </a:lnTo>
                  <a:lnTo>
                    <a:pt x="913" y="775"/>
                  </a:lnTo>
                  <a:lnTo>
                    <a:pt x="953" y="676"/>
                  </a:lnTo>
                  <a:lnTo>
                    <a:pt x="972" y="596"/>
                  </a:lnTo>
                  <a:lnTo>
                    <a:pt x="992" y="497"/>
                  </a:lnTo>
                  <a:lnTo>
                    <a:pt x="972" y="398"/>
                  </a:lnTo>
                  <a:lnTo>
                    <a:pt x="953" y="299"/>
                  </a:lnTo>
                  <a:lnTo>
                    <a:pt x="913" y="219"/>
                  </a:lnTo>
                  <a:lnTo>
                    <a:pt x="853" y="140"/>
                  </a:lnTo>
                  <a:lnTo>
                    <a:pt x="774" y="80"/>
                  </a:lnTo>
                  <a:lnTo>
                    <a:pt x="695" y="41"/>
                  </a:lnTo>
                  <a:lnTo>
                    <a:pt x="5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5290675" y="591300"/>
              <a:ext cx="22850" cy="22850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457" y="0"/>
                  </a:moveTo>
                  <a:lnTo>
                    <a:pt x="358" y="20"/>
                  </a:lnTo>
                  <a:lnTo>
                    <a:pt x="279" y="40"/>
                  </a:lnTo>
                  <a:lnTo>
                    <a:pt x="199" y="80"/>
                  </a:lnTo>
                  <a:lnTo>
                    <a:pt x="140" y="139"/>
                  </a:lnTo>
                  <a:lnTo>
                    <a:pt x="80" y="199"/>
                  </a:lnTo>
                  <a:lnTo>
                    <a:pt x="41" y="278"/>
                  </a:lnTo>
                  <a:lnTo>
                    <a:pt x="21" y="377"/>
                  </a:lnTo>
                  <a:lnTo>
                    <a:pt x="1" y="457"/>
                  </a:lnTo>
                  <a:lnTo>
                    <a:pt x="21" y="556"/>
                  </a:lnTo>
                  <a:lnTo>
                    <a:pt x="41" y="635"/>
                  </a:lnTo>
                  <a:lnTo>
                    <a:pt x="80" y="715"/>
                  </a:lnTo>
                  <a:lnTo>
                    <a:pt x="140" y="794"/>
                  </a:lnTo>
                  <a:lnTo>
                    <a:pt x="199" y="834"/>
                  </a:lnTo>
                  <a:lnTo>
                    <a:pt x="279" y="873"/>
                  </a:lnTo>
                  <a:lnTo>
                    <a:pt x="358" y="913"/>
                  </a:lnTo>
                  <a:lnTo>
                    <a:pt x="556" y="913"/>
                  </a:lnTo>
                  <a:lnTo>
                    <a:pt x="636" y="873"/>
                  </a:lnTo>
                  <a:lnTo>
                    <a:pt x="715" y="834"/>
                  </a:lnTo>
                  <a:lnTo>
                    <a:pt x="775" y="794"/>
                  </a:lnTo>
                  <a:lnTo>
                    <a:pt x="834" y="715"/>
                  </a:lnTo>
                  <a:lnTo>
                    <a:pt x="874" y="635"/>
                  </a:lnTo>
                  <a:lnTo>
                    <a:pt x="914" y="556"/>
                  </a:lnTo>
                  <a:lnTo>
                    <a:pt x="914" y="457"/>
                  </a:lnTo>
                  <a:lnTo>
                    <a:pt x="914" y="377"/>
                  </a:lnTo>
                  <a:lnTo>
                    <a:pt x="874" y="278"/>
                  </a:lnTo>
                  <a:lnTo>
                    <a:pt x="834" y="199"/>
                  </a:lnTo>
                  <a:lnTo>
                    <a:pt x="775" y="139"/>
                  </a:lnTo>
                  <a:lnTo>
                    <a:pt x="715" y="80"/>
                  </a:lnTo>
                  <a:lnTo>
                    <a:pt x="636" y="40"/>
                  </a:lnTo>
                  <a:lnTo>
                    <a:pt x="55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5291675" y="709350"/>
              <a:ext cx="20850" cy="20875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338" y="1"/>
                  </a:moveTo>
                  <a:lnTo>
                    <a:pt x="259" y="21"/>
                  </a:lnTo>
                  <a:lnTo>
                    <a:pt x="179" y="60"/>
                  </a:lnTo>
                  <a:lnTo>
                    <a:pt x="120" y="120"/>
                  </a:lnTo>
                  <a:lnTo>
                    <a:pt x="80" y="179"/>
                  </a:lnTo>
                  <a:lnTo>
                    <a:pt x="40" y="259"/>
                  </a:lnTo>
                  <a:lnTo>
                    <a:pt x="1" y="338"/>
                  </a:lnTo>
                  <a:lnTo>
                    <a:pt x="1" y="417"/>
                  </a:lnTo>
                  <a:lnTo>
                    <a:pt x="1" y="497"/>
                  </a:lnTo>
                  <a:lnTo>
                    <a:pt x="40" y="576"/>
                  </a:lnTo>
                  <a:lnTo>
                    <a:pt x="80" y="656"/>
                  </a:lnTo>
                  <a:lnTo>
                    <a:pt x="120" y="715"/>
                  </a:lnTo>
                  <a:lnTo>
                    <a:pt x="179" y="755"/>
                  </a:lnTo>
                  <a:lnTo>
                    <a:pt x="259" y="794"/>
                  </a:lnTo>
                  <a:lnTo>
                    <a:pt x="338" y="834"/>
                  </a:lnTo>
                  <a:lnTo>
                    <a:pt x="497" y="834"/>
                  </a:lnTo>
                  <a:lnTo>
                    <a:pt x="576" y="794"/>
                  </a:lnTo>
                  <a:lnTo>
                    <a:pt x="655" y="755"/>
                  </a:lnTo>
                  <a:lnTo>
                    <a:pt x="715" y="715"/>
                  </a:lnTo>
                  <a:lnTo>
                    <a:pt x="774" y="656"/>
                  </a:lnTo>
                  <a:lnTo>
                    <a:pt x="794" y="576"/>
                  </a:lnTo>
                  <a:lnTo>
                    <a:pt x="834" y="497"/>
                  </a:lnTo>
                  <a:lnTo>
                    <a:pt x="834" y="417"/>
                  </a:lnTo>
                  <a:lnTo>
                    <a:pt x="834" y="338"/>
                  </a:lnTo>
                  <a:lnTo>
                    <a:pt x="794" y="259"/>
                  </a:lnTo>
                  <a:lnTo>
                    <a:pt x="774" y="179"/>
                  </a:lnTo>
                  <a:lnTo>
                    <a:pt x="715" y="120"/>
                  </a:lnTo>
                  <a:lnTo>
                    <a:pt x="655" y="60"/>
                  </a:lnTo>
                  <a:lnTo>
                    <a:pt x="576" y="21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5292675" y="826925"/>
              <a:ext cx="18875" cy="19375"/>
            </a:xfrm>
            <a:custGeom>
              <a:avLst/>
              <a:gdLst/>
              <a:ahLst/>
              <a:cxnLst/>
              <a:rect l="l" t="t" r="r" b="b"/>
              <a:pathLst>
                <a:path w="755" h="775" extrusionOk="0">
                  <a:moveTo>
                    <a:pt x="377" y="0"/>
                  </a:moveTo>
                  <a:lnTo>
                    <a:pt x="298" y="20"/>
                  </a:lnTo>
                  <a:lnTo>
                    <a:pt x="238" y="40"/>
                  </a:lnTo>
                  <a:lnTo>
                    <a:pt x="159" y="80"/>
                  </a:lnTo>
                  <a:lnTo>
                    <a:pt x="119" y="119"/>
                  </a:lnTo>
                  <a:lnTo>
                    <a:pt x="60" y="179"/>
                  </a:lnTo>
                  <a:lnTo>
                    <a:pt x="20" y="238"/>
                  </a:lnTo>
                  <a:lnTo>
                    <a:pt x="0" y="318"/>
                  </a:lnTo>
                  <a:lnTo>
                    <a:pt x="0" y="397"/>
                  </a:lnTo>
                  <a:lnTo>
                    <a:pt x="0" y="457"/>
                  </a:lnTo>
                  <a:lnTo>
                    <a:pt x="20" y="536"/>
                  </a:lnTo>
                  <a:lnTo>
                    <a:pt x="60" y="596"/>
                  </a:lnTo>
                  <a:lnTo>
                    <a:pt x="119" y="655"/>
                  </a:lnTo>
                  <a:lnTo>
                    <a:pt x="159" y="695"/>
                  </a:lnTo>
                  <a:lnTo>
                    <a:pt x="238" y="734"/>
                  </a:lnTo>
                  <a:lnTo>
                    <a:pt x="298" y="754"/>
                  </a:lnTo>
                  <a:lnTo>
                    <a:pt x="377" y="774"/>
                  </a:lnTo>
                  <a:lnTo>
                    <a:pt x="457" y="754"/>
                  </a:lnTo>
                  <a:lnTo>
                    <a:pt x="536" y="734"/>
                  </a:lnTo>
                  <a:lnTo>
                    <a:pt x="596" y="695"/>
                  </a:lnTo>
                  <a:lnTo>
                    <a:pt x="655" y="655"/>
                  </a:lnTo>
                  <a:lnTo>
                    <a:pt x="695" y="596"/>
                  </a:lnTo>
                  <a:lnTo>
                    <a:pt x="734" y="536"/>
                  </a:lnTo>
                  <a:lnTo>
                    <a:pt x="754" y="457"/>
                  </a:lnTo>
                  <a:lnTo>
                    <a:pt x="754" y="397"/>
                  </a:lnTo>
                  <a:lnTo>
                    <a:pt x="754" y="318"/>
                  </a:lnTo>
                  <a:lnTo>
                    <a:pt x="734" y="238"/>
                  </a:lnTo>
                  <a:lnTo>
                    <a:pt x="695" y="179"/>
                  </a:lnTo>
                  <a:lnTo>
                    <a:pt x="655" y="119"/>
                  </a:lnTo>
                  <a:lnTo>
                    <a:pt x="596" y="80"/>
                  </a:lnTo>
                  <a:lnTo>
                    <a:pt x="536" y="40"/>
                  </a:lnTo>
                  <a:lnTo>
                    <a:pt x="457" y="20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6"/>
            <p:cNvSpPr/>
            <p:nvPr/>
          </p:nvSpPr>
          <p:spPr>
            <a:xfrm>
              <a:off x="5293650" y="944975"/>
              <a:ext cx="16900" cy="16900"/>
            </a:xfrm>
            <a:custGeom>
              <a:avLst/>
              <a:gdLst/>
              <a:ahLst/>
              <a:cxnLst/>
              <a:rect l="l" t="t" r="r" b="b"/>
              <a:pathLst>
                <a:path w="676" h="676" extrusionOk="0">
                  <a:moveTo>
                    <a:pt x="279" y="1"/>
                  </a:moveTo>
                  <a:lnTo>
                    <a:pt x="199" y="21"/>
                  </a:lnTo>
                  <a:lnTo>
                    <a:pt x="140" y="60"/>
                  </a:lnTo>
                  <a:lnTo>
                    <a:pt x="100" y="100"/>
                  </a:lnTo>
                  <a:lnTo>
                    <a:pt x="61" y="159"/>
                  </a:lnTo>
                  <a:lnTo>
                    <a:pt x="21" y="199"/>
                  </a:lnTo>
                  <a:lnTo>
                    <a:pt x="1" y="278"/>
                  </a:lnTo>
                  <a:lnTo>
                    <a:pt x="1" y="338"/>
                  </a:lnTo>
                  <a:lnTo>
                    <a:pt x="1" y="417"/>
                  </a:lnTo>
                  <a:lnTo>
                    <a:pt x="21" y="477"/>
                  </a:lnTo>
                  <a:lnTo>
                    <a:pt x="61" y="536"/>
                  </a:lnTo>
                  <a:lnTo>
                    <a:pt x="100" y="576"/>
                  </a:lnTo>
                  <a:lnTo>
                    <a:pt x="140" y="616"/>
                  </a:lnTo>
                  <a:lnTo>
                    <a:pt x="199" y="655"/>
                  </a:lnTo>
                  <a:lnTo>
                    <a:pt x="279" y="675"/>
                  </a:lnTo>
                  <a:lnTo>
                    <a:pt x="418" y="675"/>
                  </a:lnTo>
                  <a:lnTo>
                    <a:pt x="477" y="655"/>
                  </a:lnTo>
                  <a:lnTo>
                    <a:pt x="537" y="616"/>
                  </a:lnTo>
                  <a:lnTo>
                    <a:pt x="576" y="576"/>
                  </a:lnTo>
                  <a:lnTo>
                    <a:pt x="616" y="536"/>
                  </a:lnTo>
                  <a:lnTo>
                    <a:pt x="656" y="477"/>
                  </a:lnTo>
                  <a:lnTo>
                    <a:pt x="676" y="417"/>
                  </a:lnTo>
                  <a:lnTo>
                    <a:pt x="676" y="338"/>
                  </a:lnTo>
                  <a:lnTo>
                    <a:pt x="676" y="278"/>
                  </a:lnTo>
                  <a:lnTo>
                    <a:pt x="656" y="199"/>
                  </a:lnTo>
                  <a:lnTo>
                    <a:pt x="616" y="159"/>
                  </a:lnTo>
                  <a:lnTo>
                    <a:pt x="576" y="100"/>
                  </a:lnTo>
                  <a:lnTo>
                    <a:pt x="537" y="60"/>
                  </a:lnTo>
                  <a:lnTo>
                    <a:pt x="477" y="21"/>
                  </a:lnTo>
                  <a:lnTo>
                    <a:pt x="4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5294650" y="1062550"/>
              <a:ext cx="14900" cy="15400"/>
            </a:xfrm>
            <a:custGeom>
              <a:avLst/>
              <a:gdLst/>
              <a:ahLst/>
              <a:cxnLst/>
              <a:rect l="l" t="t" r="r" b="b"/>
              <a:pathLst>
                <a:path w="596" h="616" extrusionOk="0">
                  <a:moveTo>
                    <a:pt x="298" y="0"/>
                  </a:moveTo>
                  <a:lnTo>
                    <a:pt x="239" y="20"/>
                  </a:lnTo>
                  <a:lnTo>
                    <a:pt x="179" y="40"/>
                  </a:lnTo>
                  <a:lnTo>
                    <a:pt x="80" y="99"/>
                  </a:lnTo>
                  <a:lnTo>
                    <a:pt x="21" y="199"/>
                  </a:lnTo>
                  <a:lnTo>
                    <a:pt x="1" y="258"/>
                  </a:lnTo>
                  <a:lnTo>
                    <a:pt x="1" y="318"/>
                  </a:lnTo>
                  <a:lnTo>
                    <a:pt x="1" y="377"/>
                  </a:lnTo>
                  <a:lnTo>
                    <a:pt x="21" y="437"/>
                  </a:lnTo>
                  <a:lnTo>
                    <a:pt x="80" y="536"/>
                  </a:lnTo>
                  <a:lnTo>
                    <a:pt x="179" y="595"/>
                  </a:lnTo>
                  <a:lnTo>
                    <a:pt x="239" y="615"/>
                  </a:lnTo>
                  <a:lnTo>
                    <a:pt x="358" y="615"/>
                  </a:lnTo>
                  <a:lnTo>
                    <a:pt x="417" y="595"/>
                  </a:lnTo>
                  <a:lnTo>
                    <a:pt x="517" y="536"/>
                  </a:lnTo>
                  <a:lnTo>
                    <a:pt x="576" y="437"/>
                  </a:lnTo>
                  <a:lnTo>
                    <a:pt x="596" y="377"/>
                  </a:lnTo>
                  <a:lnTo>
                    <a:pt x="596" y="318"/>
                  </a:lnTo>
                  <a:lnTo>
                    <a:pt x="596" y="258"/>
                  </a:lnTo>
                  <a:lnTo>
                    <a:pt x="576" y="199"/>
                  </a:lnTo>
                  <a:lnTo>
                    <a:pt x="517" y="99"/>
                  </a:lnTo>
                  <a:lnTo>
                    <a:pt x="417" y="40"/>
                  </a:lnTo>
                  <a:lnTo>
                    <a:pt x="358" y="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6"/>
            <p:cNvSpPr/>
            <p:nvPr/>
          </p:nvSpPr>
          <p:spPr>
            <a:xfrm>
              <a:off x="5295650" y="1180600"/>
              <a:ext cx="12925" cy="13425"/>
            </a:xfrm>
            <a:custGeom>
              <a:avLst/>
              <a:gdLst/>
              <a:ahLst/>
              <a:cxnLst/>
              <a:rect l="l" t="t" r="r" b="b"/>
              <a:pathLst>
                <a:path w="517" h="537" extrusionOk="0">
                  <a:moveTo>
                    <a:pt x="258" y="1"/>
                  </a:moveTo>
                  <a:lnTo>
                    <a:pt x="159" y="20"/>
                  </a:lnTo>
                  <a:lnTo>
                    <a:pt x="80" y="80"/>
                  </a:lnTo>
                  <a:lnTo>
                    <a:pt x="20" y="159"/>
                  </a:lnTo>
                  <a:lnTo>
                    <a:pt x="0" y="259"/>
                  </a:lnTo>
                  <a:lnTo>
                    <a:pt x="20" y="378"/>
                  </a:lnTo>
                  <a:lnTo>
                    <a:pt x="80" y="457"/>
                  </a:lnTo>
                  <a:lnTo>
                    <a:pt x="159" y="516"/>
                  </a:lnTo>
                  <a:lnTo>
                    <a:pt x="258" y="536"/>
                  </a:lnTo>
                  <a:lnTo>
                    <a:pt x="357" y="516"/>
                  </a:lnTo>
                  <a:lnTo>
                    <a:pt x="457" y="457"/>
                  </a:lnTo>
                  <a:lnTo>
                    <a:pt x="496" y="378"/>
                  </a:lnTo>
                  <a:lnTo>
                    <a:pt x="516" y="259"/>
                  </a:lnTo>
                  <a:lnTo>
                    <a:pt x="496" y="159"/>
                  </a:lnTo>
                  <a:lnTo>
                    <a:pt x="457" y="80"/>
                  </a:lnTo>
                  <a:lnTo>
                    <a:pt x="357" y="2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5296650" y="1298650"/>
              <a:ext cx="11425" cy="10950"/>
            </a:xfrm>
            <a:custGeom>
              <a:avLst/>
              <a:gdLst/>
              <a:ahLst/>
              <a:cxnLst/>
              <a:rect l="l" t="t" r="r" b="b"/>
              <a:pathLst>
                <a:path w="457" h="438" extrusionOk="0">
                  <a:moveTo>
                    <a:pt x="139" y="1"/>
                  </a:moveTo>
                  <a:lnTo>
                    <a:pt x="60" y="60"/>
                  </a:lnTo>
                  <a:lnTo>
                    <a:pt x="0" y="140"/>
                  </a:lnTo>
                  <a:lnTo>
                    <a:pt x="0" y="219"/>
                  </a:lnTo>
                  <a:lnTo>
                    <a:pt x="0" y="299"/>
                  </a:lnTo>
                  <a:lnTo>
                    <a:pt x="60" y="378"/>
                  </a:lnTo>
                  <a:lnTo>
                    <a:pt x="139" y="437"/>
                  </a:lnTo>
                  <a:lnTo>
                    <a:pt x="317" y="437"/>
                  </a:lnTo>
                  <a:lnTo>
                    <a:pt x="377" y="378"/>
                  </a:lnTo>
                  <a:lnTo>
                    <a:pt x="437" y="299"/>
                  </a:lnTo>
                  <a:lnTo>
                    <a:pt x="456" y="219"/>
                  </a:lnTo>
                  <a:lnTo>
                    <a:pt x="437" y="140"/>
                  </a:lnTo>
                  <a:lnTo>
                    <a:pt x="377" y="60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6"/>
            <p:cNvSpPr/>
            <p:nvPr/>
          </p:nvSpPr>
          <p:spPr>
            <a:xfrm>
              <a:off x="5297125" y="1416225"/>
              <a:ext cx="9950" cy="9450"/>
            </a:xfrm>
            <a:custGeom>
              <a:avLst/>
              <a:gdLst/>
              <a:ahLst/>
              <a:cxnLst/>
              <a:rect l="l" t="t" r="r" b="b"/>
              <a:pathLst>
                <a:path w="398" h="378" extrusionOk="0">
                  <a:moveTo>
                    <a:pt x="199" y="0"/>
                  </a:moveTo>
                  <a:lnTo>
                    <a:pt x="120" y="20"/>
                  </a:lnTo>
                  <a:lnTo>
                    <a:pt x="60" y="60"/>
                  </a:lnTo>
                  <a:lnTo>
                    <a:pt x="21" y="119"/>
                  </a:lnTo>
                  <a:lnTo>
                    <a:pt x="1" y="199"/>
                  </a:lnTo>
                  <a:lnTo>
                    <a:pt x="21" y="258"/>
                  </a:lnTo>
                  <a:lnTo>
                    <a:pt x="60" y="318"/>
                  </a:lnTo>
                  <a:lnTo>
                    <a:pt x="120" y="358"/>
                  </a:lnTo>
                  <a:lnTo>
                    <a:pt x="199" y="377"/>
                  </a:lnTo>
                  <a:lnTo>
                    <a:pt x="279" y="358"/>
                  </a:lnTo>
                  <a:lnTo>
                    <a:pt x="338" y="318"/>
                  </a:lnTo>
                  <a:lnTo>
                    <a:pt x="378" y="258"/>
                  </a:lnTo>
                  <a:lnTo>
                    <a:pt x="398" y="199"/>
                  </a:lnTo>
                  <a:lnTo>
                    <a:pt x="378" y="119"/>
                  </a:lnTo>
                  <a:lnTo>
                    <a:pt x="338" y="60"/>
                  </a:lnTo>
                  <a:lnTo>
                    <a:pt x="279" y="20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5298125" y="1534275"/>
              <a:ext cx="7975" cy="7475"/>
            </a:xfrm>
            <a:custGeom>
              <a:avLst/>
              <a:gdLst/>
              <a:ahLst/>
              <a:cxnLst/>
              <a:rect l="l" t="t" r="r" b="b"/>
              <a:pathLst>
                <a:path w="319" h="299" extrusionOk="0">
                  <a:moveTo>
                    <a:pt x="100" y="1"/>
                  </a:moveTo>
                  <a:lnTo>
                    <a:pt x="60" y="40"/>
                  </a:lnTo>
                  <a:lnTo>
                    <a:pt x="20" y="80"/>
                  </a:lnTo>
                  <a:lnTo>
                    <a:pt x="1" y="140"/>
                  </a:lnTo>
                  <a:lnTo>
                    <a:pt x="20" y="199"/>
                  </a:lnTo>
                  <a:lnTo>
                    <a:pt x="60" y="259"/>
                  </a:lnTo>
                  <a:lnTo>
                    <a:pt x="100" y="279"/>
                  </a:lnTo>
                  <a:lnTo>
                    <a:pt x="159" y="298"/>
                  </a:lnTo>
                  <a:lnTo>
                    <a:pt x="219" y="279"/>
                  </a:lnTo>
                  <a:lnTo>
                    <a:pt x="258" y="259"/>
                  </a:lnTo>
                  <a:lnTo>
                    <a:pt x="298" y="199"/>
                  </a:lnTo>
                  <a:lnTo>
                    <a:pt x="318" y="140"/>
                  </a:lnTo>
                  <a:lnTo>
                    <a:pt x="298" y="80"/>
                  </a:lnTo>
                  <a:lnTo>
                    <a:pt x="258" y="40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6"/>
            <p:cNvSpPr/>
            <p:nvPr/>
          </p:nvSpPr>
          <p:spPr>
            <a:xfrm>
              <a:off x="5299125" y="1651850"/>
              <a:ext cx="5975" cy="5975"/>
            </a:xfrm>
            <a:custGeom>
              <a:avLst/>
              <a:gdLst/>
              <a:ahLst/>
              <a:cxnLst/>
              <a:rect l="l" t="t" r="r" b="b"/>
              <a:pathLst>
                <a:path w="239" h="239" extrusionOk="0">
                  <a:moveTo>
                    <a:pt x="119" y="0"/>
                  </a:moveTo>
                  <a:lnTo>
                    <a:pt x="80" y="20"/>
                  </a:lnTo>
                  <a:lnTo>
                    <a:pt x="40" y="40"/>
                  </a:lnTo>
                  <a:lnTo>
                    <a:pt x="20" y="80"/>
                  </a:lnTo>
                  <a:lnTo>
                    <a:pt x="0" y="119"/>
                  </a:lnTo>
                  <a:lnTo>
                    <a:pt x="20" y="159"/>
                  </a:lnTo>
                  <a:lnTo>
                    <a:pt x="40" y="199"/>
                  </a:lnTo>
                  <a:lnTo>
                    <a:pt x="80" y="219"/>
                  </a:lnTo>
                  <a:lnTo>
                    <a:pt x="119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8" y="159"/>
                  </a:lnTo>
                  <a:lnTo>
                    <a:pt x="238" y="119"/>
                  </a:lnTo>
                  <a:lnTo>
                    <a:pt x="218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6"/>
            <p:cNvSpPr/>
            <p:nvPr/>
          </p:nvSpPr>
          <p:spPr>
            <a:xfrm>
              <a:off x="5300100" y="1769900"/>
              <a:ext cx="4000" cy="3500"/>
            </a:xfrm>
            <a:custGeom>
              <a:avLst/>
              <a:gdLst/>
              <a:ahLst/>
              <a:cxnLst/>
              <a:rect l="l" t="t" r="r" b="b"/>
              <a:pathLst>
                <a:path w="160" h="140" extrusionOk="0">
                  <a:moveTo>
                    <a:pt x="60" y="1"/>
                  </a:moveTo>
                  <a:lnTo>
                    <a:pt x="21" y="21"/>
                  </a:lnTo>
                  <a:lnTo>
                    <a:pt x="21" y="40"/>
                  </a:lnTo>
                  <a:lnTo>
                    <a:pt x="1" y="80"/>
                  </a:lnTo>
                  <a:lnTo>
                    <a:pt x="21" y="100"/>
                  </a:lnTo>
                  <a:lnTo>
                    <a:pt x="21" y="120"/>
                  </a:lnTo>
                  <a:lnTo>
                    <a:pt x="60" y="140"/>
                  </a:lnTo>
                  <a:lnTo>
                    <a:pt x="120" y="140"/>
                  </a:lnTo>
                  <a:lnTo>
                    <a:pt x="140" y="120"/>
                  </a:lnTo>
                  <a:lnTo>
                    <a:pt x="160" y="100"/>
                  </a:lnTo>
                  <a:lnTo>
                    <a:pt x="160" y="80"/>
                  </a:lnTo>
                  <a:lnTo>
                    <a:pt x="160" y="40"/>
                  </a:lnTo>
                  <a:lnTo>
                    <a:pt x="140" y="21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6"/>
            <p:cNvSpPr/>
            <p:nvPr/>
          </p:nvSpPr>
          <p:spPr>
            <a:xfrm>
              <a:off x="5301100" y="1887475"/>
              <a:ext cx="2000" cy="2000"/>
            </a:xfrm>
            <a:custGeom>
              <a:avLst/>
              <a:gdLst/>
              <a:ahLst/>
              <a:cxnLst/>
              <a:rect l="l" t="t" r="r" b="b"/>
              <a:pathLst>
                <a:path w="80" h="80" extrusionOk="0">
                  <a:moveTo>
                    <a:pt x="40" y="0"/>
                  </a:moveTo>
                  <a:lnTo>
                    <a:pt x="20" y="20"/>
                  </a:lnTo>
                  <a:lnTo>
                    <a:pt x="1" y="40"/>
                  </a:lnTo>
                  <a:lnTo>
                    <a:pt x="20" y="60"/>
                  </a:lnTo>
                  <a:lnTo>
                    <a:pt x="40" y="80"/>
                  </a:lnTo>
                  <a:lnTo>
                    <a:pt x="60" y="60"/>
                  </a:lnTo>
                  <a:lnTo>
                    <a:pt x="80" y="40"/>
                  </a:lnTo>
                  <a:lnTo>
                    <a:pt x="6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530210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6"/>
            <p:cNvSpPr/>
            <p:nvPr/>
          </p:nvSpPr>
          <p:spPr>
            <a:xfrm>
              <a:off x="530210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6"/>
            <p:cNvSpPr/>
            <p:nvPr/>
          </p:nvSpPr>
          <p:spPr>
            <a:xfrm>
              <a:off x="5390875" y="238125"/>
              <a:ext cx="28800" cy="28275"/>
            </a:xfrm>
            <a:custGeom>
              <a:avLst/>
              <a:gdLst/>
              <a:ahLst/>
              <a:cxnLst/>
              <a:rect l="l" t="t" r="r" b="b"/>
              <a:pathLst>
                <a:path w="1152" h="1131" extrusionOk="0">
                  <a:moveTo>
                    <a:pt x="457" y="0"/>
                  </a:moveTo>
                  <a:lnTo>
                    <a:pt x="358" y="40"/>
                  </a:lnTo>
                  <a:lnTo>
                    <a:pt x="259" y="99"/>
                  </a:lnTo>
                  <a:lnTo>
                    <a:pt x="180" y="159"/>
                  </a:lnTo>
                  <a:lnTo>
                    <a:pt x="100" y="238"/>
                  </a:lnTo>
                  <a:lnTo>
                    <a:pt x="61" y="337"/>
                  </a:lnTo>
                  <a:lnTo>
                    <a:pt x="21" y="456"/>
                  </a:lnTo>
                  <a:lnTo>
                    <a:pt x="1" y="556"/>
                  </a:lnTo>
                  <a:lnTo>
                    <a:pt x="21" y="675"/>
                  </a:lnTo>
                  <a:lnTo>
                    <a:pt x="61" y="794"/>
                  </a:lnTo>
                  <a:lnTo>
                    <a:pt x="100" y="873"/>
                  </a:lnTo>
                  <a:lnTo>
                    <a:pt x="180" y="972"/>
                  </a:lnTo>
                  <a:lnTo>
                    <a:pt x="259" y="1032"/>
                  </a:lnTo>
                  <a:lnTo>
                    <a:pt x="358" y="1091"/>
                  </a:lnTo>
                  <a:lnTo>
                    <a:pt x="457" y="1131"/>
                  </a:lnTo>
                  <a:lnTo>
                    <a:pt x="695" y="1131"/>
                  </a:lnTo>
                  <a:lnTo>
                    <a:pt x="795" y="1091"/>
                  </a:lnTo>
                  <a:lnTo>
                    <a:pt x="894" y="1032"/>
                  </a:lnTo>
                  <a:lnTo>
                    <a:pt x="973" y="972"/>
                  </a:lnTo>
                  <a:lnTo>
                    <a:pt x="1053" y="873"/>
                  </a:lnTo>
                  <a:lnTo>
                    <a:pt x="1092" y="794"/>
                  </a:lnTo>
                  <a:lnTo>
                    <a:pt x="1132" y="675"/>
                  </a:lnTo>
                  <a:lnTo>
                    <a:pt x="1152" y="556"/>
                  </a:lnTo>
                  <a:lnTo>
                    <a:pt x="1132" y="456"/>
                  </a:lnTo>
                  <a:lnTo>
                    <a:pt x="1092" y="337"/>
                  </a:lnTo>
                  <a:lnTo>
                    <a:pt x="1053" y="238"/>
                  </a:lnTo>
                  <a:lnTo>
                    <a:pt x="973" y="159"/>
                  </a:lnTo>
                  <a:lnTo>
                    <a:pt x="894" y="99"/>
                  </a:lnTo>
                  <a:lnTo>
                    <a:pt x="795" y="40"/>
                  </a:lnTo>
                  <a:lnTo>
                    <a:pt x="6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6"/>
            <p:cNvSpPr/>
            <p:nvPr/>
          </p:nvSpPr>
          <p:spPr>
            <a:xfrm>
              <a:off x="5391875" y="355675"/>
              <a:ext cx="26825" cy="26800"/>
            </a:xfrm>
            <a:custGeom>
              <a:avLst/>
              <a:gdLst/>
              <a:ahLst/>
              <a:cxnLst/>
              <a:rect l="l" t="t" r="r" b="b"/>
              <a:pathLst>
                <a:path w="1073" h="1072" extrusionOk="0">
                  <a:moveTo>
                    <a:pt x="536" y="1"/>
                  </a:moveTo>
                  <a:lnTo>
                    <a:pt x="437" y="20"/>
                  </a:lnTo>
                  <a:lnTo>
                    <a:pt x="338" y="40"/>
                  </a:lnTo>
                  <a:lnTo>
                    <a:pt x="239" y="100"/>
                  </a:lnTo>
                  <a:lnTo>
                    <a:pt x="159" y="159"/>
                  </a:lnTo>
                  <a:lnTo>
                    <a:pt x="100" y="239"/>
                  </a:lnTo>
                  <a:lnTo>
                    <a:pt x="40" y="338"/>
                  </a:lnTo>
                  <a:lnTo>
                    <a:pt x="21" y="437"/>
                  </a:lnTo>
                  <a:lnTo>
                    <a:pt x="1" y="536"/>
                  </a:lnTo>
                  <a:lnTo>
                    <a:pt x="21" y="635"/>
                  </a:lnTo>
                  <a:lnTo>
                    <a:pt x="40" y="735"/>
                  </a:lnTo>
                  <a:lnTo>
                    <a:pt x="100" y="834"/>
                  </a:lnTo>
                  <a:lnTo>
                    <a:pt x="159" y="913"/>
                  </a:lnTo>
                  <a:lnTo>
                    <a:pt x="239" y="973"/>
                  </a:lnTo>
                  <a:lnTo>
                    <a:pt x="338" y="1032"/>
                  </a:lnTo>
                  <a:lnTo>
                    <a:pt x="437" y="1052"/>
                  </a:lnTo>
                  <a:lnTo>
                    <a:pt x="536" y="1072"/>
                  </a:lnTo>
                  <a:lnTo>
                    <a:pt x="636" y="1052"/>
                  </a:lnTo>
                  <a:lnTo>
                    <a:pt x="735" y="1032"/>
                  </a:lnTo>
                  <a:lnTo>
                    <a:pt x="834" y="973"/>
                  </a:lnTo>
                  <a:lnTo>
                    <a:pt x="913" y="913"/>
                  </a:lnTo>
                  <a:lnTo>
                    <a:pt x="973" y="834"/>
                  </a:lnTo>
                  <a:lnTo>
                    <a:pt x="1032" y="735"/>
                  </a:lnTo>
                  <a:lnTo>
                    <a:pt x="1052" y="635"/>
                  </a:lnTo>
                  <a:lnTo>
                    <a:pt x="1072" y="536"/>
                  </a:lnTo>
                  <a:lnTo>
                    <a:pt x="1052" y="437"/>
                  </a:lnTo>
                  <a:lnTo>
                    <a:pt x="1032" y="338"/>
                  </a:lnTo>
                  <a:lnTo>
                    <a:pt x="973" y="239"/>
                  </a:lnTo>
                  <a:lnTo>
                    <a:pt x="913" y="159"/>
                  </a:lnTo>
                  <a:lnTo>
                    <a:pt x="834" y="100"/>
                  </a:lnTo>
                  <a:lnTo>
                    <a:pt x="735" y="40"/>
                  </a:lnTo>
                  <a:lnTo>
                    <a:pt x="636" y="20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6"/>
            <p:cNvSpPr/>
            <p:nvPr/>
          </p:nvSpPr>
          <p:spPr>
            <a:xfrm>
              <a:off x="5392875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298" y="41"/>
                  </a:lnTo>
                  <a:lnTo>
                    <a:pt x="219" y="80"/>
                  </a:lnTo>
                  <a:lnTo>
                    <a:pt x="139" y="140"/>
                  </a:lnTo>
                  <a:lnTo>
                    <a:pt x="80" y="219"/>
                  </a:lnTo>
                  <a:lnTo>
                    <a:pt x="40" y="299"/>
                  </a:lnTo>
                  <a:lnTo>
                    <a:pt x="20" y="398"/>
                  </a:lnTo>
                  <a:lnTo>
                    <a:pt x="0" y="497"/>
                  </a:lnTo>
                  <a:lnTo>
                    <a:pt x="20" y="596"/>
                  </a:lnTo>
                  <a:lnTo>
                    <a:pt x="40" y="676"/>
                  </a:lnTo>
                  <a:lnTo>
                    <a:pt x="80" y="775"/>
                  </a:lnTo>
                  <a:lnTo>
                    <a:pt x="139" y="834"/>
                  </a:lnTo>
                  <a:lnTo>
                    <a:pt x="219" y="894"/>
                  </a:lnTo>
                  <a:lnTo>
                    <a:pt x="298" y="953"/>
                  </a:lnTo>
                  <a:lnTo>
                    <a:pt x="397" y="973"/>
                  </a:lnTo>
                  <a:lnTo>
                    <a:pt x="496" y="993"/>
                  </a:lnTo>
                  <a:lnTo>
                    <a:pt x="596" y="973"/>
                  </a:lnTo>
                  <a:lnTo>
                    <a:pt x="695" y="953"/>
                  </a:lnTo>
                  <a:lnTo>
                    <a:pt x="774" y="894"/>
                  </a:lnTo>
                  <a:lnTo>
                    <a:pt x="854" y="834"/>
                  </a:lnTo>
                  <a:lnTo>
                    <a:pt x="913" y="775"/>
                  </a:lnTo>
                  <a:lnTo>
                    <a:pt x="953" y="676"/>
                  </a:lnTo>
                  <a:lnTo>
                    <a:pt x="973" y="596"/>
                  </a:lnTo>
                  <a:lnTo>
                    <a:pt x="992" y="497"/>
                  </a:lnTo>
                  <a:lnTo>
                    <a:pt x="973" y="398"/>
                  </a:lnTo>
                  <a:lnTo>
                    <a:pt x="953" y="299"/>
                  </a:lnTo>
                  <a:lnTo>
                    <a:pt x="913" y="219"/>
                  </a:lnTo>
                  <a:lnTo>
                    <a:pt x="854" y="140"/>
                  </a:lnTo>
                  <a:lnTo>
                    <a:pt x="774" y="80"/>
                  </a:lnTo>
                  <a:lnTo>
                    <a:pt x="695" y="41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6"/>
            <p:cNvSpPr/>
            <p:nvPr/>
          </p:nvSpPr>
          <p:spPr>
            <a:xfrm>
              <a:off x="5393875" y="591300"/>
              <a:ext cx="22825" cy="22850"/>
            </a:xfrm>
            <a:custGeom>
              <a:avLst/>
              <a:gdLst/>
              <a:ahLst/>
              <a:cxnLst/>
              <a:rect l="l" t="t" r="r" b="b"/>
              <a:pathLst>
                <a:path w="913" h="914" extrusionOk="0">
                  <a:moveTo>
                    <a:pt x="456" y="0"/>
                  </a:moveTo>
                  <a:lnTo>
                    <a:pt x="357" y="20"/>
                  </a:lnTo>
                  <a:lnTo>
                    <a:pt x="278" y="40"/>
                  </a:lnTo>
                  <a:lnTo>
                    <a:pt x="198" y="80"/>
                  </a:lnTo>
                  <a:lnTo>
                    <a:pt x="139" y="139"/>
                  </a:lnTo>
                  <a:lnTo>
                    <a:pt x="79" y="199"/>
                  </a:lnTo>
                  <a:lnTo>
                    <a:pt x="40" y="278"/>
                  </a:lnTo>
                  <a:lnTo>
                    <a:pt x="0" y="377"/>
                  </a:lnTo>
                  <a:lnTo>
                    <a:pt x="0" y="457"/>
                  </a:lnTo>
                  <a:lnTo>
                    <a:pt x="0" y="556"/>
                  </a:lnTo>
                  <a:lnTo>
                    <a:pt x="40" y="635"/>
                  </a:lnTo>
                  <a:lnTo>
                    <a:pt x="79" y="715"/>
                  </a:lnTo>
                  <a:lnTo>
                    <a:pt x="139" y="794"/>
                  </a:lnTo>
                  <a:lnTo>
                    <a:pt x="198" y="834"/>
                  </a:lnTo>
                  <a:lnTo>
                    <a:pt x="278" y="873"/>
                  </a:lnTo>
                  <a:lnTo>
                    <a:pt x="357" y="913"/>
                  </a:lnTo>
                  <a:lnTo>
                    <a:pt x="556" y="913"/>
                  </a:lnTo>
                  <a:lnTo>
                    <a:pt x="635" y="873"/>
                  </a:lnTo>
                  <a:lnTo>
                    <a:pt x="714" y="834"/>
                  </a:lnTo>
                  <a:lnTo>
                    <a:pt x="774" y="794"/>
                  </a:lnTo>
                  <a:lnTo>
                    <a:pt x="833" y="715"/>
                  </a:lnTo>
                  <a:lnTo>
                    <a:pt x="873" y="635"/>
                  </a:lnTo>
                  <a:lnTo>
                    <a:pt x="893" y="556"/>
                  </a:lnTo>
                  <a:lnTo>
                    <a:pt x="913" y="457"/>
                  </a:lnTo>
                  <a:lnTo>
                    <a:pt x="893" y="377"/>
                  </a:lnTo>
                  <a:lnTo>
                    <a:pt x="873" y="278"/>
                  </a:lnTo>
                  <a:lnTo>
                    <a:pt x="833" y="199"/>
                  </a:lnTo>
                  <a:lnTo>
                    <a:pt x="774" y="139"/>
                  </a:lnTo>
                  <a:lnTo>
                    <a:pt x="714" y="80"/>
                  </a:lnTo>
                  <a:lnTo>
                    <a:pt x="635" y="40"/>
                  </a:lnTo>
                  <a:lnTo>
                    <a:pt x="556" y="2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6"/>
            <p:cNvSpPr/>
            <p:nvPr/>
          </p:nvSpPr>
          <p:spPr>
            <a:xfrm>
              <a:off x="5394850" y="709350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338" y="1"/>
                  </a:moveTo>
                  <a:lnTo>
                    <a:pt x="259" y="21"/>
                  </a:lnTo>
                  <a:lnTo>
                    <a:pt x="179" y="60"/>
                  </a:lnTo>
                  <a:lnTo>
                    <a:pt x="120" y="120"/>
                  </a:lnTo>
                  <a:lnTo>
                    <a:pt x="80" y="179"/>
                  </a:lnTo>
                  <a:lnTo>
                    <a:pt x="40" y="259"/>
                  </a:lnTo>
                  <a:lnTo>
                    <a:pt x="1" y="338"/>
                  </a:lnTo>
                  <a:lnTo>
                    <a:pt x="1" y="417"/>
                  </a:lnTo>
                  <a:lnTo>
                    <a:pt x="1" y="497"/>
                  </a:lnTo>
                  <a:lnTo>
                    <a:pt x="40" y="576"/>
                  </a:lnTo>
                  <a:lnTo>
                    <a:pt x="80" y="656"/>
                  </a:lnTo>
                  <a:lnTo>
                    <a:pt x="120" y="715"/>
                  </a:lnTo>
                  <a:lnTo>
                    <a:pt x="179" y="755"/>
                  </a:lnTo>
                  <a:lnTo>
                    <a:pt x="259" y="794"/>
                  </a:lnTo>
                  <a:lnTo>
                    <a:pt x="338" y="834"/>
                  </a:lnTo>
                  <a:lnTo>
                    <a:pt x="497" y="834"/>
                  </a:lnTo>
                  <a:lnTo>
                    <a:pt x="576" y="794"/>
                  </a:lnTo>
                  <a:lnTo>
                    <a:pt x="655" y="755"/>
                  </a:lnTo>
                  <a:lnTo>
                    <a:pt x="715" y="715"/>
                  </a:lnTo>
                  <a:lnTo>
                    <a:pt x="755" y="656"/>
                  </a:lnTo>
                  <a:lnTo>
                    <a:pt x="794" y="576"/>
                  </a:lnTo>
                  <a:lnTo>
                    <a:pt x="834" y="497"/>
                  </a:lnTo>
                  <a:lnTo>
                    <a:pt x="834" y="417"/>
                  </a:lnTo>
                  <a:lnTo>
                    <a:pt x="834" y="338"/>
                  </a:lnTo>
                  <a:lnTo>
                    <a:pt x="794" y="259"/>
                  </a:lnTo>
                  <a:lnTo>
                    <a:pt x="755" y="179"/>
                  </a:lnTo>
                  <a:lnTo>
                    <a:pt x="715" y="120"/>
                  </a:lnTo>
                  <a:lnTo>
                    <a:pt x="655" y="60"/>
                  </a:lnTo>
                  <a:lnTo>
                    <a:pt x="576" y="21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6"/>
            <p:cNvSpPr/>
            <p:nvPr/>
          </p:nvSpPr>
          <p:spPr>
            <a:xfrm>
              <a:off x="5395850" y="826925"/>
              <a:ext cx="18875" cy="19375"/>
            </a:xfrm>
            <a:custGeom>
              <a:avLst/>
              <a:gdLst/>
              <a:ahLst/>
              <a:cxnLst/>
              <a:rect l="l" t="t" r="r" b="b"/>
              <a:pathLst>
                <a:path w="755" h="775" extrusionOk="0">
                  <a:moveTo>
                    <a:pt x="377" y="0"/>
                  </a:moveTo>
                  <a:lnTo>
                    <a:pt x="298" y="20"/>
                  </a:lnTo>
                  <a:lnTo>
                    <a:pt x="238" y="40"/>
                  </a:lnTo>
                  <a:lnTo>
                    <a:pt x="159" y="80"/>
                  </a:lnTo>
                  <a:lnTo>
                    <a:pt x="100" y="119"/>
                  </a:lnTo>
                  <a:lnTo>
                    <a:pt x="60" y="179"/>
                  </a:lnTo>
                  <a:lnTo>
                    <a:pt x="20" y="238"/>
                  </a:lnTo>
                  <a:lnTo>
                    <a:pt x="0" y="318"/>
                  </a:lnTo>
                  <a:lnTo>
                    <a:pt x="0" y="397"/>
                  </a:lnTo>
                  <a:lnTo>
                    <a:pt x="0" y="457"/>
                  </a:lnTo>
                  <a:lnTo>
                    <a:pt x="20" y="536"/>
                  </a:lnTo>
                  <a:lnTo>
                    <a:pt x="60" y="596"/>
                  </a:lnTo>
                  <a:lnTo>
                    <a:pt x="100" y="655"/>
                  </a:lnTo>
                  <a:lnTo>
                    <a:pt x="159" y="695"/>
                  </a:lnTo>
                  <a:lnTo>
                    <a:pt x="238" y="734"/>
                  </a:lnTo>
                  <a:lnTo>
                    <a:pt x="298" y="754"/>
                  </a:lnTo>
                  <a:lnTo>
                    <a:pt x="377" y="774"/>
                  </a:lnTo>
                  <a:lnTo>
                    <a:pt x="457" y="754"/>
                  </a:lnTo>
                  <a:lnTo>
                    <a:pt x="516" y="734"/>
                  </a:lnTo>
                  <a:lnTo>
                    <a:pt x="596" y="695"/>
                  </a:lnTo>
                  <a:lnTo>
                    <a:pt x="655" y="655"/>
                  </a:lnTo>
                  <a:lnTo>
                    <a:pt x="695" y="596"/>
                  </a:lnTo>
                  <a:lnTo>
                    <a:pt x="735" y="536"/>
                  </a:lnTo>
                  <a:lnTo>
                    <a:pt x="754" y="457"/>
                  </a:lnTo>
                  <a:lnTo>
                    <a:pt x="754" y="397"/>
                  </a:lnTo>
                  <a:lnTo>
                    <a:pt x="754" y="318"/>
                  </a:lnTo>
                  <a:lnTo>
                    <a:pt x="735" y="238"/>
                  </a:lnTo>
                  <a:lnTo>
                    <a:pt x="695" y="179"/>
                  </a:lnTo>
                  <a:lnTo>
                    <a:pt x="655" y="119"/>
                  </a:lnTo>
                  <a:lnTo>
                    <a:pt x="596" y="80"/>
                  </a:lnTo>
                  <a:lnTo>
                    <a:pt x="516" y="40"/>
                  </a:lnTo>
                  <a:lnTo>
                    <a:pt x="457" y="20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6"/>
            <p:cNvSpPr/>
            <p:nvPr/>
          </p:nvSpPr>
          <p:spPr>
            <a:xfrm>
              <a:off x="5396850" y="944975"/>
              <a:ext cx="16875" cy="1690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258" y="1"/>
                  </a:moveTo>
                  <a:lnTo>
                    <a:pt x="198" y="21"/>
                  </a:lnTo>
                  <a:lnTo>
                    <a:pt x="139" y="60"/>
                  </a:lnTo>
                  <a:lnTo>
                    <a:pt x="99" y="100"/>
                  </a:lnTo>
                  <a:lnTo>
                    <a:pt x="60" y="159"/>
                  </a:lnTo>
                  <a:lnTo>
                    <a:pt x="20" y="199"/>
                  </a:lnTo>
                  <a:lnTo>
                    <a:pt x="0" y="278"/>
                  </a:lnTo>
                  <a:lnTo>
                    <a:pt x="0" y="338"/>
                  </a:lnTo>
                  <a:lnTo>
                    <a:pt x="0" y="417"/>
                  </a:lnTo>
                  <a:lnTo>
                    <a:pt x="20" y="477"/>
                  </a:lnTo>
                  <a:lnTo>
                    <a:pt x="60" y="536"/>
                  </a:lnTo>
                  <a:lnTo>
                    <a:pt x="99" y="576"/>
                  </a:lnTo>
                  <a:lnTo>
                    <a:pt x="139" y="616"/>
                  </a:lnTo>
                  <a:lnTo>
                    <a:pt x="198" y="655"/>
                  </a:lnTo>
                  <a:lnTo>
                    <a:pt x="258" y="675"/>
                  </a:lnTo>
                  <a:lnTo>
                    <a:pt x="397" y="675"/>
                  </a:lnTo>
                  <a:lnTo>
                    <a:pt x="476" y="655"/>
                  </a:lnTo>
                  <a:lnTo>
                    <a:pt x="536" y="616"/>
                  </a:lnTo>
                  <a:lnTo>
                    <a:pt x="575" y="576"/>
                  </a:lnTo>
                  <a:lnTo>
                    <a:pt x="615" y="536"/>
                  </a:lnTo>
                  <a:lnTo>
                    <a:pt x="655" y="477"/>
                  </a:lnTo>
                  <a:lnTo>
                    <a:pt x="675" y="417"/>
                  </a:lnTo>
                  <a:lnTo>
                    <a:pt x="675" y="338"/>
                  </a:lnTo>
                  <a:lnTo>
                    <a:pt x="675" y="278"/>
                  </a:lnTo>
                  <a:lnTo>
                    <a:pt x="655" y="199"/>
                  </a:lnTo>
                  <a:lnTo>
                    <a:pt x="615" y="159"/>
                  </a:lnTo>
                  <a:lnTo>
                    <a:pt x="575" y="100"/>
                  </a:lnTo>
                  <a:lnTo>
                    <a:pt x="536" y="60"/>
                  </a:lnTo>
                  <a:lnTo>
                    <a:pt x="476" y="21"/>
                  </a:lnTo>
                  <a:lnTo>
                    <a:pt x="3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5397825" y="1062550"/>
              <a:ext cx="14925" cy="15400"/>
            </a:xfrm>
            <a:custGeom>
              <a:avLst/>
              <a:gdLst/>
              <a:ahLst/>
              <a:cxnLst/>
              <a:rect l="l" t="t" r="r" b="b"/>
              <a:pathLst>
                <a:path w="597" h="616" extrusionOk="0">
                  <a:moveTo>
                    <a:pt x="298" y="0"/>
                  </a:moveTo>
                  <a:lnTo>
                    <a:pt x="239" y="20"/>
                  </a:lnTo>
                  <a:lnTo>
                    <a:pt x="179" y="40"/>
                  </a:lnTo>
                  <a:lnTo>
                    <a:pt x="80" y="99"/>
                  </a:lnTo>
                  <a:lnTo>
                    <a:pt x="21" y="199"/>
                  </a:lnTo>
                  <a:lnTo>
                    <a:pt x="1" y="258"/>
                  </a:lnTo>
                  <a:lnTo>
                    <a:pt x="1" y="318"/>
                  </a:lnTo>
                  <a:lnTo>
                    <a:pt x="1" y="377"/>
                  </a:lnTo>
                  <a:lnTo>
                    <a:pt x="21" y="437"/>
                  </a:lnTo>
                  <a:lnTo>
                    <a:pt x="80" y="536"/>
                  </a:lnTo>
                  <a:lnTo>
                    <a:pt x="179" y="595"/>
                  </a:lnTo>
                  <a:lnTo>
                    <a:pt x="239" y="615"/>
                  </a:lnTo>
                  <a:lnTo>
                    <a:pt x="358" y="615"/>
                  </a:lnTo>
                  <a:lnTo>
                    <a:pt x="417" y="595"/>
                  </a:lnTo>
                  <a:lnTo>
                    <a:pt x="517" y="536"/>
                  </a:lnTo>
                  <a:lnTo>
                    <a:pt x="576" y="437"/>
                  </a:lnTo>
                  <a:lnTo>
                    <a:pt x="596" y="377"/>
                  </a:lnTo>
                  <a:lnTo>
                    <a:pt x="596" y="318"/>
                  </a:lnTo>
                  <a:lnTo>
                    <a:pt x="596" y="258"/>
                  </a:lnTo>
                  <a:lnTo>
                    <a:pt x="576" y="199"/>
                  </a:lnTo>
                  <a:lnTo>
                    <a:pt x="517" y="99"/>
                  </a:lnTo>
                  <a:lnTo>
                    <a:pt x="417" y="40"/>
                  </a:lnTo>
                  <a:lnTo>
                    <a:pt x="358" y="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6"/>
            <p:cNvSpPr/>
            <p:nvPr/>
          </p:nvSpPr>
          <p:spPr>
            <a:xfrm>
              <a:off x="5398825" y="1180600"/>
              <a:ext cx="12925" cy="13425"/>
            </a:xfrm>
            <a:custGeom>
              <a:avLst/>
              <a:gdLst/>
              <a:ahLst/>
              <a:cxnLst/>
              <a:rect l="l" t="t" r="r" b="b"/>
              <a:pathLst>
                <a:path w="517" h="537" extrusionOk="0">
                  <a:moveTo>
                    <a:pt x="258" y="1"/>
                  </a:moveTo>
                  <a:lnTo>
                    <a:pt x="159" y="20"/>
                  </a:lnTo>
                  <a:lnTo>
                    <a:pt x="60" y="80"/>
                  </a:lnTo>
                  <a:lnTo>
                    <a:pt x="20" y="159"/>
                  </a:lnTo>
                  <a:lnTo>
                    <a:pt x="0" y="259"/>
                  </a:lnTo>
                  <a:lnTo>
                    <a:pt x="20" y="378"/>
                  </a:lnTo>
                  <a:lnTo>
                    <a:pt x="60" y="457"/>
                  </a:lnTo>
                  <a:lnTo>
                    <a:pt x="159" y="516"/>
                  </a:lnTo>
                  <a:lnTo>
                    <a:pt x="258" y="536"/>
                  </a:lnTo>
                  <a:lnTo>
                    <a:pt x="358" y="516"/>
                  </a:lnTo>
                  <a:lnTo>
                    <a:pt x="437" y="457"/>
                  </a:lnTo>
                  <a:lnTo>
                    <a:pt x="496" y="378"/>
                  </a:lnTo>
                  <a:lnTo>
                    <a:pt x="516" y="259"/>
                  </a:lnTo>
                  <a:lnTo>
                    <a:pt x="496" y="159"/>
                  </a:lnTo>
                  <a:lnTo>
                    <a:pt x="437" y="80"/>
                  </a:lnTo>
                  <a:lnTo>
                    <a:pt x="358" y="2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6"/>
            <p:cNvSpPr/>
            <p:nvPr/>
          </p:nvSpPr>
          <p:spPr>
            <a:xfrm>
              <a:off x="5399325" y="1298650"/>
              <a:ext cx="11425" cy="10950"/>
            </a:xfrm>
            <a:custGeom>
              <a:avLst/>
              <a:gdLst/>
              <a:ahLst/>
              <a:cxnLst/>
              <a:rect l="l" t="t" r="r" b="b"/>
              <a:pathLst>
                <a:path w="457" h="438" extrusionOk="0">
                  <a:moveTo>
                    <a:pt x="139" y="1"/>
                  </a:moveTo>
                  <a:lnTo>
                    <a:pt x="80" y="60"/>
                  </a:lnTo>
                  <a:lnTo>
                    <a:pt x="20" y="140"/>
                  </a:lnTo>
                  <a:lnTo>
                    <a:pt x="0" y="219"/>
                  </a:lnTo>
                  <a:lnTo>
                    <a:pt x="20" y="299"/>
                  </a:lnTo>
                  <a:lnTo>
                    <a:pt x="80" y="378"/>
                  </a:lnTo>
                  <a:lnTo>
                    <a:pt x="139" y="437"/>
                  </a:lnTo>
                  <a:lnTo>
                    <a:pt x="318" y="437"/>
                  </a:lnTo>
                  <a:lnTo>
                    <a:pt x="397" y="378"/>
                  </a:lnTo>
                  <a:lnTo>
                    <a:pt x="457" y="299"/>
                  </a:lnTo>
                  <a:lnTo>
                    <a:pt x="457" y="219"/>
                  </a:lnTo>
                  <a:lnTo>
                    <a:pt x="457" y="140"/>
                  </a:lnTo>
                  <a:lnTo>
                    <a:pt x="397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6"/>
            <p:cNvSpPr/>
            <p:nvPr/>
          </p:nvSpPr>
          <p:spPr>
            <a:xfrm>
              <a:off x="5400300" y="1416225"/>
              <a:ext cx="9950" cy="9450"/>
            </a:xfrm>
            <a:custGeom>
              <a:avLst/>
              <a:gdLst/>
              <a:ahLst/>
              <a:cxnLst/>
              <a:rect l="l" t="t" r="r" b="b"/>
              <a:pathLst>
                <a:path w="398" h="378" extrusionOk="0">
                  <a:moveTo>
                    <a:pt x="199" y="0"/>
                  </a:moveTo>
                  <a:lnTo>
                    <a:pt x="120" y="20"/>
                  </a:lnTo>
                  <a:lnTo>
                    <a:pt x="60" y="60"/>
                  </a:lnTo>
                  <a:lnTo>
                    <a:pt x="21" y="119"/>
                  </a:lnTo>
                  <a:lnTo>
                    <a:pt x="1" y="199"/>
                  </a:lnTo>
                  <a:lnTo>
                    <a:pt x="21" y="258"/>
                  </a:lnTo>
                  <a:lnTo>
                    <a:pt x="60" y="318"/>
                  </a:lnTo>
                  <a:lnTo>
                    <a:pt x="120" y="358"/>
                  </a:lnTo>
                  <a:lnTo>
                    <a:pt x="199" y="377"/>
                  </a:lnTo>
                  <a:lnTo>
                    <a:pt x="279" y="358"/>
                  </a:lnTo>
                  <a:lnTo>
                    <a:pt x="338" y="318"/>
                  </a:lnTo>
                  <a:lnTo>
                    <a:pt x="378" y="258"/>
                  </a:lnTo>
                  <a:lnTo>
                    <a:pt x="398" y="199"/>
                  </a:lnTo>
                  <a:lnTo>
                    <a:pt x="378" y="119"/>
                  </a:lnTo>
                  <a:lnTo>
                    <a:pt x="338" y="60"/>
                  </a:lnTo>
                  <a:lnTo>
                    <a:pt x="279" y="20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6"/>
            <p:cNvSpPr/>
            <p:nvPr/>
          </p:nvSpPr>
          <p:spPr>
            <a:xfrm>
              <a:off x="5401300" y="1534275"/>
              <a:ext cx="7975" cy="7475"/>
            </a:xfrm>
            <a:custGeom>
              <a:avLst/>
              <a:gdLst/>
              <a:ahLst/>
              <a:cxnLst/>
              <a:rect l="l" t="t" r="r" b="b"/>
              <a:pathLst>
                <a:path w="319" h="299" extrusionOk="0">
                  <a:moveTo>
                    <a:pt x="100" y="1"/>
                  </a:moveTo>
                  <a:lnTo>
                    <a:pt x="60" y="40"/>
                  </a:lnTo>
                  <a:lnTo>
                    <a:pt x="20" y="80"/>
                  </a:lnTo>
                  <a:lnTo>
                    <a:pt x="1" y="140"/>
                  </a:lnTo>
                  <a:lnTo>
                    <a:pt x="20" y="199"/>
                  </a:lnTo>
                  <a:lnTo>
                    <a:pt x="60" y="259"/>
                  </a:lnTo>
                  <a:lnTo>
                    <a:pt x="100" y="279"/>
                  </a:lnTo>
                  <a:lnTo>
                    <a:pt x="159" y="298"/>
                  </a:lnTo>
                  <a:lnTo>
                    <a:pt x="219" y="279"/>
                  </a:lnTo>
                  <a:lnTo>
                    <a:pt x="259" y="259"/>
                  </a:lnTo>
                  <a:lnTo>
                    <a:pt x="298" y="199"/>
                  </a:lnTo>
                  <a:lnTo>
                    <a:pt x="318" y="140"/>
                  </a:lnTo>
                  <a:lnTo>
                    <a:pt x="298" y="80"/>
                  </a:lnTo>
                  <a:lnTo>
                    <a:pt x="259" y="40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6"/>
            <p:cNvSpPr/>
            <p:nvPr/>
          </p:nvSpPr>
          <p:spPr>
            <a:xfrm>
              <a:off x="5402300" y="1651850"/>
              <a:ext cx="5975" cy="5975"/>
            </a:xfrm>
            <a:custGeom>
              <a:avLst/>
              <a:gdLst/>
              <a:ahLst/>
              <a:cxnLst/>
              <a:rect l="l" t="t" r="r" b="b"/>
              <a:pathLst>
                <a:path w="239" h="239" extrusionOk="0">
                  <a:moveTo>
                    <a:pt x="119" y="0"/>
                  </a:moveTo>
                  <a:lnTo>
                    <a:pt x="80" y="20"/>
                  </a:lnTo>
                  <a:lnTo>
                    <a:pt x="40" y="40"/>
                  </a:lnTo>
                  <a:lnTo>
                    <a:pt x="20" y="80"/>
                  </a:lnTo>
                  <a:lnTo>
                    <a:pt x="0" y="119"/>
                  </a:lnTo>
                  <a:lnTo>
                    <a:pt x="20" y="159"/>
                  </a:lnTo>
                  <a:lnTo>
                    <a:pt x="40" y="199"/>
                  </a:lnTo>
                  <a:lnTo>
                    <a:pt x="80" y="219"/>
                  </a:lnTo>
                  <a:lnTo>
                    <a:pt x="119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9" y="159"/>
                  </a:lnTo>
                  <a:lnTo>
                    <a:pt x="238" y="119"/>
                  </a:lnTo>
                  <a:lnTo>
                    <a:pt x="219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6"/>
            <p:cNvSpPr/>
            <p:nvPr/>
          </p:nvSpPr>
          <p:spPr>
            <a:xfrm>
              <a:off x="5403300" y="1769900"/>
              <a:ext cx="3975" cy="3500"/>
            </a:xfrm>
            <a:custGeom>
              <a:avLst/>
              <a:gdLst/>
              <a:ahLst/>
              <a:cxnLst/>
              <a:rect l="l" t="t" r="r" b="b"/>
              <a:pathLst>
                <a:path w="159" h="140" extrusionOk="0">
                  <a:moveTo>
                    <a:pt x="40" y="1"/>
                  </a:moveTo>
                  <a:lnTo>
                    <a:pt x="20" y="21"/>
                  </a:lnTo>
                  <a:lnTo>
                    <a:pt x="0" y="40"/>
                  </a:lnTo>
                  <a:lnTo>
                    <a:pt x="0" y="80"/>
                  </a:lnTo>
                  <a:lnTo>
                    <a:pt x="0" y="100"/>
                  </a:lnTo>
                  <a:lnTo>
                    <a:pt x="20" y="120"/>
                  </a:lnTo>
                  <a:lnTo>
                    <a:pt x="40" y="140"/>
                  </a:lnTo>
                  <a:lnTo>
                    <a:pt x="99" y="140"/>
                  </a:lnTo>
                  <a:lnTo>
                    <a:pt x="139" y="120"/>
                  </a:lnTo>
                  <a:lnTo>
                    <a:pt x="159" y="100"/>
                  </a:lnTo>
                  <a:lnTo>
                    <a:pt x="159" y="80"/>
                  </a:lnTo>
                  <a:lnTo>
                    <a:pt x="159" y="40"/>
                  </a:lnTo>
                  <a:lnTo>
                    <a:pt x="139" y="21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6"/>
            <p:cNvSpPr/>
            <p:nvPr/>
          </p:nvSpPr>
          <p:spPr>
            <a:xfrm>
              <a:off x="5404275" y="1887475"/>
              <a:ext cx="2025" cy="2000"/>
            </a:xfrm>
            <a:custGeom>
              <a:avLst/>
              <a:gdLst/>
              <a:ahLst/>
              <a:cxnLst/>
              <a:rect l="l" t="t" r="r" b="b"/>
              <a:pathLst>
                <a:path w="81" h="80" extrusionOk="0">
                  <a:moveTo>
                    <a:pt x="40" y="0"/>
                  </a:moveTo>
                  <a:lnTo>
                    <a:pt x="21" y="20"/>
                  </a:lnTo>
                  <a:lnTo>
                    <a:pt x="1" y="40"/>
                  </a:lnTo>
                  <a:lnTo>
                    <a:pt x="21" y="60"/>
                  </a:lnTo>
                  <a:lnTo>
                    <a:pt x="40" y="80"/>
                  </a:lnTo>
                  <a:lnTo>
                    <a:pt x="60" y="60"/>
                  </a:lnTo>
                  <a:lnTo>
                    <a:pt x="80" y="40"/>
                  </a:lnTo>
                  <a:lnTo>
                    <a:pt x="6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6"/>
            <p:cNvSpPr/>
            <p:nvPr/>
          </p:nvSpPr>
          <p:spPr>
            <a:xfrm>
              <a:off x="540527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6"/>
            <p:cNvSpPr/>
            <p:nvPr/>
          </p:nvSpPr>
          <p:spPr>
            <a:xfrm>
              <a:off x="540527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6"/>
            <p:cNvSpPr/>
            <p:nvPr/>
          </p:nvSpPr>
          <p:spPr>
            <a:xfrm>
              <a:off x="5494075" y="238125"/>
              <a:ext cx="28775" cy="28275"/>
            </a:xfrm>
            <a:custGeom>
              <a:avLst/>
              <a:gdLst/>
              <a:ahLst/>
              <a:cxnLst/>
              <a:rect l="l" t="t" r="r" b="b"/>
              <a:pathLst>
                <a:path w="1151" h="1131" extrusionOk="0">
                  <a:moveTo>
                    <a:pt x="456" y="0"/>
                  </a:moveTo>
                  <a:lnTo>
                    <a:pt x="357" y="40"/>
                  </a:lnTo>
                  <a:lnTo>
                    <a:pt x="258" y="99"/>
                  </a:lnTo>
                  <a:lnTo>
                    <a:pt x="179" y="159"/>
                  </a:lnTo>
                  <a:lnTo>
                    <a:pt x="99" y="238"/>
                  </a:lnTo>
                  <a:lnTo>
                    <a:pt x="40" y="337"/>
                  </a:lnTo>
                  <a:lnTo>
                    <a:pt x="20" y="456"/>
                  </a:lnTo>
                  <a:lnTo>
                    <a:pt x="0" y="556"/>
                  </a:lnTo>
                  <a:lnTo>
                    <a:pt x="20" y="675"/>
                  </a:lnTo>
                  <a:lnTo>
                    <a:pt x="40" y="794"/>
                  </a:lnTo>
                  <a:lnTo>
                    <a:pt x="99" y="873"/>
                  </a:lnTo>
                  <a:lnTo>
                    <a:pt x="179" y="972"/>
                  </a:lnTo>
                  <a:lnTo>
                    <a:pt x="258" y="1032"/>
                  </a:lnTo>
                  <a:lnTo>
                    <a:pt x="357" y="1091"/>
                  </a:lnTo>
                  <a:lnTo>
                    <a:pt x="456" y="1131"/>
                  </a:lnTo>
                  <a:lnTo>
                    <a:pt x="695" y="1131"/>
                  </a:lnTo>
                  <a:lnTo>
                    <a:pt x="794" y="1091"/>
                  </a:lnTo>
                  <a:lnTo>
                    <a:pt x="893" y="1032"/>
                  </a:lnTo>
                  <a:lnTo>
                    <a:pt x="972" y="972"/>
                  </a:lnTo>
                  <a:lnTo>
                    <a:pt x="1052" y="873"/>
                  </a:lnTo>
                  <a:lnTo>
                    <a:pt x="1091" y="794"/>
                  </a:lnTo>
                  <a:lnTo>
                    <a:pt x="1131" y="675"/>
                  </a:lnTo>
                  <a:lnTo>
                    <a:pt x="1151" y="556"/>
                  </a:lnTo>
                  <a:lnTo>
                    <a:pt x="1131" y="456"/>
                  </a:lnTo>
                  <a:lnTo>
                    <a:pt x="1091" y="337"/>
                  </a:lnTo>
                  <a:lnTo>
                    <a:pt x="1052" y="238"/>
                  </a:lnTo>
                  <a:lnTo>
                    <a:pt x="972" y="159"/>
                  </a:lnTo>
                  <a:lnTo>
                    <a:pt x="893" y="99"/>
                  </a:lnTo>
                  <a:lnTo>
                    <a:pt x="794" y="40"/>
                  </a:lnTo>
                  <a:lnTo>
                    <a:pt x="6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5495050" y="355675"/>
              <a:ext cx="26825" cy="26800"/>
            </a:xfrm>
            <a:custGeom>
              <a:avLst/>
              <a:gdLst/>
              <a:ahLst/>
              <a:cxnLst/>
              <a:rect l="l" t="t" r="r" b="b"/>
              <a:pathLst>
                <a:path w="1073" h="1072" extrusionOk="0">
                  <a:moveTo>
                    <a:pt x="536" y="1"/>
                  </a:moveTo>
                  <a:lnTo>
                    <a:pt x="417" y="20"/>
                  </a:lnTo>
                  <a:lnTo>
                    <a:pt x="318" y="40"/>
                  </a:lnTo>
                  <a:lnTo>
                    <a:pt x="239" y="100"/>
                  </a:lnTo>
                  <a:lnTo>
                    <a:pt x="160" y="159"/>
                  </a:lnTo>
                  <a:lnTo>
                    <a:pt x="100" y="239"/>
                  </a:lnTo>
                  <a:lnTo>
                    <a:pt x="40" y="338"/>
                  </a:lnTo>
                  <a:lnTo>
                    <a:pt x="21" y="437"/>
                  </a:lnTo>
                  <a:lnTo>
                    <a:pt x="1" y="536"/>
                  </a:lnTo>
                  <a:lnTo>
                    <a:pt x="21" y="635"/>
                  </a:lnTo>
                  <a:lnTo>
                    <a:pt x="40" y="735"/>
                  </a:lnTo>
                  <a:lnTo>
                    <a:pt x="100" y="834"/>
                  </a:lnTo>
                  <a:lnTo>
                    <a:pt x="160" y="913"/>
                  </a:lnTo>
                  <a:lnTo>
                    <a:pt x="239" y="973"/>
                  </a:lnTo>
                  <a:lnTo>
                    <a:pt x="318" y="1032"/>
                  </a:lnTo>
                  <a:lnTo>
                    <a:pt x="417" y="1052"/>
                  </a:lnTo>
                  <a:lnTo>
                    <a:pt x="536" y="1072"/>
                  </a:lnTo>
                  <a:lnTo>
                    <a:pt x="636" y="1052"/>
                  </a:lnTo>
                  <a:lnTo>
                    <a:pt x="735" y="1032"/>
                  </a:lnTo>
                  <a:lnTo>
                    <a:pt x="834" y="973"/>
                  </a:lnTo>
                  <a:lnTo>
                    <a:pt x="913" y="913"/>
                  </a:lnTo>
                  <a:lnTo>
                    <a:pt x="973" y="834"/>
                  </a:lnTo>
                  <a:lnTo>
                    <a:pt x="1033" y="735"/>
                  </a:lnTo>
                  <a:lnTo>
                    <a:pt x="1052" y="635"/>
                  </a:lnTo>
                  <a:lnTo>
                    <a:pt x="1072" y="536"/>
                  </a:lnTo>
                  <a:lnTo>
                    <a:pt x="1052" y="437"/>
                  </a:lnTo>
                  <a:lnTo>
                    <a:pt x="1033" y="338"/>
                  </a:lnTo>
                  <a:lnTo>
                    <a:pt x="973" y="239"/>
                  </a:lnTo>
                  <a:lnTo>
                    <a:pt x="913" y="159"/>
                  </a:lnTo>
                  <a:lnTo>
                    <a:pt x="834" y="100"/>
                  </a:lnTo>
                  <a:lnTo>
                    <a:pt x="735" y="40"/>
                  </a:lnTo>
                  <a:lnTo>
                    <a:pt x="636" y="20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6"/>
            <p:cNvSpPr/>
            <p:nvPr/>
          </p:nvSpPr>
          <p:spPr>
            <a:xfrm>
              <a:off x="5496050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298" y="41"/>
                  </a:lnTo>
                  <a:lnTo>
                    <a:pt x="219" y="80"/>
                  </a:lnTo>
                  <a:lnTo>
                    <a:pt x="139" y="140"/>
                  </a:lnTo>
                  <a:lnTo>
                    <a:pt x="80" y="219"/>
                  </a:lnTo>
                  <a:lnTo>
                    <a:pt x="40" y="299"/>
                  </a:lnTo>
                  <a:lnTo>
                    <a:pt x="0" y="398"/>
                  </a:lnTo>
                  <a:lnTo>
                    <a:pt x="0" y="497"/>
                  </a:lnTo>
                  <a:lnTo>
                    <a:pt x="0" y="596"/>
                  </a:lnTo>
                  <a:lnTo>
                    <a:pt x="40" y="676"/>
                  </a:lnTo>
                  <a:lnTo>
                    <a:pt x="80" y="775"/>
                  </a:lnTo>
                  <a:lnTo>
                    <a:pt x="139" y="834"/>
                  </a:lnTo>
                  <a:lnTo>
                    <a:pt x="219" y="894"/>
                  </a:lnTo>
                  <a:lnTo>
                    <a:pt x="298" y="953"/>
                  </a:lnTo>
                  <a:lnTo>
                    <a:pt x="397" y="973"/>
                  </a:lnTo>
                  <a:lnTo>
                    <a:pt x="496" y="993"/>
                  </a:lnTo>
                  <a:lnTo>
                    <a:pt x="596" y="973"/>
                  </a:lnTo>
                  <a:lnTo>
                    <a:pt x="695" y="953"/>
                  </a:lnTo>
                  <a:lnTo>
                    <a:pt x="774" y="894"/>
                  </a:lnTo>
                  <a:lnTo>
                    <a:pt x="834" y="834"/>
                  </a:lnTo>
                  <a:lnTo>
                    <a:pt x="913" y="775"/>
                  </a:lnTo>
                  <a:lnTo>
                    <a:pt x="953" y="676"/>
                  </a:lnTo>
                  <a:lnTo>
                    <a:pt x="973" y="596"/>
                  </a:lnTo>
                  <a:lnTo>
                    <a:pt x="993" y="497"/>
                  </a:lnTo>
                  <a:lnTo>
                    <a:pt x="973" y="398"/>
                  </a:lnTo>
                  <a:lnTo>
                    <a:pt x="953" y="299"/>
                  </a:lnTo>
                  <a:lnTo>
                    <a:pt x="913" y="219"/>
                  </a:lnTo>
                  <a:lnTo>
                    <a:pt x="834" y="140"/>
                  </a:lnTo>
                  <a:lnTo>
                    <a:pt x="774" y="80"/>
                  </a:lnTo>
                  <a:lnTo>
                    <a:pt x="695" y="41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5497050" y="591300"/>
              <a:ext cx="22825" cy="22850"/>
            </a:xfrm>
            <a:custGeom>
              <a:avLst/>
              <a:gdLst/>
              <a:ahLst/>
              <a:cxnLst/>
              <a:rect l="l" t="t" r="r" b="b"/>
              <a:pathLst>
                <a:path w="913" h="914" extrusionOk="0">
                  <a:moveTo>
                    <a:pt x="456" y="0"/>
                  </a:moveTo>
                  <a:lnTo>
                    <a:pt x="357" y="20"/>
                  </a:lnTo>
                  <a:lnTo>
                    <a:pt x="278" y="40"/>
                  </a:lnTo>
                  <a:lnTo>
                    <a:pt x="199" y="80"/>
                  </a:lnTo>
                  <a:lnTo>
                    <a:pt x="139" y="139"/>
                  </a:lnTo>
                  <a:lnTo>
                    <a:pt x="80" y="199"/>
                  </a:lnTo>
                  <a:lnTo>
                    <a:pt x="40" y="278"/>
                  </a:lnTo>
                  <a:lnTo>
                    <a:pt x="0" y="377"/>
                  </a:lnTo>
                  <a:lnTo>
                    <a:pt x="0" y="457"/>
                  </a:lnTo>
                  <a:lnTo>
                    <a:pt x="0" y="556"/>
                  </a:lnTo>
                  <a:lnTo>
                    <a:pt x="40" y="635"/>
                  </a:lnTo>
                  <a:lnTo>
                    <a:pt x="80" y="715"/>
                  </a:lnTo>
                  <a:lnTo>
                    <a:pt x="139" y="794"/>
                  </a:lnTo>
                  <a:lnTo>
                    <a:pt x="199" y="834"/>
                  </a:lnTo>
                  <a:lnTo>
                    <a:pt x="278" y="873"/>
                  </a:lnTo>
                  <a:lnTo>
                    <a:pt x="357" y="913"/>
                  </a:lnTo>
                  <a:lnTo>
                    <a:pt x="556" y="913"/>
                  </a:lnTo>
                  <a:lnTo>
                    <a:pt x="635" y="873"/>
                  </a:lnTo>
                  <a:lnTo>
                    <a:pt x="714" y="834"/>
                  </a:lnTo>
                  <a:lnTo>
                    <a:pt x="774" y="794"/>
                  </a:lnTo>
                  <a:lnTo>
                    <a:pt x="833" y="715"/>
                  </a:lnTo>
                  <a:lnTo>
                    <a:pt x="873" y="635"/>
                  </a:lnTo>
                  <a:lnTo>
                    <a:pt x="893" y="556"/>
                  </a:lnTo>
                  <a:lnTo>
                    <a:pt x="913" y="457"/>
                  </a:lnTo>
                  <a:lnTo>
                    <a:pt x="893" y="377"/>
                  </a:lnTo>
                  <a:lnTo>
                    <a:pt x="873" y="278"/>
                  </a:lnTo>
                  <a:lnTo>
                    <a:pt x="833" y="199"/>
                  </a:lnTo>
                  <a:lnTo>
                    <a:pt x="774" y="139"/>
                  </a:lnTo>
                  <a:lnTo>
                    <a:pt x="714" y="80"/>
                  </a:lnTo>
                  <a:lnTo>
                    <a:pt x="635" y="40"/>
                  </a:lnTo>
                  <a:lnTo>
                    <a:pt x="556" y="2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6"/>
            <p:cNvSpPr/>
            <p:nvPr/>
          </p:nvSpPr>
          <p:spPr>
            <a:xfrm>
              <a:off x="5498025" y="709350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338" y="1"/>
                  </a:moveTo>
                  <a:lnTo>
                    <a:pt x="259" y="21"/>
                  </a:lnTo>
                  <a:lnTo>
                    <a:pt x="179" y="60"/>
                  </a:lnTo>
                  <a:lnTo>
                    <a:pt x="120" y="120"/>
                  </a:lnTo>
                  <a:lnTo>
                    <a:pt x="60" y="179"/>
                  </a:lnTo>
                  <a:lnTo>
                    <a:pt x="21" y="259"/>
                  </a:lnTo>
                  <a:lnTo>
                    <a:pt x="1" y="338"/>
                  </a:lnTo>
                  <a:lnTo>
                    <a:pt x="1" y="417"/>
                  </a:lnTo>
                  <a:lnTo>
                    <a:pt x="1" y="497"/>
                  </a:lnTo>
                  <a:lnTo>
                    <a:pt x="21" y="576"/>
                  </a:lnTo>
                  <a:lnTo>
                    <a:pt x="60" y="656"/>
                  </a:lnTo>
                  <a:lnTo>
                    <a:pt x="120" y="715"/>
                  </a:lnTo>
                  <a:lnTo>
                    <a:pt x="179" y="755"/>
                  </a:lnTo>
                  <a:lnTo>
                    <a:pt x="259" y="794"/>
                  </a:lnTo>
                  <a:lnTo>
                    <a:pt x="338" y="834"/>
                  </a:lnTo>
                  <a:lnTo>
                    <a:pt x="497" y="834"/>
                  </a:lnTo>
                  <a:lnTo>
                    <a:pt x="576" y="794"/>
                  </a:lnTo>
                  <a:lnTo>
                    <a:pt x="656" y="755"/>
                  </a:lnTo>
                  <a:lnTo>
                    <a:pt x="715" y="715"/>
                  </a:lnTo>
                  <a:lnTo>
                    <a:pt x="755" y="656"/>
                  </a:lnTo>
                  <a:lnTo>
                    <a:pt x="794" y="576"/>
                  </a:lnTo>
                  <a:lnTo>
                    <a:pt x="834" y="497"/>
                  </a:lnTo>
                  <a:lnTo>
                    <a:pt x="834" y="417"/>
                  </a:lnTo>
                  <a:lnTo>
                    <a:pt x="834" y="338"/>
                  </a:lnTo>
                  <a:lnTo>
                    <a:pt x="794" y="259"/>
                  </a:lnTo>
                  <a:lnTo>
                    <a:pt x="755" y="179"/>
                  </a:lnTo>
                  <a:lnTo>
                    <a:pt x="715" y="120"/>
                  </a:lnTo>
                  <a:lnTo>
                    <a:pt x="656" y="60"/>
                  </a:lnTo>
                  <a:lnTo>
                    <a:pt x="576" y="21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6"/>
            <p:cNvSpPr/>
            <p:nvPr/>
          </p:nvSpPr>
          <p:spPr>
            <a:xfrm>
              <a:off x="5499025" y="826925"/>
              <a:ext cx="18875" cy="19375"/>
            </a:xfrm>
            <a:custGeom>
              <a:avLst/>
              <a:gdLst/>
              <a:ahLst/>
              <a:cxnLst/>
              <a:rect l="l" t="t" r="r" b="b"/>
              <a:pathLst>
                <a:path w="755" h="775" extrusionOk="0">
                  <a:moveTo>
                    <a:pt x="377" y="0"/>
                  </a:moveTo>
                  <a:lnTo>
                    <a:pt x="298" y="20"/>
                  </a:lnTo>
                  <a:lnTo>
                    <a:pt x="219" y="40"/>
                  </a:lnTo>
                  <a:lnTo>
                    <a:pt x="159" y="80"/>
                  </a:lnTo>
                  <a:lnTo>
                    <a:pt x="100" y="119"/>
                  </a:lnTo>
                  <a:lnTo>
                    <a:pt x="60" y="179"/>
                  </a:lnTo>
                  <a:lnTo>
                    <a:pt x="20" y="238"/>
                  </a:lnTo>
                  <a:lnTo>
                    <a:pt x="1" y="318"/>
                  </a:lnTo>
                  <a:lnTo>
                    <a:pt x="1" y="397"/>
                  </a:lnTo>
                  <a:lnTo>
                    <a:pt x="1" y="457"/>
                  </a:lnTo>
                  <a:lnTo>
                    <a:pt x="20" y="536"/>
                  </a:lnTo>
                  <a:lnTo>
                    <a:pt x="60" y="596"/>
                  </a:lnTo>
                  <a:lnTo>
                    <a:pt x="100" y="655"/>
                  </a:lnTo>
                  <a:lnTo>
                    <a:pt x="159" y="695"/>
                  </a:lnTo>
                  <a:lnTo>
                    <a:pt x="219" y="734"/>
                  </a:lnTo>
                  <a:lnTo>
                    <a:pt x="298" y="754"/>
                  </a:lnTo>
                  <a:lnTo>
                    <a:pt x="377" y="774"/>
                  </a:lnTo>
                  <a:lnTo>
                    <a:pt x="457" y="754"/>
                  </a:lnTo>
                  <a:lnTo>
                    <a:pt x="516" y="734"/>
                  </a:lnTo>
                  <a:lnTo>
                    <a:pt x="596" y="695"/>
                  </a:lnTo>
                  <a:lnTo>
                    <a:pt x="635" y="655"/>
                  </a:lnTo>
                  <a:lnTo>
                    <a:pt x="695" y="596"/>
                  </a:lnTo>
                  <a:lnTo>
                    <a:pt x="735" y="536"/>
                  </a:lnTo>
                  <a:lnTo>
                    <a:pt x="754" y="457"/>
                  </a:lnTo>
                  <a:lnTo>
                    <a:pt x="754" y="397"/>
                  </a:lnTo>
                  <a:lnTo>
                    <a:pt x="754" y="318"/>
                  </a:lnTo>
                  <a:lnTo>
                    <a:pt x="735" y="238"/>
                  </a:lnTo>
                  <a:lnTo>
                    <a:pt x="695" y="179"/>
                  </a:lnTo>
                  <a:lnTo>
                    <a:pt x="635" y="119"/>
                  </a:lnTo>
                  <a:lnTo>
                    <a:pt x="596" y="80"/>
                  </a:lnTo>
                  <a:lnTo>
                    <a:pt x="516" y="40"/>
                  </a:lnTo>
                  <a:lnTo>
                    <a:pt x="457" y="20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5500025" y="944975"/>
              <a:ext cx="16875" cy="1690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258" y="1"/>
                  </a:moveTo>
                  <a:lnTo>
                    <a:pt x="199" y="21"/>
                  </a:lnTo>
                  <a:lnTo>
                    <a:pt x="139" y="60"/>
                  </a:lnTo>
                  <a:lnTo>
                    <a:pt x="99" y="100"/>
                  </a:lnTo>
                  <a:lnTo>
                    <a:pt x="60" y="159"/>
                  </a:lnTo>
                  <a:lnTo>
                    <a:pt x="20" y="199"/>
                  </a:lnTo>
                  <a:lnTo>
                    <a:pt x="0" y="278"/>
                  </a:lnTo>
                  <a:lnTo>
                    <a:pt x="0" y="338"/>
                  </a:lnTo>
                  <a:lnTo>
                    <a:pt x="0" y="417"/>
                  </a:lnTo>
                  <a:lnTo>
                    <a:pt x="20" y="477"/>
                  </a:lnTo>
                  <a:lnTo>
                    <a:pt x="60" y="536"/>
                  </a:lnTo>
                  <a:lnTo>
                    <a:pt x="99" y="576"/>
                  </a:lnTo>
                  <a:lnTo>
                    <a:pt x="139" y="616"/>
                  </a:lnTo>
                  <a:lnTo>
                    <a:pt x="199" y="655"/>
                  </a:lnTo>
                  <a:lnTo>
                    <a:pt x="258" y="675"/>
                  </a:lnTo>
                  <a:lnTo>
                    <a:pt x="397" y="675"/>
                  </a:lnTo>
                  <a:lnTo>
                    <a:pt x="476" y="655"/>
                  </a:lnTo>
                  <a:lnTo>
                    <a:pt x="536" y="616"/>
                  </a:lnTo>
                  <a:lnTo>
                    <a:pt x="576" y="576"/>
                  </a:lnTo>
                  <a:lnTo>
                    <a:pt x="615" y="536"/>
                  </a:lnTo>
                  <a:lnTo>
                    <a:pt x="655" y="477"/>
                  </a:lnTo>
                  <a:lnTo>
                    <a:pt x="675" y="417"/>
                  </a:lnTo>
                  <a:lnTo>
                    <a:pt x="675" y="338"/>
                  </a:lnTo>
                  <a:lnTo>
                    <a:pt x="675" y="278"/>
                  </a:lnTo>
                  <a:lnTo>
                    <a:pt x="655" y="199"/>
                  </a:lnTo>
                  <a:lnTo>
                    <a:pt x="615" y="159"/>
                  </a:lnTo>
                  <a:lnTo>
                    <a:pt x="576" y="100"/>
                  </a:lnTo>
                  <a:lnTo>
                    <a:pt x="536" y="60"/>
                  </a:lnTo>
                  <a:lnTo>
                    <a:pt x="476" y="21"/>
                  </a:lnTo>
                  <a:lnTo>
                    <a:pt x="3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5501000" y="1062550"/>
              <a:ext cx="14925" cy="15400"/>
            </a:xfrm>
            <a:custGeom>
              <a:avLst/>
              <a:gdLst/>
              <a:ahLst/>
              <a:cxnLst/>
              <a:rect l="l" t="t" r="r" b="b"/>
              <a:pathLst>
                <a:path w="597" h="616" extrusionOk="0">
                  <a:moveTo>
                    <a:pt x="298" y="0"/>
                  </a:moveTo>
                  <a:lnTo>
                    <a:pt x="239" y="20"/>
                  </a:lnTo>
                  <a:lnTo>
                    <a:pt x="179" y="40"/>
                  </a:lnTo>
                  <a:lnTo>
                    <a:pt x="80" y="99"/>
                  </a:lnTo>
                  <a:lnTo>
                    <a:pt x="21" y="199"/>
                  </a:lnTo>
                  <a:lnTo>
                    <a:pt x="1" y="258"/>
                  </a:lnTo>
                  <a:lnTo>
                    <a:pt x="1" y="318"/>
                  </a:lnTo>
                  <a:lnTo>
                    <a:pt x="1" y="377"/>
                  </a:lnTo>
                  <a:lnTo>
                    <a:pt x="21" y="437"/>
                  </a:lnTo>
                  <a:lnTo>
                    <a:pt x="80" y="536"/>
                  </a:lnTo>
                  <a:lnTo>
                    <a:pt x="179" y="595"/>
                  </a:lnTo>
                  <a:lnTo>
                    <a:pt x="239" y="615"/>
                  </a:lnTo>
                  <a:lnTo>
                    <a:pt x="358" y="615"/>
                  </a:lnTo>
                  <a:lnTo>
                    <a:pt x="418" y="595"/>
                  </a:lnTo>
                  <a:lnTo>
                    <a:pt x="517" y="536"/>
                  </a:lnTo>
                  <a:lnTo>
                    <a:pt x="576" y="437"/>
                  </a:lnTo>
                  <a:lnTo>
                    <a:pt x="596" y="377"/>
                  </a:lnTo>
                  <a:lnTo>
                    <a:pt x="596" y="318"/>
                  </a:lnTo>
                  <a:lnTo>
                    <a:pt x="596" y="258"/>
                  </a:lnTo>
                  <a:lnTo>
                    <a:pt x="576" y="199"/>
                  </a:lnTo>
                  <a:lnTo>
                    <a:pt x="517" y="99"/>
                  </a:lnTo>
                  <a:lnTo>
                    <a:pt x="418" y="40"/>
                  </a:lnTo>
                  <a:lnTo>
                    <a:pt x="358" y="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5501500" y="1180600"/>
              <a:ext cx="13425" cy="13425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278" y="1"/>
                  </a:moveTo>
                  <a:lnTo>
                    <a:pt x="179" y="20"/>
                  </a:lnTo>
                  <a:lnTo>
                    <a:pt x="80" y="80"/>
                  </a:lnTo>
                  <a:lnTo>
                    <a:pt x="40" y="159"/>
                  </a:lnTo>
                  <a:lnTo>
                    <a:pt x="1" y="259"/>
                  </a:lnTo>
                  <a:lnTo>
                    <a:pt x="40" y="378"/>
                  </a:lnTo>
                  <a:lnTo>
                    <a:pt x="80" y="457"/>
                  </a:lnTo>
                  <a:lnTo>
                    <a:pt x="179" y="516"/>
                  </a:lnTo>
                  <a:lnTo>
                    <a:pt x="278" y="536"/>
                  </a:lnTo>
                  <a:lnTo>
                    <a:pt x="378" y="516"/>
                  </a:lnTo>
                  <a:lnTo>
                    <a:pt x="457" y="457"/>
                  </a:lnTo>
                  <a:lnTo>
                    <a:pt x="517" y="378"/>
                  </a:lnTo>
                  <a:lnTo>
                    <a:pt x="536" y="259"/>
                  </a:lnTo>
                  <a:lnTo>
                    <a:pt x="517" y="159"/>
                  </a:lnTo>
                  <a:lnTo>
                    <a:pt x="457" y="80"/>
                  </a:lnTo>
                  <a:lnTo>
                    <a:pt x="378" y="20"/>
                  </a:lnTo>
                  <a:lnTo>
                    <a:pt x="2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5502500" y="1298650"/>
              <a:ext cx="11425" cy="10950"/>
            </a:xfrm>
            <a:custGeom>
              <a:avLst/>
              <a:gdLst/>
              <a:ahLst/>
              <a:cxnLst/>
              <a:rect l="l" t="t" r="r" b="b"/>
              <a:pathLst>
                <a:path w="457" h="438" extrusionOk="0">
                  <a:moveTo>
                    <a:pt x="139" y="1"/>
                  </a:moveTo>
                  <a:lnTo>
                    <a:pt x="80" y="60"/>
                  </a:lnTo>
                  <a:lnTo>
                    <a:pt x="20" y="140"/>
                  </a:lnTo>
                  <a:lnTo>
                    <a:pt x="0" y="219"/>
                  </a:lnTo>
                  <a:lnTo>
                    <a:pt x="20" y="299"/>
                  </a:lnTo>
                  <a:lnTo>
                    <a:pt x="80" y="378"/>
                  </a:lnTo>
                  <a:lnTo>
                    <a:pt x="139" y="437"/>
                  </a:lnTo>
                  <a:lnTo>
                    <a:pt x="318" y="437"/>
                  </a:lnTo>
                  <a:lnTo>
                    <a:pt x="397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97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6"/>
            <p:cNvSpPr/>
            <p:nvPr/>
          </p:nvSpPr>
          <p:spPr>
            <a:xfrm>
              <a:off x="5503500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98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99"/>
                  </a:lnTo>
                  <a:lnTo>
                    <a:pt x="20" y="258"/>
                  </a:lnTo>
                  <a:lnTo>
                    <a:pt x="60" y="318"/>
                  </a:lnTo>
                  <a:lnTo>
                    <a:pt x="119" y="358"/>
                  </a:lnTo>
                  <a:lnTo>
                    <a:pt x="198" y="377"/>
                  </a:lnTo>
                  <a:lnTo>
                    <a:pt x="278" y="358"/>
                  </a:lnTo>
                  <a:lnTo>
                    <a:pt x="337" y="318"/>
                  </a:lnTo>
                  <a:lnTo>
                    <a:pt x="377" y="258"/>
                  </a:lnTo>
                  <a:lnTo>
                    <a:pt x="377" y="199"/>
                  </a:lnTo>
                  <a:lnTo>
                    <a:pt x="377" y="119"/>
                  </a:lnTo>
                  <a:lnTo>
                    <a:pt x="337" y="60"/>
                  </a:lnTo>
                  <a:lnTo>
                    <a:pt x="278" y="20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6"/>
            <p:cNvSpPr/>
            <p:nvPr/>
          </p:nvSpPr>
          <p:spPr>
            <a:xfrm>
              <a:off x="5504475" y="1534275"/>
              <a:ext cx="7975" cy="7475"/>
            </a:xfrm>
            <a:custGeom>
              <a:avLst/>
              <a:gdLst/>
              <a:ahLst/>
              <a:cxnLst/>
              <a:rect l="l" t="t" r="r" b="b"/>
              <a:pathLst>
                <a:path w="319" h="299" extrusionOk="0">
                  <a:moveTo>
                    <a:pt x="100" y="1"/>
                  </a:moveTo>
                  <a:lnTo>
                    <a:pt x="40" y="40"/>
                  </a:lnTo>
                  <a:lnTo>
                    <a:pt x="21" y="80"/>
                  </a:lnTo>
                  <a:lnTo>
                    <a:pt x="1" y="140"/>
                  </a:lnTo>
                  <a:lnTo>
                    <a:pt x="21" y="199"/>
                  </a:lnTo>
                  <a:lnTo>
                    <a:pt x="40" y="259"/>
                  </a:lnTo>
                  <a:lnTo>
                    <a:pt x="100" y="279"/>
                  </a:lnTo>
                  <a:lnTo>
                    <a:pt x="159" y="298"/>
                  </a:lnTo>
                  <a:lnTo>
                    <a:pt x="219" y="279"/>
                  </a:lnTo>
                  <a:lnTo>
                    <a:pt x="259" y="259"/>
                  </a:lnTo>
                  <a:lnTo>
                    <a:pt x="298" y="199"/>
                  </a:lnTo>
                  <a:lnTo>
                    <a:pt x="318" y="140"/>
                  </a:lnTo>
                  <a:lnTo>
                    <a:pt x="298" y="80"/>
                  </a:lnTo>
                  <a:lnTo>
                    <a:pt x="259" y="40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6"/>
            <p:cNvSpPr/>
            <p:nvPr/>
          </p:nvSpPr>
          <p:spPr>
            <a:xfrm>
              <a:off x="5505475" y="1651850"/>
              <a:ext cx="5975" cy="5975"/>
            </a:xfrm>
            <a:custGeom>
              <a:avLst/>
              <a:gdLst/>
              <a:ahLst/>
              <a:cxnLst/>
              <a:rect l="l" t="t" r="r" b="b"/>
              <a:pathLst>
                <a:path w="239" h="239" extrusionOk="0">
                  <a:moveTo>
                    <a:pt x="119" y="0"/>
                  </a:moveTo>
                  <a:lnTo>
                    <a:pt x="80" y="20"/>
                  </a:lnTo>
                  <a:lnTo>
                    <a:pt x="40" y="40"/>
                  </a:lnTo>
                  <a:lnTo>
                    <a:pt x="20" y="80"/>
                  </a:lnTo>
                  <a:lnTo>
                    <a:pt x="0" y="119"/>
                  </a:lnTo>
                  <a:lnTo>
                    <a:pt x="20" y="159"/>
                  </a:lnTo>
                  <a:lnTo>
                    <a:pt x="40" y="199"/>
                  </a:lnTo>
                  <a:lnTo>
                    <a:pt x="80" y="219"/>
                  </a:lnTo>
                  <a:lnTo>
                    <a:pt x="119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9" y="159"/>
                  </a:lnTo>
                  <a:lnTo>
                    <a:pt x="239" y="119"/>
                  </a:lnTo>
                  <a:lnTo>
                    <a:pt x="219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6"/>
            <p:cNvSpPr/>
            <p:nvPr/>
          </p:nvSpPr>
          <p:spPr>
            <a:xfrm>
              <a:off x="5506475" y="1769900"/>
              <a:ext cx="3975" cy="3500"/>
            </a:xfrm>
            <a:custGeom>
              <a:avLst/>
              <a:gdLst/>
              <a:ahLst/>
              <a:cxnLst/>
              <a:rect l="l" t="t" r="r" b="b"/>
              <a:pathLst>
                <a:path w="159" h="140" extrusionOk="0">
                  <a:moveTo>
                    <a:pt x="40" y="1"/>
                  </a:moveTo>
                  <a:lnTo>
                    <a:pt x="20" y="21"/>
                  </a:lnTo>
                  <a:lnTo>
                    <a:pt x="0" y="40"/>
                  </a:lnTo>
                  <a:lnTo>
                    <a:pt x="0" y="80"/>
                  </a:lnTo>
                  <a:lnTo>
                    <a:pt x="0" y="100"/>
                  </a:lnTo>
                  <a:lnTo>
                    <a:pt x="20" y="120"/>
                  </a:lnTo>
                  <a:lnTo>
                    <a:pt x="40" y="140"/>
                  </a:lnTo>
                  <a:lnTo>
                    <a:pt x="99" y="140"/>
                  </a:lnTo>
                  <a:lnTo>
                    <a:pt x="139" y="120"/>
                  </a:lnTo>
                  <a:lnTo>
                    <a:pt x="139" y="100"/>
                  </a:lnTo>
                  <a:lnTo>
                    <a:pt x="159" y="80"/>
                  </a:lnTo>
                  <a:lnTo>
                    <a:pt x="139" y="40"/>
                  </a:lnTo>
                  <a:lnTo>
                    <a:pt x="139" y="21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6"/>
            <p:cNvSpPr/>
            <p:nvPr/>
          </p:nvSpPr>
          <p:spPr>
            <a:xfrm>
              <a:off x="5507450" y="1887475"/>
              <a:ext cx="2025" cy="2000"/>
            </a:xfrm>
            <a:custGeom>
              <a:avLst/>
              <a:gdLst/>
              <a:ahLst/>
              <a:cxnLst/>
              <a:rect l="l" t="t" r="r" b="b"/>
              <a:pathLst>
                <a:path w="81" h="80" extrusionOk="0">
                  <a:moveTo>
                    <a:pt x="40" y="0"/>
                  </a:moveTo>
                  <a:lnTo>
                    <a:pt x="21" y="20"/>
                  </a:lnTo>
                  <a:lnTo>
                    <a:pt x="1" y="40"/>
                  </a:lnTo>
                  <a:lnTo>
                    <a:pt x="21" y="60"/>
                  </a:lnTo>
                  <a:lnTo>
                    <a:pt x="40" y="80"/>
                  </a:lnTo>
                  <a:lnTo>
                    <a:pt x="60" y="60"/>
                  </a:lnTo>
                  <a:lnTo>
                    <a:pt x="80" y="40"/>
                  </a:lnTo>
                  <a:lnTo>
                    <a:pt x="6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6"/>
            <p:cNvSpPr/>
            <p:nvPr/>
          </p:nvSpPr>
          <p:spPr>
            <a:xfrm>
              <a:off x="550845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6"/>
            <p:cNvSpPr/>
            <p:nvPr/>
          </p:nvSpPr>
          <p:spPr>
            <a:xfrm>
              <a:off x="550845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6"/>
            <p:cNvSpPr/>
            <p:nvPr/>
          </p:nvSpPr>
          <p:spPr>
            <a:xfrm>
              <a:off x="5597250" y="238125"/>
              <a:ext cx="28775" cy="28275"/>
            </a:xfrm>
            <a:custGeom>
              <a:avLst/>
              <a:gdLst/>
              <a:ahLst/>
              <a:cxnLst/>
              <a:rect l="l" t="t" r="r" b="b"/>
              <a:pathLst>
                <a:path w="1151" h="1131" extrusionOk="0">
                  <a:moveTo>
                    <a:pt x="457" y="0"/>
                  </a:moveTo>
                  <a:lnTo>
                    <a:pt x="357" y="40"/>
                  </a:lnTo>
                  <a:lnTo>
                    <a:pt x="258" y="99"/>
                  </a:lnTo>
                  <a:lnTo>
                    <a:pt x="159" y="159"/>
                  </a:lnTo>
                  <a:lnTo>
                    <a:pt x="99" y="238"/>
                  </a:lnTo>
                  <a:lnTo>
                    <a:pt x="40" y="337"/>
                  </a:lnTo>
                  <a:lnTo>
                    <a:pt x="20" y="456"/>
                  </a:lnTo>
                  <a:lnTo>
                    <a:pt x="0" y="556"/>
                  </a:lnTo>
                  <a:lnTo>
                    <a:pt x="20" y="675"/>
                  </a:lnTo>
                  <a:lnTo>
                    <a:pt x="40" y="794"/>
                  </a:lnTo>
                  <a:lnTo>
                    <a:pt x="99" y="873"/>
                  </a:lnTo>
                  <a:lnTo>
                    <a:pt x="159" y="972"/>
                  </a:lnTo>
                  <a:lnTo>
                    <a:pt x="258" y="1032"/>
                  </a:lnTo>
                  <a:lnTo>
                    <a:pt x="357" y="1091"/>
                  </a:lnTo>
                  <a:lnTo>
                    <a:pt x="457" y="1131"/>
                  </a:lnTo>
                  <a:lnTo>
                    <a:pt x="695" y="1131"/>
                  </a:lnTo>
                  <a:lnTo>
                    <a:pt x="794" y="1091"/>
                  </a:lnTo>
                  <a:lnTo>
                    <a:pt x="893" y="1032"/>
                  </a:lnTo>
                  <a:lnTo>
                    <a:pt x="972" y="972"/>
                  </a:lnTo>
                  <a:lnTo>
                    <a:pt x="1052" y="873"/>
                  </a:lnTo>
                  <a:lnTo>
                    <a:pt x="1091" y="794"/>
                  </a:lnTo>
                  <a:lnTo>
                    <a:pt x="1131" y="675"/>
                  </a:lnTo>
                  <a:lnTo>
                    <a:pt x="1151" y="556"/>
                  </a:lnTo>
                  <a:lnTo>
                    <a:pt x="1131" y="456"/>
                  </a:lnTo>
                  <a:lnTo>
                    <a:pt x="1091" y="337"/>
                  </a:lnTo>
                  <a:lnTo>
                    <a:pt x="1052" y="238"/>
                  </a:lnTo>
                  <a:lnTo>
                    <a:pt x="972" y="159"/>
                  </a:lnTo>
                  <a:lnTo>
                    <a:pt x="893" y="99"/>
                  </a:lnTo>
                  <a:lnTo>
                    <a:pt x="794" y="40"/>
                  </a:lnTo>
                  <a:lnTo>
                    <a:pt x="6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6"/>
            <p:cNvSpPr/>
            <p:nvPr/>
          </p:nvSpPr>
          <p:spPr>
            <a:xfrm>
              <a:off x="5598225" y="355675"/>
              <a:ext cx="26825" cy="26800"/>
            </a:xfrm>
            <a:custGeom>
              <a:avLst/>
              <a:gdLst/>
              <a:ahLst/>
              <a:cxnLst/>
              <a:rect l="l" t="t" r="r" b="b"/>
              <a:pathLst>
                <a:path w="1073" h="1072" extrusionOk="0">
                  <a:moveTo>
                    <a:pt x="537" y="1"/>
                  </a:moveTo>
                  <a:lnTo>
                    <a:pt x="418" y="20"/>
                  </a:lnTo>
                  <a:lnTo>
                    <a:pt x="318" y="40"/>
                  </a:lnTo>
                  <a:lnTo>
                    <a:pt x="239" y="100"/>
                  </a:lnTo>
                  <a:lnTo>
                    <a:pt x="160" y="159"/>
                  </a:lnTo>
                  <a:lnTo>
                    <a:pt x="100" y="239"/>
                  </a:lnTo>
                  <a:lnTo>
                    <a:pt x="41" y="338"/>
                  </a:lnTo>
                  <a:lnTo>
                    <a:pt x="21" y="437"/>
                  </a:lnTo>
                  <a:lnTo>
                    <a:pt x="1" y="536"/>
                  </a:lnTo>
                  <a:lnTo>
                    <a:pt x="21" y="635"/>
                  </a:lnTo>
                  <a:lnTo>
                    <a:pt x="41" y="735"/>
                  </a:lnTo>
                  <a:lnTo>
                    <a:pt x="100" y="834"/>
                  </a:lnTo>
                  <a:lnTo>
                    <a:pt x="160" y="913"/>
                  </a:lnTo>
                  <a:lnTo>
                    <a:pt x="239" y="973"/>
                  </a:lnTo>
                  <a:lnTo>
                    <a:pt x="318" y="1032"/>
                  </a:lnTo>
                  <a:lnTo>
                    <a:pt x="418" y="1052"/>
                  </a:lnTo>
                  <a:lnTo>
                    <a:pt x="537" y="1072"/>
                  </a:lnTo>
                  <a:lnTo>
                    <a:pt x="636" y="1052"/>
                  </a:lnTo>
                  <a:lnTo>
                    <a:pt x="735" y="1032"/>
                  </a:lnTo>
                  <a:lnTo>
                    <a:pt x="834" y="973"/>
                  </a:lnTo>
                  <a:lnTo>
                    <a:pt x="914" y="913"/>
                  </a:lnTo>
                  <a:lnTo>
                    <a:pt x="973" y="834"/>
                  </a:lnTo>
                  <a:lnTo>
                    <a:pt x="1013" y="735"/>
                  </a:lnTo>
                  <a:lnTo>
                    <a:pt x="1052" y="635"/>
                  </a:lnTo>
                  <a:lnTo>
                    <a:pt x="1072" y="536"/>
                  </a:lnTo>
                  <a:lnTo>
                    <a:pt x="1052" y="437"/>
                  </a:lnTo>
                  <a:lnTo>
                    <a:pt x="1013" y="338"/>
                  </a:lnTo>
                  <a:lnTo>
                    <a:pt x="973" y="239"/>
                  </a:lnTo>
                  <a:lnTo>
                    <a:pt x="914" y="159"/>
                  </a:lnTo>
                  <a:lnTo>
                    <a:pt x="834" y="100"/>
                  </a:lnTo>
                  <a:lnTo>
                    <a:pt x="735" y="40"/>
                  </a:lnTo>
                  <a:lnTo>
                    <a:pt x="636" y="20"/>
                  </a:lnTo>
                  <a:lnTo>
                    <a:pt x="5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6"/>
            <p:cNvSpPr/>
            <p:nvPr/>
          </p:nvSpPr>
          <p:spPr>
            <a:xfrm>
              <a:off x="5599225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298" y="41"/>
                  </a:lnTo>
                  <a:lnTo>
                    <a:pt x="219" y="80"/>
                  </a:lnTo>
                  <a:lnTo>
                    <a:pt x="139" y="140"/>
                  </a:lnTo>
                  <a:lnTo>
                    <a:pt x="80" y="219"/>
                  </a:lnTo>
                  <a:lnTo>
                    <a:pt x="40" y="299"/>
                  </a:lnTo>
                  <a:lnTo>
                    <a:pt x="1" y="398"/>
                  </a:lnTo>
                  <a:lnTo>
                    <a:pt x="1" y="497"/>
                  </a:lnTo>
                  <a:lnTo>
                    <a:pt x="1" y="596"/>
                  </a:lnTo>
                  <a:lnTo>
                    <a:pt x="40" y="676"/>
                  </a:lnTo>
                  <a:lnTo>
                    <a:pt x="80" y="775"/>
                  </a:lnTo>
                  <a:lnTo>
                    <a:pt x="139" y="834"/>
                  </a:lnTo>
                  <a:lnTo>
                    <a:pt x="219" y="894"/>
                  </a:lnTo>
                  <a:lnTo>
                    <a:pt x="298" y="953"/>
                  </a:lnTo>
                  <a:lnTo>
                    <a:pt x="397" y="973"/>
                  </a:lnTo>
                  <a:lnTo>
                    <a:pt x="497" y="993"/>
                  </a:lnTo>
                  <a:lnTo>
                    <a:pt x="596" y="973"/>
                  </a:lnTo>
                  <a:lnTo>
                    <a:pt x="675" y="953"/>
                  </a:lnTo>
                  <a:lnTo>
                    <a:pt x="774" y="894"/>
                  </a:lnTo>
                  <a:lnTo>
                    <a:pt x="834" y="834"/>
                  </a:lnTo>
                  <a:lnTo>
                    <a:pt x="893" y="775"/>
                  </a:lnTo>
                  <a:lnTo>
                    <a:pt x="953" y="676"/>
                  </a:lnTo>
                  <a:lnTo>
                    <a:pt x="973" y="596"/>
                  </a:lnTo>
                  <a:lnTo>
                    <a:pt x="993" y="497"/>
                  </a:lnTo>
                  <a:lnTo>
                    <a:pt x="973" y="398"/>
                  </a:lnTo>
                  <a:lnTo>
                    <a:pt x="953" y="299"/>
                  </a:lnTo>
                  <a:lnTo>
                    <a:pt x="893" y="219"/>
                  </a:lnTo>
                  <a:lnTo>
                    <a:pt x="834" y="140"/>
                  </a:lnTo>
                  <a:lnTo>
                    <a:pt x="774" y="80"/>
                  </a:lnTo>
                  <a:lnTo>
                    <a:pt x="675" y="41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6"/>
            <p:cNvSpPr/>
            <p:nvPr/>
          </p:nvSpPr>
          <p:spPr>
            <a:xfrm>
              <a:off x="5600225" y="591300"/>
              <a:ext cx="22825" cy="22850"/>
            </a:xfrm>
            <a:custGeom>
              <a:avLst/>
              <a:gdLst/>
              <a:ahLst/>
              <a:cxnLst/>
              <a:rect l="l" t="t" r="r" b="b"/>
              <a:pathLst>
                <a:path w="913" h="914" extrusionOk="0">
                  <a:moveTo>
                    <a:pt x="457" y="0"/>
                  </a:moveTo>
                  <a:lnTo>
                    <a:pt x="357" y="20"/>
                  </a:lnTo>
                  <a:lnTo>
                    <a:pt x="278" y="40"/>
                  </a:lnTo>
                  <a:lnTo>
                    <a:pt x="199" y="80"/>
                  </a:lnTo>
                  <a:lnTo>
                    <a:pt x="139" y="139"/>
                  </a:lnTo>
                  <a:lnTo>
                    <a:pt x="80" y="199"/>
                  </a:lnTo>
                  <a:lnTo>
                    <a:pt x="40" y="278"/>
                  </a:lnTo>
                  <a:lnTo>
                    <a:pt x="0" y="377"/>
                  </a:lnTo>
                  <a:lnTo>
                    <a:pt x="0" y="457"/>
                  </a:lnTo>
                  <a:lnTo>
                    <a:pt x="0" y="556"/>
                  </a:lnTo>
                  <a:lnTo>
                    <a:pt x="40" y="635"/>
                  </a:lnTo>
                  <a:lnTo>
                    <a:pt x="80" y="715"/>
                  </a:lnTo>
                  <a:lnTo>
                    <a:pt x="139" y="794"/>
                  </a:lnTo>
                  <a:lnTo>
                    <a:pt x="199" y="834"/>
                  </a:lnTo>
                  <a:lnTo>
                    <a:pt x="278" y="873"/>
                  </a:lnTo>
                  <a:lnTo>
                    <a:pt x="357" y="913"/>
                  </a:lnTo>
                  <a:lnTo>
                    <a:pt x="536" y="913"/>
                  </a:lnTo>
                  <a:lnTo>
                    <a:pt x="635" y="873"/>
                  </a:lnTo>
                  <a:lnTo>
                    <a:pt x="715" y="834"/>
                  </a:lnTo>
                  <a:lnTo>
                    <a:pt x="774" y="794"/>
                  </a:lnTo>
                  <a:lnTo>
                    <a:pt x="834" y="715"/>
                  </a:lnTo>
                  <a:lnTo>
                    <a:pt x="873" y="635"/>
                  </a:lnTo>
                  <a:lnTo>
                    <a:pt x="893" y="556"/>
                  </a:lnTo>
                  <a:lnTo>
                    <a:pt x="913" y="457"/>
                  </a:lnTo>
                  <a:lnTo>
                    <a:pt x="893" y="377"/>
                  </a:lnTo>
                  <a:lnTo>
                    <a:pt x="873" y="278"/>
                  </a:lnTo>
                  <a:lnTo>
                    <a:pt x="834" y="199"/>
                  </a:lnTo>
                  <a:lnTo>
                    <a:pt x="774" y="139"/>
                  </a:lnTo>
                  <a:lnTo>
                    <a:pt x="715" y="80"/>
                  </a:lnTo>
                  <a:lnTo>
                    <a:pt x="635" y="40"/>
                  </a:lnTo>
                  <a:lnTo>
                    <a:pt x="53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6"/>
            <p:cNvSpPr/>
            <p:nvPr/>
          </p:nvSpPr>
          <p:spPr>
            <a:xfrm>
              <a:off x="5601200" y="709350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338" y="1"/>
                  </a:moveTo>
                  <a:lnTo>
                    <a:pt x="259" y="21"/>
                  </a:lnTo>
                  <a:lnTo>
                    <a:pt x="179" y="60"/>
                  </a:lnTo>
                  <a:lnTo>
                    <a:pt x="120" y="120"/>
                  </a:lnTo>
                  <a:lnTo>
                    <a:pt x="60" y="179"/>
                  </a:lnTo>
                  <a:lnTo>
                    <a:pt x="21" y="259"/>
                  </a:lnTo>
                  <a:lnTo>
                    <a:pt x="1" y="338"/>
                  </a:lnTo>
                  <a:lnTo>
                    <a:pt x="1" y="417"/>
                  </a:lnTo>
                  <a:lnTo>
                    <a:pt x="1" y="497"/>
                  </a:lnTo>
                  <a:lnTo>
                    <a:pt x="21" y="576"/>
                  </a:lnTo>
                  <a:lnTo>
                    <a:pt x="60" y="656"/>
                  </a:lnTo>
                  <a:lnTo>
                    <a:pt x="120" y="715"/>
                  </a:lnTo>
                  <a:lnTo>
                    <a:pt x="179" y="755"/>
                  </a:lnTo>
                  <a:lnTo>
                    <a:pt x="259" y="794"/>
                  </a:lnTo>
                  <a:lnTo>
                    <a:pt x="338" y="834"/>
                  </a:lnTo>
                  <a:lnTo>
                    <a:pt x="497" y="834"/>
                  </a:lnTo>
                  <a:lnTo>
                    <a:pt x="576" y="794"/>
                  </a:lnTo>
                  <a:lnTo>
                    <a:pt x="656" y="755"/>
                  </a:lnTo>
                  <a:lnTo>
                    <a:pt x="715" y="715"/>
                  </a:lnTo>
                  <a:lnTo>
                    <a:pt x="755" y="656"/>
                  </a:lnTo>
                  <a:lnTo>
                    <a:pt x="795" y="576"/>
                  </a:lnTo>
                  <a:lnTo>
                    <a:pt x="814" y="497"/>
                  </a:lnTo>
                  <a:lnTo>
                    <a:pt x="834" y="417"/>
                  </a:lnTo>
                  <a:lnTo>
                    <a:pt x="814" y="338"/>
                  </a:lnTo>
                  <a:lnTo>
                    <a:pt x="795" y="259"/>
                  </a:lnTo>
                  <a:lnTo>
                    <a:pt x="755" y="179"/>
                  </a:lnTo>
                  <a:lnTo>
                    <a:pt x="715" y="120"/>
                  </a:lnTo>
                  <a:lnTo>
                    <a:pt x="656" y="60"/>
                  </a:lnTo>
                  <a:lnTo>
                    <a:pt x="576" y="21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6"/>
            <p:cNvSpPr/>
            <p:nvPr/>
          </p:nvSpPr>
          <p:spPr>
            <a:xfrm>
              <a:off x="5602200" y="826925"/>
              <a:ext cx="18875" cy="19375"/>
            </a:xfrm>
            <a:custGeom>
              <a:avLst/>
              <a:gdLst/>
              <a:ahLst/>
              <a:cxnLst/>
              <a:rect l="l" t="t" r="r" b="b"/>
              <a:pathLst>
                <a:path w="755" h="775" extrusionOk="0">
                  <a:moveTo>
                    <a:pt x="378" y="0"/>
                  </a:moveTo>
                  <a:lnTo>
                    <a:pt x="298" y="20"/>
                  </a:lnTo>
                  <a:lnTo>
                    <a:pt x="219" y="40"/>
                  </a:lnTo>
                  <a:lnTo>
                    <a:pt x="159" y="80"/>
                  </a:lnTo>
                  <a:lnTo>
                    <a:pt x="100" y="119"/>
                  </a:lnTo>
                  <a:lnTo>
                    <a:pt x="60" y="179"/>
                  </a:lnTo>
                  <a:lnTo>
                    <a:pt x="20" y="238"/>
                  </a:lnTo>
                  <a:lnTo>
                    <a:pt x="1" y="318"/>
                  </a:lnTo>
                  <a:lnTo>
                    <a:pt x="1" y="397"/>
                  </a:lnTo>
                  <a:lnTo>
                    <a:pt x="1" y="457"/>
                  </a:lnTo>
                  <a:lnTo>
                    <a:pt x="20" y="536"/>
                  </a:lnTo>
                  <a:lnTo>
                    <a:pt x="60" y="596"/>
                  </a:lnTo>
                  <a:lnTo>
                    <a:pt x="100" y="655"/>
                  </a:lnTo>
                  <a:lnTo>
                    <a:pt x="159" y="695"/>
                  </a:lnTo>
                  <a:lnTo>
                    <a:pt x="219" y="734"/>
                  </a:lnTo>
                  <a:lnTo>
                    <a:pt x="298" y="754"/>
                  </a:lnTo>
                  <a:lnTo>
                    <a:pt x="378" y="774"/>
                  </a:lnTo>
                  <a:lnTo>
                    <a:pt x="457" y="754"/>
                  </a:lnTo>
                  <a:lnTo>
                    <a:pt x="516" y="734"/>
                  </a:lnTo>
                  <a:lnTo>
                    <a:pt x="576" y="695"/>
                  </a:lnTo>
                  <a:lnTo>
                    <a:pt x="636" y="655"/>
                  </a:lnTo>
                  <a:lnTo>
                    <a:pt x="695" y="596"/>
                  </a:lnTo>
                  <a:lnTo>
                    <a:pt x="715" y="536"/>
                  </a:lnTo>
                  <a:lnTo>
                    <a:pt x="755" y="457"/>
                  </a:lnTo>
                  <a:lnTo>
                    <a:pt x="755" y="397"/>
                  </a:lnTo>
                  <a:lnTo>
                    <a:pt x="755" y="318"/>
                  </a:lnTo>
                  <a:lnTo>
                    <a:pt x="715" y="238"/>
                  </a:lnTo>
                  <a:lnTo>
                    <a:pt x="695" y="179"/>
                  </a:lnTo>
                  <a:lnTo>
                    <a:pt x="636" y="119"/>
                  </a:lnTo>
                  <a:lnTo>
                    <a:pt x="576" y="80"/>
                  </a:lnTo>
                  <a:lnTo>
                    <a:pt x="516" y="40"/>
                  </a:lnTo>
                  <a:lnTo>
                    <a:pt x="457" y="20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6"/>
            <p:cNvSpPr/>
            <p:nvPr/>
          </p:nvSpPr>
          <p:spPr>
            <a:xfrm>
              <a:off x="5603200" y="944975"/>
              <a:ext cx="16875" cy="1690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258" y="1"/>
                  </a:moveTo>
                  <a:lnTo>
                    <a:pt x="199" y="21"/>
                  </a:lnTo>
                  <a:lnTo>
                    <a:pt x="139" y="60"/>
                  </a:lnTo>
                  <a:lnTo>
                    <a:pt x="99" y="100"/>
                  </a:lnTo>
                  <a:lnTo>
                    <a:pt x="40" y="159"/>
                  </a:lnTo>
                  <a:lnTo>
                    <a:pt x="20" y="199"/>
                  </a:lnTo>
                  <a:lnTo>
                    <a:pt x="0" y="278"/>
                  </a:lnTo>
                  <a:lnTo>
                    <a:pt x="0" y="338"/>
                  </a:lnTo>
                  <a:lnTo>
                    <a:pt x="0" y="417"/>
                  </a:lnTo>
                  <a:lnTo>
                    <a:pt x="20" y="477"/>
                  </a:lnTo>
                  <a:lnTo>
                    <a:pt x="40" y="536"/>
                  </a:lnTo>
                  <a:lnTo>
                    <a:pt x="99" y="576"/>
                  </a:lnTo>
                  <a:lnTo>
                    <a:pt x="139" y="616"/>
                  </a:lnTo>
                  <a:lnTo>
                    <a:pt x="199" y="655"/>
                  </a:lnTo>
                  <a:lnTo>
                    <a:pt x="258" y="675"/>
                  </a:lnTo>
                  <a:lnTo>
                    <a:pt x="397" y="675"/>
                  </a:lnTo>
                  <a:lnTo>
                    <a:pt x="457" y="655"/>
                  </a:lnTo>
                  <a:lnTo>
                    <a:pt x="516" y="616"/>
                  </a:lnTo>
                  <a:lnTo>
                    <a:pt x="576" y="576"/>
                  </a:lnTo>
                  <a:lnTo>
                    <a:pt x="615" y="536"/>
                  </a:lnTo>
                  <a:lnTo>
                    <a:pt x="655" y="477"/>
                  </a:lnTo>
                  <a:lnTo>
                    <a:pt x="675" y="417"/>
                  </a:lnTo>
                  <a:lnTo>
                    <a:pt x="675" y="338"/>
                  </a:lnTo>
                  <a:lnTo>
                    <a:pt x="675" y="278"/>
                  </a:lnTo>
                  <a:lnTo>
                    <a:pt x="655" y="199"/>
                  </a:lnTo>
                  <a:lnTo>
                    <a:pt x="615" y="159"/>
                  </a:lnTo>
                  <a:lnTo>
                    <a:pt x="576" y="100"/>
                  </a:lnTo>
                  <a:lnTo>
                    <a:pt x="516" y="60"/>
                  </a:lnTo>
                  <a:lnTo>
                    <a:pt x="457" y="21"/>
                  </a:lnTo>
                  <a:lnTo>
                    <a:pt x="3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6"/>
            <p:cNvSpPr/>
            <p:nvPr/>
          </p:nvSpPr>
          <p:spPr>
            <a:xfrm>
              <a:off x="5603700" y="1062550"/>
              <a:ext cx="15400" cy="15400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318" y="0"/>
                  </a:moveTo>
                  <a:lnTo>
                    <a:pt x="258" y="20"/>
                  </a:lnTo>
                  <a:lnTo>
                    <a:pt x="199" y="40"/>
                  </a:lnTo>
                  <a:lnTo>
                    <a:pt x="99" y="99"/>
                  </a:lnTo>
                  <a:lnTo>
                    <a:pt x="40" y="199"/>
                  </a:lnTo>
                  <a:lnTo>
                    <a:pt x="20" y="258"/>
                  </a:lnTo>
                  <a:lnTo>
                    <a:pt x="0" y="318"/>
                  </a:lnTo>
                  <a:lnTo>
                    <a:pt x="20" y="377"/>
                  </a:lnTo>
                  <a:lnTo>
                    <a:pt x="40" y="437"/>
                  </a:lnTo>
                  <a:lnTo>
                    <a:pt x="99" y="536"/>
                  </a:lnTo>
                  <a:lnTo>
                    <a:pt x="199" y="595"/>
                  </a:lnTo>
                  <a:lnTo>
                    <a:pt x="258" y="615"/>
                  </a:lnTo>
                  <a:lnTo>
                    <a:pt x="377" y="615"/>
                  </a:lnTo>
                  <a:lnTo>
                    <a:pt x="437" y="595"/>
                  </a:lnTo>
                  <a:lnTo>
                    <a:pt x="536" y="536"/>
                  </a:lnTo>
                  <a:lnTo>
                    <a:pt x="595" y="437"/>
                  </a:lnTo>
                  <a:lnTo>
                    <a:pt x="615" y="377"/>
                  </a:lnTo>
                  <a:lnTo>
                    <a:pt x="615" y="318"/>
                  </a:lnTo>
                  <a:lnTo>
                    <a:pt x="615" y="258"/>
                  </a:lnTo>
                  <a:lnTo>
                    <a:pt x="595" y="199"/>
                  </a:lnTo>
                  <a:lnTo>
                    <a:pt x="536" y="99"/>
                  </a:lnTo>
                  <a:lnTo>
                    <a:pt x="437" y="40"/>
                  </a:lnTo>
                  <a:lnTo>
                    <a:pt x="377" y="2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6"/>
            <p:cNvSpPr/>
            <p:nvPr/>
          </p:nvSpPr>
          <p:spPr>
            <a:xfrm>
              <a:off x="5604675" y="1180600"/>
              <a:ext cx="13425" cy="13425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279" y="1"/>
                  </a:moveTo>
                  <a:lnTo>
                    <a:pt x="179" y="20"/>
                  </a:lnTo>
                  <a:lnTo>
                    <a:pt x="80" y="80"/>
                  </a:lnTo>
                  <a:lnTo>
                    <a:pt x="21" y="159"/>
                  </a:lnTo>
                  <a:lnTo>
                    <a:pt x="1" y="259"/>
                  </a:lnTo>
                  <a:lnTo>
                    <a:pt x="21" y="378"/>
                  </a:lnTo>
                  <a:lnTo>
                    <a:pt x="80" y="457"/>
                  </a:lnTo>
                  <a:lnTo>
                    <a:pt x="179" y="516"/>
                  </a:lnTo>
                  <a:lnTo>
                    <a:pt x="279" y="536"/>
                  </a:lnTo>
                  <a:lnTo>
                    <a:pt x="378" y="516"/>
                  </a:lnTo>
                  <a:lnTo>
                    <a:pt x="457" y="457"/>
                  </a:lnTo>
                  <a:lnTo>
                    <a:pt x="517" y="378"/>
                  </a:lnTo>
                  <a:lnTo>
                    <a:pt x="537" y="259"/>
                  </a:lnTo>
                  <a:lnTo>
                    <a:pt x="517" y="159"/>
                  </a:lnTo>
                  <a:lnTo>
                    <a:pt x="457" y="80"/>
                  </a:lnTo>
                  <a:lnTo>
                    <a:pt x="378" y="20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6"/>
            <p:cNvSpPr/>
            <p:nvPr/>
          </p:nvSpPr>
          <p:spPr>
            <a:xfrm>
              <a:off x="5605675" y="1298650"/>
              <a:ext cx="11425" cy="10950"/>
            </a:xfrm>
            <a:custGeom>
              <a:avLst/>
              <a:gdLst/>
              <a:ahLst/>
              <a:cxnLst/>
              <a:rect l="l" t="t" r="r" b="b"/>
              <a:pathLst>
                <a:path w="457" h="438" extrusionOk="0">
                  <a:moveTo>
                    <a:pt x="139" y="1"/>
                  </a:moveTo>
                  <a:lnTo>
                    <a:pt x="80" y="60"/>
                  </a:lnTo>
                  <a:lnTo>
                    <a:pt x="20" y="140"/>
                  </a:lnTo>
                  <a:lnTo>
                    <a:pt x="0" y="219"/>
                  </a:lnTo>
                  <a:lnTo>
                    <a:pt x="20" y="299"/>
                  </a:lnTo>
                  <a:lnTo>
                    <a:pt x="80" y="378"/>
                  </a:lnTo>
                  <a:lnTo>
                    <a:pt x="139" y="437"/>
                  </a:lnTo>
                  <a:lnTo>
                    <a:pt x="318" y="437"/>
                  </a:lnTo>
                  <a:lnTo>
                    <a:pt x="397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97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6"/>
            <p:cNvSpPr/>
            <p:nvPr/>
          </p:nvSpPr>
          <p:spPr>
            <a:xfrm>
              <a:off x="5606675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9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99"/>
                  </a:lnTo>
                  <a:lnTo>
                    <a:pt x="20" y="258"/>
                  </a:lnTo>
                  <a:lnTo>
                    <a:pt x="60" y="318"/>
                  </a:lnTo>
                  <a:lnTo>
                    <a:pt x="119" y="358"/>
                  </a:lnTo>
                  <a:lnTo>
                    <a:pt x="199" y="377"/>
                  </a:lnTo>
                  <a:lnTo>
                    <a:pt x="278" y="358"/>
                  </a:lnTo>
                  <a:lnTo>
                    <a:pt x="337" y="318"/>
                  </a:lnTo>
                  <a:lnTo>
                    <a:pt x="377" y="258"/>
                  </a:lnTo>
                  <a:lnTo>
                    <a:pt x="377" y="199"/>
                  </a:lnTo>
                  <a:lnTo>
                    <a:pt x="377" y="119"/>
                  </a:lnTo>
                  <a:lnTo>
                    <a:pt x="337" y="60"/>
                  </a:lnTo>
                  <a:lnTo>
                    <a:pt x="278" y="20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5607650" y="1534275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00" y="1"/>
                  </a:moveTo>
                  <a:lnTo>
                    <a:pt x="41" y="40"/>
                  </a:lnTo>
                  <a:lnTo>
                    <a:pt x="21" y="80"/>
                  </a:lnTo>
                  <a:lnTo>
                    <a:pt x="1" y="140"/>
                  </a:lnTo>
                  <a:lnTo>
                    <a:pt x="21" y="199"/>
                  </a:lnTo>
                  <a:lnTo>
                    <a:pt x="41" y="259"/>
                  </a:lnTo>
                  <a:lnTo>
                    <a:pt x="100" y="279"/>
                  </a:lnTo>
                  <a:lnTo>
                    <a:pt x="160" y="298"/>
                  </a:lnTo>
                  <a:lnTo>
                    <a:pt x="219" y="279"/>
                  </a:lnTo>
                  <a:lnTo>
                    <a:pt x="259" y="259"/>
                  </a:lnTo>
                  <a:lnTo>
                    <a:pt x="298" y="199"/>
                  </a:lnTo>
                  <a:lnTo>
                    <a:pt x="298" y="140"/>
                  </a:lnTo>
                  <a:lnTo>
                    <a:pt x="298" y="80"/>
                  </a:lnTo>
                  <a:lnTo>
                    <a:pt x="259" y="40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5608650" y="1651850"/>
              <a:ext cx="5975" cy="5975"/>
            </a:xfrm>
            <a:custGeom>
              <a:avLst/>
              <a:gdLst/>
              <a:ahLst/>
              <a:cxnLst/>
              <a:rect l="l" t="t" r="r" b="b"/>
              <a:pathLst>
                <a:path w="239" h="239" extrusionOk="0">
                  <a:moveTo>
                    <a:pt x="120" y="0"/>
                  </a:moveTo>
                  <a:lnTo>
                    <a:pt x="80" y="20"/>
                  </a:lnTo>
                  <a:lnTo>
                    <a:pt x="40" y="40"/>
                  </a:lnTo>
                  <a:lnTo>
                    <a:pt x="1" y="80"/>
                  </a:lnTo>
                  <a:lnTo>
                    <a:pt x="1" y="119"/>
                  </a:lnTo>
                  <a:lnTo>
                    <a:pt x="1" y="159"/>
                  </a:lnTo>
                  <a:lnTo>
                    <a:pt x="40" y="199"/>
                  </a:lnTo>
                  <a:lnTo>
                    <a:pt x="80" y="219"/>
                  </a:lnTo>
                  <a:lnTo>
                    <a:pt x="120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9" y="159"/>
                  </a:lnTo>
                  <a:lnTo>
                    <a:pt x="239" y="119"/>
                  </a:lnTo>
                  <a:lnTo>
                    <a:pt x="219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5609650" y="1769900"/>
              <a:ext cx="3975" cy="3500"/>
            </a:xfrm>
            <a:custGeom>
              <a:avLst/>
              <a:gdLst/>
              <a:ahLst/>
              <a:cxnLst/>
              <a:rect l="l" t="t" r="r" b="b"/>
              <a:pathLst>
                <a:path w="159" h="140" extrusionOk="0">
                  <a:moveTo>
                    <a:pt x="40" y="1"/>
                  </a:moveTo>
                  <a:lnTo>
                    <a:pt x="20" y="21"/>
                  </a:lnTo>
                  <a:lnTo>
                    <a:pt x="0" y="40"/>
                  </a:lnTo>
                  <a:lnTo>
                    <a:pt x="0" y="80"/>
                  </a:lnTo>
                  <a:lnTo>
                    <a:pt x="0" y="100"/>
                  </a:lnTo>
                  <a:lnTo>
                    <a:pt x="20" y="120"/>
                  </a:lnTo>
                  <a:lnTo>
                    <a:pt x="40" y="140"/>
                  </a:lnTo>
                  <a:lnTo>
                    <a:pt x="99" y="140"/>
                  </a:lnTo>
                  <a:lnTo>
                    <a:pt x="119" y="120"/>
                  </a:lnTo>
                  <a:lnTo>
                    <a:pt x="139" y="100"/>
                  </a:lnTo>
                  <a:lnTo>
                    <a:pt x="159" y="80"/>
                  </a:lnTo>
                  <a:lnTo>
                    <a:pt x="139" y="40"/>
                  </a:lnTo>
                  <a:lnTo>
                    <a:pt x="119" y="21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6"/>
            <p:cNvSpPr/>
            <p:nvPr/>
          </p:nvSpPr>
          <p:spPr>
            <a:xfrm>
              <a:off x="5610625" y="1887475"/>
              <a:ext cx="2025" cy="2000"/>
            </a:xfrm>
            <a:custGeom>
              <a:avLst/>
              <a:gdLst/>
              <a:ahLst/>
              <a:cxnLst/>
              <a:rect l="l" t="t" r="r" b="b"/>
              <a:pathLst>
                <a:path w="81" h="80" extrusionOk="0">
                  <a:moveTo>
                    <a:pt x="41" y="0"/>
                  </a:moveTo>
                  <a:lnTo>
                    <a:pt x="1" y="20"/>
                  </a:lnTo>
                  <a:lnTo>
                    <a:pt x="1" y="40"/>
                  </a:lnTo>
                  <a:lnTo>
                    <a:pt x="1" y="60"/>
                  </a:lnTo>
                  <a:lnTo>
                    <a:pt x="41" y="80"/>
                  </a:lnTo>
                  <a:lnTo>
                    <a:pt x="60" y="60"/>
                  </a:lnTo>
                  <a:lnTo>
                    <a:pt x="80" y="40"/>
                  </a:lnTo>
                  <a:lnTo>
                    <a:pt x="60" y="2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6"/>
            <p:cNvSpPr/>
            <p:nvPr/>
          </p:nvSpPr>
          <p:spPr>
            <a:xfrm>
              <a:off x="561162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6"/>
            <p:cNvSpPr/>
            <p:nvPr/>
          </p:nvSpPr>
          <p:spPr>
            <a:xfrm>
              <a:off x="561162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6"/>
            <p:cNvSpPr/>
            <p:nvPr/>
          </p:nvSpPr>
          <p:spPr>
            <a:xfrm>
              <a:off x="5700425" y="238125"/>
              <a:ext cx="28300" cy="28275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457" y="0"/>
                  </a:moveTo>
                  <a:lnTo>
                    <a:pt x="338" y="40"/>
                  </a:lnTo>
                  <a:lnTo>
                    <a:pt x="258" y="99"/>
                  </a:lnTo>
                  <a:lnTo>
                    <a:pt x="159" y="159"/>
                  </a:lnTo>
                  <a:lnTo>
                    <a:pt x="100" y="238"/>
                  </a:lnTo>
                  <a:lnTo>
                    <a:pt x="40" y="337"/>
                  </a:lnTo>
                  <a:lnTo>
                    <a:pt x="20" y="456"/>
                  </a:lnTo>
                  <a:lnTo>
                    <a:pt x="0" y="556"/>
                  </a:lnTo>
                  <a:lnTo>
                    <a:pt x="20" y="675"/>
                  </a:lnTo>
                  <a:lnTo>
                    <a:pt x="40" y="794"/>
                  </a:lnTo>
                  <a:lnTo>
                    <a:pt x="100" y="873"/>
                  </a:lnTo>
                  <a:lnTo>
                    <a:pt x="159" y="972"/>
                  </a:lnTo>
                  <a:lnTo>
                    <a:pt x="258" y="1032"/>
                  </a:lnTo>
                  <a:lnTo>
                    <a:pt x="338" y="1091"/>
                  </a:lnTo>
                  <a:lnTo>
                    <a:pt x="457" y="1131"/>
                  </a:lnTo>
                  <a:lnTo>
                    <a:pt x="675" y="1131"/>
                  </a:lnTo>
                  <a:lnTo>
                    <a:pt x="794" y="1091"/>
                  </a:lnTo>
                  <a:lnTo>
                    <a:pt x="893" y="1032"/>
                  </a:lnTo>
                  <a:lnTo>
                    <a:pt x="973" y="972"/>
                  </a:lnTo>
                  <a:lnTo>
                    <a:pt x="1032" y="873"/>
                  </a:lnTo>
                  <a:lnTo>
                    <a:pt x="1092" y="794"/>
                  </a:lnTo>
                  <a:lnTo>
                    <a:pt x="1131" y="675"/>
                  </a:lnTo>
                  <a:lnTo>
                    <a:pt x="1131" y="556"/>
                  </a:lnTo>
                  <a:lnTo>
                    <a:pt x="1131" y="456"/>
                  </a:lnTo>
                  <a:lnTo>
                    <a:pt x="1092" y="337"/>
                  </a:lnTo>
                  <a:lnTo>
                    <a:pt x="1032" y="238"/>
                  </a:lnTo>
                  <a:lnTo>
                    <a:pt x="973" y="159"/>
                  </a:lnTo>
                  <a:lnTo>
                    <a:pt x="893" y="99"/>
                  </a:lnTo>
                  <a:lnTo>
                    <a:pt x="794" y="40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6"/>
            <p:cNvSpPr/>
            <p:nvPr/>
          </p:nvSpPr>
          <p:spPr>
            <a:xfrm>
              <a:off x="5701400" y="355675"/>
              <a:ext cx="26325" cy="26800"/>
            </a:xfrm>
            <a:custGeom>
              <a:avLst/>
              <a:gdLst/>
              <a:ahLst/>
              <a:cxnLst/>
              <a:rect l="l" t="t" r="r" b="b"/>
              <a:pathLst>
                <a:path w="1053" h="1072" extrusionOk="0">
                  <a:moveTo>
                    <a:pt x="537" y="1"/>
                  </a:moveTo>
                  <a:lnTo>
                    <a:pt x="418" y="20"/>
                  </a:lnTo>
                  <a:lnTo>
                    <a:pt x="318" y="40"/>
                  </a:lnTo>
                  <a:lnTo>
                    <a:pt x="239" y="100"/>
                  </a:lnTo>
                  <a:lnTo>
                    <a:pt x="160" y="159"/>
                  </a:lnTo>
                  <a:lnTo>
                    <a:pt x="80" y="239"/>
                  </a:lnTo>
                  <a:lnTo>
                    <a:pt x="41" y="338"/>
                  </a:lnTo>
                  <a:lnTo>
                    <a:pt x="1" y="437"/>
                  </a:lnTo>
                  <a:lnTo>
                    <a:pt x="1" y="536"/>
                  </a:lnTo>
                  <a:lnTo>
                    <a:pt x="1" y="635"/>
                  </a:lnTo>
                  <a:lnTo>
                    <a:pt x="41" y="735"/>
                  </a:lnTo>
                  <a:lnTo>
                    <a:pt x="80" y="834"/>
                  </a:lnTo>
                  <a:lnTo>
                    <a:pt x="160" y="913"/>
                  </a:lnTo>
                  <a:lnTo>
                    <a:pt x="239" y="973"/>
                  </a:lnTo>
                  <a:lnTo>
                    <a:pt x="318" y="1032"/>
                  </a:lnTo>
                  <a:lnTo>
                    <a:pt x="418" y="1052"/>
                  </a:lnTo>
                  <a:lnTo>
                    <a:pt x="537" y="1072"/>
                  </a:lnTo>
                  <a:lnTo>
                    <a:pt x="636" y="1052"/>
                  </a:lnTo>
                  <a:lnTo>
                    <a:pt x="735" y="1032"/>
                  </a:lnTo>
                  <a:lnTo>
                    <a:pt x="834" y="973"/>
                  </a:lnTo>
                  <a:lnTo>
                    <a:pt x="914" y="913"/>
                  </a:lnTo>
                  <a:lnTo>
                    <a:pt x="973" y="834"/>
                  </a:lnTo>
                  <a:lnTo>
                    <a:pt x="1013" y="735"/>
                  </a:lnTo>
                  <a:lnTo>
                    <a:pt x="1053" y="635"/>
                  </a:lnTo>
                  <a:lnTo>
                    <a:pt x="1053" y="536"/>
                  </a:lnTo>
                  <a:lnTo>
                    <a:pt x="1053" y="437"/>
                  </a:lnTo>
                  <a:lnTo>
                    <a:pt x="1013" y="338"/>
                  </a:lnTo>
                  <a:lnTo>
                    <a:pt x="973" y="239"/>
                  </a:lnTo>
                  <a:lnTo>
                    <a:pt x="914" y="159"/>
                  </a:lnTo>
                  <a:lnTo>
                    <a:pt x="834" y="100"/>
                  </a:lnTo>
                  <a:lnTo>
                    <a:pt x="735" y="40"/>
                  </a:lnTo>
                  <a:lnTo>
                    <a:pt x="636" y="20"/>
                  </a:lnTo>
                  <a:lnTo>
                    <a:pt x="5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6"/>
            <p:cNvSpPr/>
            <p:nvPr/>
          </p:nvSpPr>
          <p:spPr>
            <a:xfrm>
              <a:off x="5702400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298" y="41"/>
                  </a:lnTo>
                  <a:lnTo>
                    <a:pt x="219" y="80"/>
                  </a:lnTo>
                  <a:lnTo>
                    <a:pt x="140" y="140"/>
                  </a:lnTo>
                  <a:lnTo>
                    <a:pt x="80" y="219"/>
                  </a:lnTo>
                  <a:lnTo>
                    <a:pt x="40" y="299"/>
                  </a:lnTo>
                  <a:lnTo>
                    <a:pt x="1" y="398"/>
                  </a:lnTo>
                  <a:lnTo>
                    <a:pt x="1" y="497"/>
                  </a:lnTo>
                  <a:lnTo>
                    <a:pt x="1" y="596"/>
                  </a:lnTo>
                  <a:lnTo>
                    <a:pt x="40" y="676"/>
                  </a:lnTo>
                  <a:lnTo>
                    <a:pt x="80" y="775"/>
                  </a:lnTo>
                  <a:lnTo>
                    <a:pt x="140" y="834"/>
                  </a:lnTo>
                  <a:lnTo>
                    <a:pt x="219" y="894"/>
                  </a:lnTo>
                  <a:lnTo>
                    <a:pt x="298" y="953"/>
                  </a:lnTo>
                  <a:lnTo>
                    <a:pt x="397" y="973"/>
                  </a:lnTo>
                  <a:lnTo>
                    <a:pt x="497" y="993"/>
                  </a:lnTo>
                  <a:lnTo>
                    <a:pt x="596" y="973"/>
                  </a:lnTo>
                  <a:lnTo>
                    <a:pt x="675" y="953"/>
                  </a:lnTo>
                  <a:lnTo>
                    <a:pt x="774" y="894"/>
                  </a:lnTo>
                  <a:lnTo>
                    <a:pt x="834" y="834"/>
                  </a:lnTo>
                  <a:lnTo>
                    <a:pt x="894" y="775"/>
                  </a:lnTo>
                  <a:lnTo>
                    <a:pt x="953" y="676"/>
                  </a:lnTo>
                  <a:lnTo>
                    <a:pt x="973" y="596"/>
                  </a:lnTo>
                  <a:lnTo>
                    <a:pt x="993" y="497"/>
                  </a:lnTo>
                  <a:lnTo>
                    <a:pt x="973" y="398"/>
                  </a:lnTo>
                  <a:lnTo>
                    <a:pt x="953" y="299"/>
                  </a:lnTo>
                  <a:lnTo>
                    <a:pt x="894" y="219"/>
                  </a:lnTo>
                  <a:lnTo>
                    <a:pt x="834" y="140"/>
                  </a:lnTo>
                  <a:lnTo>
                    <a:pt x="774" y="80"/>
                  </a:lnTo>
                  <a:lnTo>
                    <a:pt x="675" y="41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6"/>
            <p:cNvSpPr/>
            <p:nvPr/>
          </p:nvSpPr>
          <p:spPr>
            <a:xfrm>
              <a:off x="5703400" y="591300"/>
              <a:ext cx="22850" cy="22850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457" y="0"/>
                  </a:moveTo>
                  <a:lnTo>
                    <a:pt x="357" y="20"/>
                  </a:lnTo>
                  <a:lnTo>
                    <a:pt x="278" y="40"/>
                  </a:lnTo>
                  <a:lnTo>
                    <a:pt x="199" y="80"/>
                  </a:lnTo>
                  <a:lnTo>
                    <a:pt x="119" y="139"/>
                  </a:lnTo>
                  <a:lnTo>
                    <a:pt x="80" y="199"/>
                  </a:lnTo>
                  <a:lnTo>
                    <a:pt x="40" y="278"/>
                  </a:lnTo>
                  <a:lnTo>
                    <a:pt x="0" y="377"/>
                  </a:lnTo>
                  <a:lnTo>
                    <a:pt x="0" y="457"/>
                  </a:lnTo>
                  <a:lnTo>
                    <a:pt x="0" y="556"/>
                  </a:lnTo>
                  <a:lnTo>
                    <a:pt x="40" y="635"/>
                  </a:lnTo>
                  <a:lnTo>
                    <a:pt x="80" y="715"/>
                  </a:lnTo>
                  <a:lnTo>
                    <a:pt x="119" y="794"/>
                  </a:lnTo>
                  <a:lnTo>
                    <a:pt x="199" y="834"/>
                  </a:lnTo>
                  <a:lnTo>
                    <a:pt x="278" y="873"/>
                  </a:lnTo>
                  <a:lnTo>
                    <a:pt x="357" y="913"/>
                  </a:lnTo>
                  <a:lnTo>
                    <a:pt x="536" y="913"/>
                  </a:lnTo>
                  <a:lnTo>
                    <a:pt x="635" y="873"/>
                  </a:lnTo>
                  <a:lnTo>
                    <a:pt x="715" y="834"/>
                  </a:lnTo>
                  <a:lnTo>
                    <a:pt x="774" y="794"/>
                  </a:lnTo>
                  <a:lnTo>
                    <a:pt x="834" y="715"/>
                  </a:lnTo>
                  <a:lnTo>
                    <a:pt x="873" y="635"/>
                  </a:lnTo>
                  <a:lnTo>
                    <a:pt x="893" y="556"/>
                  </a:lnTo>
                  <a:lnTo>
                    <a:pt x="913" y="457"/>
                  </a:lnTo>
                  <a:lnTo>
                    <a:pt x="893" y="377"/>
                  </a:lnTo>
                  <a:lnTo>
                    <a:pt x="873" y="278"/>
                  </a:lnTo>
                  <a:lnTo>
                    <a:pt x="834" y="199"/>
                  </a:lnTo>
                  <a:lnTo>
                    <a:pt x="774" y="139"/>
                  </a:lnTo>
                  <a:lnTo>
                    <a:pt x="715" y="80"/>
                  </a:lnTo>
                  <a:lnTo>
                    <a:pt x="635" y="40"/>
                  </a:lnTo>
                  <a:lnTo>
                    <a:pt x="53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5704400" y="709350"/>
              <a:ext cx="20850" cy="20875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317" y="1"/>
                  </a:moveTo>
                  <a:lnTo>
                    <a:pt x="238" y="21"/>
                  </a:lnTo>
                  <a:lnTo>
                    <a:pt x="179" y="60"/>
                  </a:lnTo>
                  <a:lnTo>
                    <a:pt x="119" y="120"/>
                  </a:lnTo>
                  <a:lnTo>
                    <a:pt x="60" y="179"/>
                  </a:lnTo>
                  <a:lnTo>
                    <a:pt x="20" y="259"/>
                  </a:lnTo>
                  <a:lnTo>
                    <a:pt x="0" y="338"/>
                  </a:lnTo>
                  <a:lnTo>
                    <a:pt x="0" y="417"/>
                  </a:lnTo>
                  <a:lnTo>
                    <a:pt x="0" y="497"/>
                  </a:lnTo>
                  <a:lnTo>
                    <a:pt x="20" y="576"/>
                  </a:lnTo>
                  <a:lnTo>
                    <a:pt x="60" y="656"/>
                  </a:lnTo>
                  <a:lnTo>
                    <a:pt x="119" y="715"/>
                  </a:lnTo>
                  <a:lnTo>
                    <a:pt x="179" y="755"/>
                  </a:lnTo>
                  <a:lnTo>
                    <a:pt x="238" y="794"/>
                  </a:lnTo>
                  <a:lnTo>
                    <a:pt x="317" y="834"/>
                  </a:lnTo>
                  <a:lnTo>
                    <a:pt x="496" y="834"/>
                  </a:lnTo>
                  <a:lnTo>
                    <a:pt x="575" y="794"/>
                  </a:lnTo>
                  <a:lnTo>
                    <a:pt x="635" y="755"/>
                  </a:lnTo>
                  <a:lnTo>
                    <a:pt x="714" y="715"/>
                  </a:lnTo>
                  <a:lnTo>
                    <a:pt x="754" y="656"/>
                  </a:lnTo>
                  <a:lnTo>
                    <a:pt x="794" y="576"/>
                  </a:lnTo>
                  <a:lnTo>
                    <a:pt x="814" y="497"/>
                  </a:lnTo>
                  <a:lnTo>
                    <a:pt x="833" y="417"/>
                  </a:lnTo>
                  <a:lnTo>
                    <a:pt x="814" y="338"/>
                  </a:lnTo>
                  <a:lnTo>
                    <a:pt x="794" y="259"/>
                  </a:lnTo>
                  <a:lnTo>
                    <a:pt x="754" y="179"/>
                  </a:lnTo>
                  <a:lnTo>
                    <a:pt x="714" y="120"/>
                  </a:lnTo>
                  <a:lnTo>
                    <a:pt x="635" y="60"/>
                  </a:lnTo>
                  <a:lnTo>
                    <a:pt x="575" y="21"/>
                  </a:lnTo>
                  <a:lnTo>
                    <a:pt x="4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5705375" y="826925"/>
              <a:ext cx="18875" cy="19375"/>
            </a:xfrm>
            <a:custGeom>
              <a:avLst/>
              <a:gdLst/>
              <a:ahLst/>
              <a:cxnLst/>
              <a:rect l="l" t="t" r="r" b="b"/>
              <a:pathLst>
                <a:path w="755" h="775" extrusionOk="0">
                  <a:moveTo>
                    <a:pt x="378" y="0"/>
                  </a:moveTo>
                  <a:lnTo>
                    <a:pt x="298" y="20"/>
                  </a:lnTo>
                  <a:lnTo>
                    <a:pt x="219" y="40"/>
                  </a:lnTo>
                  <a:lnTo>
                    <a:pt x="159" y="80"/>
                  </a:lnTo>
                  <a:lnTo>
                    <a:pt x="100" y="119"/>
                  </a:lnTo>
                  <a:lnTo>
                    <a:pt x="60" y="179"/>
                  </a:lnTo>
                  <a:lnTo>
                    <a:pt x="21" y="238"/>
                  </a:lnTo>
                  <a:lnTo>
                    <a:pt x="1" y="318"/>
                  </a:lnTo>
                  <a:lnTo>
                    <a:pt x="1" y="397"/>
                  </a:lnTo>
                  <a:lnTo>
                    <a:pt x="1" y="457"/>
                  </a:lnTo>
                  <a:lnTo>
                    <a:pt x="21" y="536"/>
                  </a:lnTo>
                  <a:lnTo>
                    <a:pt x="60" y="596"/>
                  </a:lnTo>
                  <a:lnTo>
                    <a:pt x="100" y="655"/>
                  </a:lnTo>
                  <a:lnTo>
                    <a:pt x="159" y="695"/>
                  </a:lnTo>
                  <a:lnTo>
                    <a:pt x="219" y="734"/>
                  </a:lnTo>
                  <a:lnTo>
                    <a:pt x="298" y="754"/>
                  </a:lnTo>
                  <a:lnTo>
                    <a:pt x="378" y="774"/>
                  </a:lnTo>
                  <a:lnTo>
                    <a:pt x="457" y="754"/>
                  </a:lnTo>
                  <a:lnTo>
                    <a:pt x="517" y="734"/>
                  </a:lnTo>
                  <a:lnTo>
                    <a:pt x="576" y="695"/>
                  </a:lnTo>
                  <a:lnTo>
                    <a:pt x="636" y="655"/>
                  </a:lnTo>
                  <a:lnTo>
                    <a:pt x="695" y="596"/>
                  </a:lnTo>
                  <a:lnTo>
                    <a:pt x="715" y="536"/>
                  </a:lnTo>
                  <a:lnTo>
                    <a:pt x="735" y="457"/>
                  </a:lnTo>
                  <a:lnTo>
                    <a:pt x="755" y="397"/>
                  </a:lnTo>
                  <a:lnTo>
                    <a:pt x="735" y="318"/>
                  </a:lnTo>
                  <a:lnTo>
                    <a:pt x="715" y="238"/>
                  </a:lnTo>
                  <a:lnTo>
                    <a:pt x="695" y="179"/>
                  </a:lnTo>
                  <a:lnTo>
                    <a:pt x="636" y="119"/>
                  </a:lnTo>
                  <a:lnTo>
                    <a:pt x="576" y="80"/>
                  </a:lnTo>
                  <a:lnTo>
                    <a:pt x="517" y="40"/>
                  </a:lnTo>
                  <a:lnTo>
                    <a:pt x="457" y="20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5705875" y="944975"/>
              <a:ext cx="17400" cy="16900"/>
            </a:xfrm>
            <a:custGeom>
              <a:avLst/>
              <a:gdLst/>
              <a:ahLst/>
              <a:cxnLst/>
              <a:rect l="l" t="t" r="r" b="b"/>
              <a:pathLst>
                <a:path w="696" h="676" extrusionOk="0">
                  <a:moveTo>
                    <a:pt x="278" y="1"/>
                  </a:moveTo>
                  <a:lnTo>
                    <a:pt x="219" y="21"/>
                  </a:lnTo>
                  <a:lnTo>
                    <a:pt x="159" y="60"/>
                  </a:lnTo>
                  <a:lnTo>
                    <a:pt x="100" y="100"/>
                  </a:lnTo>
                  <a:lnTo>
                    <a:pt x="60" y="159"/>
                  </a:lnTo>
                  <a:lnTo>
                    <a:pt x="40" y="199"/>
                  </a:lnTo>
                  <a:lnTo>
                    <a:pt x="20" y="278"/>
                  </a:lnTo>
                  <a:lnTo>
                    <a:pt x="1" y="338"/>
                  </a:lnTo>
                  <a:lnTo>
                    <a:pt x="20" y="417"/>
                  </a:lnTo>
                  <a:lnTo>
                    <a:pt x="40" y="477"/>
                  </a:lnTo>
                  <a:lnTo>
                    <a:pt x="60" y="536"/>
                  </a:lnTo>
                  <a:lnTo>
                    <a:pt x="100" y="576"/>
                  </a:lnTo>
                  <a:lnTo>
                    <a:pt x="159" y="616"/>
                  </a:lnTo>
                  <a:lnTo>
                    <a:pt x="219" y="655"/>
                  </a:lnTo>
                  <a:lnTo>
                    <a:pt x="278" y="675"/>
                  </a:lnTo>
                  <a:lnTo>
                    <a:pt x="417" y="675"/>
                  </a:lnTo>
                  <a:lnTo>
                    <a:pt x="477" y="655"/>
                  </a:lnTo>
                  <a:lnTo>
                    <a:pt x="536" y="616"/>
                  </a:lnTo>
                  <a:lnTo>
                    <a:pt x="596" y="576"/>
                  </a:lnTo>
                  <a:lnTo>
                    <a:pt x="635" y="536"/>
                  </a:lnTo>
                  <a:lnTo>
                    <a:pt x="675" y="477"/>
                  </a:lnTo>
                  <a:lnTo>
                    <a:pt x="695" y="417"/>
                  </a:lnTo>
                  <a:lnTo>
                    <a:pt x="695" y="338"/>
                  </a:lnTo>
                  <a:lnTo>
                    <a:pt x="695" y="278"/>
                  </a:lnTo>
                  <a:lnTo>
                    <a:pt x="675" y="199"/>
                  </a:lnTo>
                  <a:lnTo>
                    <a:pt x="635" y="159"/>
                  </a:lnTo>
                  <a:lnTo>
                    <a:pt x="596" y="100"/>
                  </a:lnTo>
                  <a:lnTo>
                    <a:pt x="536" y="60"/>
                  </a:lnTo>
                  <a:lnTo>
                    <a:pt x="477" y="21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5706875" y="1062550"/>
              <a:ext cx="15400" cy="15400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318" y="0"/>
                  </a:moveTo>
                  <a:lnTo>
                    <a:pt x="258" y="20"/>
                  </a:lnTo>
                  <a:lnTo>
                    <a:pt x="199" y="40"/>
                  </a:lnTo>
                  <a:lnTo>
                    <a:pt x="99" y="99"/>
                  </a:lnTo>
                  <a:lnTo>
                    <a:pt x="40" y="199"/>
                  </a:lnTo>
                  <a:lnTo>
                    <a:pt x="20" y="258"/>
                  </a:lnTo>
                  <a:lnTo>
                    <a:pt x="0" y="318"/>
                  </a:lnTo>
                  <a:lnTo>
                    <a:pt x="20" y="377"/>
                  </a:lnTo>
                  <a:lnTo>
                    <a:pt x="40" y="437"/>
                  </a:lnTo>
                  <a:lnTo>
                    <a:pt x="99" y="536"/>
                  </a:lnTo>
                  <a:lnTo>
                    <a:pt x="199" y="595"/>
                  </a:lnTo>
                  <a:lnTo>
                    <a:pt x="258" y="615"/>
                  </a:lnTo>
                  <a:lnTo>
                    <a:pt x="377" y="615"/>
                  </a:lnTo>
                  <a:lnTo>
                    <a:pt x="437" y="595"/>
                  </a:lnTo>
                  <a:lnTo>
                    <a:pt x="536" y="536"/>
                  </a:lnTo>
                  <a:lnTo>
                    <a:pt x="595" y="437"/>
                  </a:lnTo>
                  <a:lnTo>
                    <a:pt x="615" y="377"/>
                  </a:lnTo>
                  <a:lnTo>
                    <a:pt x="615" y="318"/>
                  </a:lnTo>
                  <a:lnTo>
                    <a:pt x="615" y="258"/>
                  </a:lnTo>
                  <a:lnTo>
                    <a:pt x="595" y="199"/>
                  </a:lnTo>
                  <a:lnTo>
                    <a:pt x="536" y="99"/>
                  </a:lnTo>
                  <a:lnTo>
                    <a:pt x="437" y="40"/>
                  </a:lnTo>
                  <a:lnTo>
                    <a:pt x="377" y="2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5707850" y="1180600"/>
              <a:ext cx="13425" cy="13425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279" y="1"/>
                  </a:moveTo>
                  <a:lnTo>
                    <a:pt x="160" y="20"/>
                  </a:lnTo>
                  <a:lnTo>
                    <a:pt x="80" y="80"/>
                  </a:lnTo>
                  <a:lnTo>
                    <a:pt x="21" y="159"/>
                  </a:lnTo>
                  <a:lnTo>
                    <a:pt x="1" y="259"/>
                  </a:lnTo>
                  <a:lnTo>
                    <a:pt x="21" y="378"/>
                  </a:lnTo>
                  <a:lnTo>
                    <a:pt x="80" y="457"/>
                  </a:lnTo>
                  <a:lnTo>
                    <a:pt x="160" y="516"/>
                  </a:lnTo>
                  <a:lnTo>
                    <a:pt x="279" y="536"/>
                  </a:lnTo>
                  <a:lnTo>
                    <a:pt x="378" y="516"/>
                  </a:lnTo>
                  <a:lnTo>
                    <a:pt x="457" y="457"/>
                  </a:lnTo>
                  <a:lnTo>
                    <a:pt x="517" y="378"/>
                  </a:lnTo>
                  <a:lnTo>
                    <a:pt x="537" y="259"/>
                  </a:lnTo>
                  <a:lnTo>
                    <a:pt x="517" y="159"/>
                  </a:lnTo>
                  <a:lnTo>
                    <a:pt x="457" y="80"/>
                  </a:lnTo>
                  <a:lnTo>
                    <a:pt x="378" y="20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5708850" y="1298650"/>
              <a:ext cx="11425" cy="10950"/>
            </a:xfrm>
            <a:custGeom>
              <a:avLst/>
              <a:gdLst/>
              <a:ahLst/>
              <a:cxnLst/>
              <a:rect l="l" t="t" r="r" b="b"/>
              <a:pathLst>
                <a:path w="457" h="438" extrusionOk="0">
                  <a:moveTo>
                    <a:pt x="139" y="1"/>
                  </a:moveTo>
                  <a:lnTo>
                    <a:pt x="80" y="60"/>
                  </a:lnTo>
                  <a:lnTo>
                    <a:pt x="20" y="140"/>
                  </a:lnTo>
                  <a:lnTo>
                    <a:pt x="1" y="219"/>
                  </a:lnTo>
                  <a:lnTo>
                    <a:pt x="20" y="299"/>
                  </a:lnTo>
                  <a:lnTo>
                    <a:pt x="80" y="378"/>
                  </a:lnTo>
                  <a:lnTo>
                    <a:pt x="139" y="437"/>
                  </a:lnTo>
                  <a:lnTo>
                    <a:pt x="318" y="437"/>
                  </a:lnTo>
                  <a:lnTo>
                    <a:pt x="397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97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5709850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9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99"/>
                  </a:lnTo>
                  <a:lnTo>
                    <a:pt x="20" y="258"/>
                  </a:lnTo>
                  <a:lnTo>
                    <a:pt x="60" y="318"/>
                  </a:lnTo>
                  <a:lnTo>
                    <a:pt x="119" y="358"/>
                  </a:lnTo>
                  <a:lnTo>
                    <a:pt x="199" y="377"/>
                  </a:lnTo>
                  <a:lnTo>
                    <a:pt x="258" y="358"/>
                  </a:lnTo>
                  <a:lnTo>
                    <a:pt x="318" y="318"/>
                  </a:lnTo>
                  <a:lnTo>
                    <a:pt x="377" y="258"/>
                  </a:lnTo>
                  <a:lnTo>
                    <a:pt x="377" y="199"/>
                  </a:lnTo>
                  <a:lnTo>
                    <a:pt x="377" y="119"/>
                  </a:lnTo>
                  <a:lnTo>
                    <a:pt x="318" y="60"/>
                  </a:lnTo>
                  <a:lnTo>
                    <a:pt x="258" y="20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5710825" y="1534275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00" y="1"/>
                  </a:moveTo>
                  <a:lnTo>
                    <a:pt x="41" y="40"/>
                  </a:lnTo>
                  <a:lnTo>
                    <a:pt x="21" y="80"/>
                  </a:lnTo>
                  <a:lnTo>
                    <a:pt x="1" y="140"/>
                  </a:lnTo>
                  <a:lnTo>
                    <a:pt x="21" y="199"/>
                  </a:lnTo>
                  <a:lnTo>
                    <a:pt x="41" y="259"/>
                  </a:lnTo>
                  <a:lnTo>
                    <a:pt x="100" y="279"/>
                  </a:lnTo>
                  <a:lnTo>
                    <a:pt x="160" y="298"/>
                  </a:lnTo>
                  <a:lnTo>
                    <a:pt x="219" y="279"/>
                  </a:lnTo>
                  <a:lnTo>
                    <a:pt x="259" y="259"/>
                  </a:lnTo>
                  <a:lnTo>
                    <a:pt x="299" y="199"/>
                  </a:lnTo>
                  <a:lnTo>
                    <a:pt x="299" y="140"/>
                  </a:lnTo>
                  <a:lnTo>
                    <a:pt x="299" y="80"/>
                  </a:lnTo>
                  <a:lnTo>
                    <a:pt x="259" y="40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5711825" y="1651850"/>
              <a:ext cx="5475" cy="5975"/>
            </a:xfrm>
            <a:custGeom>
              <a:avLst/>
              <a:gdLst/>
              <a:ahLst/>
              <a:cxnLst/>
              <a:rect l="l" t="t" r="r" b="b"/>
              <a:pathLst>
                <a:path w="219" h="239" extrusionOk="0">
                  <a:moveTo>
                    <a:pt x="120" y="0"/>
                  </a:moveTo>
                  <a:lnTo>
                    <a:pt x="60" y="20"/>
                  </a:lnTo>
                  <a:lnTo>
                    <a:pt x="40" y="40"/>
                  </a:lnTo>
                  <a:lnTo>
                    <a:pt x="1" y="80"/>
                  </a:lnTo>
                  <a:lnTo>
                    <a:pt x="1" y="119"/>
                  </a:lnTo>
                  <a:lnTo>
                    <a:pt x="1" y="159"/>
                  </a:lnTo>
                  <a:lnTo>
                    <a:pt x="40" y="199"/>
                  </a:lnTo>
                  <a:lnTo>
                    <a:pt x="60" y="219"/>
                  </a:lnTo>
                  <a:lnTo>
                    <a:pt x="120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9" y="159"/>
                  </a:lnTo>
                  <a:lnTo>
                    <a:pt x="219" y="119"/>
                  </a:lnTo>
                  <a:lnTo>
                    <a:pt x="219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5712825" y="1769900"/>
              <a:ext cx="4000" cy="3500"/>
            </a:xfrm>
            <a:custGeom>
              <a:avLst/>
              <a:gdLst/>
              <a:ahLst/>
              <a:cxnLst/>
              <a:rect l="l" t="t" r="r" b="b"/>
              <a:pathLst>
                <a:path w="160" h="140" extrusionOk="0">
                  <a:moveTo>
                    <a:pt x="40" y="1"/>
                  </a:moveTo>
                  <a:lnTo>
                    <a:pt x="20" y="21"/>
                  </a:lnTo>
                  <a:lnTo>
                    <a:pt x="0" y="40"/>
                  </a:lnTo>
                  <a:lnTo>
                    <a:pt x="0" y="80"/>
                  </a:lnTo>
                  <a:lnTo>
                    <a:pt x="0" y="100"/>
                  </a:lnTo>
                  <a:lnTo>
                    <a:pt x="20" y="120"/>
                  </a:lnTo>
                  <a:lnTo>
                    <a:pt x="40" y="140"/>
                  </a:lnTo>
                  <a:lnTo>
                    <a:pt x="100" y="140"/>
                  </a:lnTo>
                  <a:lnTo>
                    <a:pt x="119" y="120"/>
                  </a:lnTo>
                  <a:lnTo>
                    <a:pt x="139" y="100"/>
                  </a:lnTo>
                  <a:lnTo>
                    <a:pt x="159" y="80"/>
                  </a:lnTo>
                  <a:lnTo>
                    <a:pt x="139" y="40"/>
                  </a:lnTo>
                  <a:lnTo>
                    <a:pt x="119" y="21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5713825" y="1887475"/>
              <a:ext cx="2000" cy="2000"/>
            </a:xfrm>
            <a:custGeom>
              <a:avLst/>
              <a:gdLst/>
              <a:ahLst/>
              <a:cxnLst/>
              <a:rect l="l" t="t" r="r" b="b"/>
              <a:pathLst>
                <a:path w="80" h="80" extrusionOk="0">
                  <a:moveTo>
                    <a:pt x="40" y="0"/>
                  </a:moveTo>
                  <a:lnTo>
                    <a:pt x="0" y="20"/>
                  </a:lnTo>
                  <a:lnTo>
                    <a:pt x="0" y="40"/>
                  </a:lnTo>
                  <a:lnTo>
                    <a:pt x="0" y="60"/>
                  </a:lnTo>
                  <a:lnTo>
                    <a:pt x="40" y="80"/>
                  </a:lnTo>
                  <a:lnTo>
                    <a:pt x="60" y="60"/>
                  </a:lnTo>
                  <a:lnTo>
                    <a:pt x="79" y="40"/>
                  </a:lnTo>
                  <a:lnTo>
                    <a:pt x="6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6"/>
            <p:cNvSpPr/>
            <p:nvPr/>
          </p:nvSpPr>
          <p:spPr>
            <a:xfrm>
              <a:off x="571480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6"/>
            <p:cNvSpPr/>
            <p:nvPr/>
          </p:nvSpPr>
          <p:spPr>
            <a:xfrm>
              <a:off x="571480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6"/>
            <p:cNvSpPr/>
            <p:nvPr/>
          </p:nvSpPr>
          <p:spPr>
            <a:xfrm>
              <a:off x="5803600" y="238125"/>
              <a:ext cx="28300" cy="28275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457" y="0"/>
                  </a:moveTo>
                  <a:lnTo>
                    <a:pt x="338" y="40"/>
                  </a:lnTo>
                  <a:lnTo>
                    <a:pt x="258" y="99"/>
                  </a:lnTo>
                  <a:lnTo>
                    <a:pt x="159" y="159"/>
                  </a:lnTo>
                  <a:lnTo>
                    <a:pt x="100" y="238"/>
                  </a:lnTo>
                  <a:lnTo>
                    <a:pt x="40" y="337"/>
                  </a:lnTo>
                  <a:lnTo>
                    <a:pt x="0" y="456"/>
                  </a:lnTo>
                  <a:lnTo>
                    <a:pt x="0" y="556"/>
                  </a:lnTo>
                  <a:lnTo>
                    <a:pt x="0" y="675"/>
                  </a:lnTo>
                  <a:lnTo>
                    <a:pt x="40" y="794"/>
                  </a:lnTo>
                  <a:lnTo>
                    <a:pt x="100" y="873"/>
                  </a:lnTo>
                  <a:lnTo>
                    <a:pt x="159" y="972"/>
                  </a:lnTo>
                  <a:lnTo>
                    <a:pt x="258" y="1032"/>
                  </a:lnTo>
                  <a:lnTo>
                    <a:pt x="338" y="1091"/>
                  </a:lnTo>
                  <a:lnTo>
                    <a:pt x="457" y="1131"/>
                  </a:lnTo>
                  <a:lnTo>
                    <a:pt x="675" y="1131"/>
                  </a:lnTo>
                  <a:lnTo>
                    <a:pt x="794" y="1091"/>
                  </a:lnTo>
                  <a:lnTo>
                    <a:pt x="893" y="1032"/>
                  </a:lnTo>
                  <a:lnTo>
                    <a:pt x="973" y="972"/>
                  </a:lnTo>
                  <a:lnTo>
                    <a:pt x="1032" y="873"/>
                  </a:lnTo>
                  <a:lnTo>
                    <a:pt x="1092" y="794"/>
                  </a:lnTo>
                  <a:lnTo>
                    <a:pt x="1131" y="675"/>
                  </a:lnTo>
                  <a:lnTo>
                    <a:pt x="1131" y="556"/>
                  </a:lnTo>
                  <a:lnTo>
                    <a:pt x="1131" y="456"/>
                  </a:lnTo>
                  <a:lnTo>
                    <a:pt x="1092" y="337"/>
                  </a:lnTo>
                  <a:lnTo>
                    <a:pt x="1032" y="238"/>
                  </a:lnTo>
                  <a:lnTo>
                    <a:pt x="973" y="159"/>
                  </a:lnTo>
                  <a:lnTo>
                    <a:pt x="893" y="99"/>
                  </a:lnTo>
                  <a:lnTo>
                    <a:pt x="794" y="40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6"/>
            <p:cNvSpPr/>
            <p:nvPr/>
          </p:nvSpPr>
          <p:spPr>
            <a:xfrm>
              <a:off x="5804600" y="355675"/>
              <a:ext cx="26300" cy="26800"/>
            </a:xfrm>
            <a:custGeom>
              <a:avLst/>
              <a:gdLst/>
              <a:ahLst/>
              <a:cxnLst/>
              <a:rect l="l" t="t" r="r" b="b"/>
              <a:pathLst>
                <a:path w="1052" h="1072" extrusionOk="0">
                  <a:moveTo>
                    <a:pt x="536" y="1"/>
                  </a:moveTo>
                  <a:lnTo>
                    <a:pt x="417" y="20"/>
                  </a:lnTo>
                  <a:lnTo>
                    <a:pt x="318" y="40"/>
                  </a:lnTo>
                  <a:lnTo>
                    <a:pt x="238" y="100"/>
                  </a:lnTo>
                  <a:lnTo>
                    <a:pt x="159" y="159"/>
                  </a:lnTo>
                  <a:lnTo>
                    <a:pt x="79" y="239"/>
                  </a:lnTo>
                  <a:lnTo>
                    <a:pt x="40" y="338"/>
                  </a:lnTo>
                  <a:lnTo>
                    <a:pt x="0" y="437"/>
                  </a:lnTo>
                  <a:lnTo>
                    <a:pt x="0" y="536"/>
                  </a:lnTo>
                  <a:lnTo>
                    <a:pt x="0" y="635"/>
                  </a:lnTo>
                  <a:lnTo>
                    <a:pt x="40" y="735"/>
                  </a:lnTo>
                  <a:lnTo>
                    <a:pt x="79" y="834"/>
                  </a:lnTo>
                  <a:lnTo>
                    <a:pt x="159" y="913"/>
                  </a:lnTo>
                  <a:lnTo>
                    <a:pt x="238" y="973"/>
                  </a:lnTo>
                  <a:lnTo>
                    <a:pt x="318" y="1032"/>
                  </a:lnTo>
                  <a:lnTo>
                    <a:pt x="417" y="1052"/>
                  </a:lnTo>
                  <a:lnTo>
                    <a:pt x="536" y="1072"/>
                  </a:lnTo>
                  <a:lnTo>
                    <a:pt x="635" y="1052"/>
                  </a:lnTo>
                  <a:lnTo>
                    <a:pt x="734" y="1032"/>
                  </a:lnTo>
                  <a:lnTo>
                    <a:pt x="833" y="973"/>
                  </a:lnTo>
                  <a:lnTo>
                    <a:pt x="913" y="913"/>
                  </a:lnTo>
                  <a:lnTo>
                    <a:pt x="972" y="834"/>
                  </a:lnTo>
                  <a:lnTo>
                    <a:pt x="1012" y="735"/>
                  </a:lnTo>
                  <a:lnTo>
                    <a:pt x="1052" y="635"/>
                  </a:lnTo>
                  <a:lnTo>
                    <a:pt x="1052" y="536"/>
                  </a:lnTo>
                  <a:lnTo>
                    <a:pt x="1052" y="437"/>
                  </a:lnTo>
                  <a:lnTo>
                    <a:pt x="1012" y="338"/>
                  </a:lnTo>
                  <a:lnTo>
                    <a:pt x="972" y="239"/>
                  </a:lnTo>
                  <a:lnTo>
                    <a:pt x="913" y="159"/>
                  </a:lnTo>
                  <a:lnTo>
                    <a:pt x="833" y="100"/>
                  </a:lnTo>
                  <a:lnTo>
                    <a:pt x="734" y="40"/>
                  </a:lnTo>
                  <a:lnTo>
                    <a:pt x="635" y="20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6"/>
            <p:cNvSpPr/>
            <p:nvPr/>
          </p:nvSpPr>
          <p:spPr>
            <a:xfrm>
              <a:off x="5805575" y="473725"/>
              <a:ext cx="24325" cy="24825"/>
            </a:xfrm>
            <a:custGeom>
              <a:avLst/>
              <a:gdLst/>
              <a:ahLst/>
              <a:cxnLst/>
              <a:rect l="l" t="t" r="r" b="b"/>
              <a:pathLst>
                <a:path w="973" h="993" extrusionOk="0">
                  <a:moveTo>
                    <a:pt x="398" y="1"/>
                  </a:moveTo>
                  <a:lnTo>
                    <a:pt x="298" y="41"/>
                  </a:lnTo>
                  <a:lnTo>
                    <a:pt x="219" y="80"/>
                  </a:lnTo>
                  <a:lnTo>
                    <a:pt x="140" y="140"/>
                  </a:lnTo>
                  <a:lnTo>
                    <a:pt x="80" y="219"/>
                  </a:lnTo>
                  <a:lnTo>
                    <a:pt x="40" y="299"/>
                  </a:lnTo>
                  <a:lnTo>
                    <a:pt x="1" y="398"/>
                  </a:lnTo>
                  <a:lnTo>
                    <a:pt x="1" y="497"/>
                  </a:lnTo>
                  <a:lnTo>
                    <a:pt x="1" y="596"/>
                  </a:lnTo>
                  <a:lnTo>
                    <a:pt x="40" y="676"/>
                  </a:lnTo>
                  <a:lnTo>
                    <a:pt x="80" y="775"/>
                  </a:lnTo>
                  <a:lnTo>
                    <a:pt x="140" y="834"/>
                  </a:lnTo>
                  <a:lnTo>
                    <a:pt x="219" y="894"/>
                  </a:lnTo>
                  <a:lnTo>
                    <a:pt x="298" y="953"/>
                  </a:lnTo>
                  <a:lnTo>
                    <a:pt x="398" y="973"/>
                  </a:lnTo>
                  <a:lnTo>
                    <a:pt x="497" y="993"/>
                  </a:lnTo>
                  <a:lnTo>
                    <a:pt x="596" y="973"/>
                  </a:lnTo>
                  <a:lnTo>
                    <a:pt x="675" y="953"/>
                  </a:lnTo>
                  <a:lnTo>
                    <a:pt x="775" y="894"/>
                  </a:lnTo>
                  <a:lnTo>
                    <a:pt x="834" y="834"/>
                  </a:lnTo>
                  <a:lnTo>
                    <a:pt x="894" y="775"/>
                  </a:lnTo>
                  <a:lnTo>
                    <a:pt x="953" y="676"/>
                  </a:lnTo>
                  <a:lnTo>
                    <a:pt x="973" y="596"/>
                  </a:lnTo>
                  <a:lnTo>
                    <a:pt x="973" y="497"/>
                  </a:lnTo>
                  <a:lnTo>
                    <a:pt x="973" y="398"/>
                  </a:lnTo>
                  <a:lnTo>
                    <a:pt x="953" y="299"/>
                  </a:lnTo>
                  <a:lnTo>
                    <a:pt x="894" y="219"/>
                  </a:lnTo>
                  <a:lnTo>
                    <a:pt x="834" y="140"/>
                  </a:lnTo>
                  <a:lnTo>
                    <a:pt x="775" y="80"/>
                  </a:lnTo>
                  <a:lnTo>
                    <a:pt x="675" y="41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6"/>
            <p:cNvSpPr/>
            <p:nvPr/>
          </p:nvSpPr>
          <p:spPr>
            <a:xfrm>
              <a:off x="5806575" y="591300"/>
              <a:ext cx="22850" cy="22850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457" y="0"/>
                  </a:moveTo>
                  <a:lnTo>
                    <a:pt x="358" y="20"/>
                  </a:lnTo>
                  <a:lnTo>
                    <a:pt x="278" y="40"/>
                  </a:lnTo>
                  <a:lnTo>
                    <a:pt x="199" y="80"/>
                  </a:lnTo>
                  <a:lnTo>
                    <a:pt x="119" y="139"/>
                  </a:lnTo>
                  <a:lnTo>
                    <a:pt x="80" y="199"/>
                  </a:lnTo>
                  <a:lnTo>
                    <a:pt x="20" y="278"/>
                  </a:lnTo>
                  <a:lnTo>
                    <a:pt x="0" y="377"/>
                  </a:lnTo>
                  <a:lnTo>
                    <a:pt x="0" y="457"/>
                  </a:lnTo>
                  <a:lnTo>
                    <a:pt x="0" y="556"/>
                  </a:lnTo>
                  <a:lnTo>
                    <a:pt x="20" y="635"/>
                  </a:lnTo>
                  <a:lnTo>
                    <a:pt x="80" y="715"/>
                  </a:lnTo>
                  <a:lnTo>
                    <a:pt x="119" y="794"/>
                  </a:lnTo>
                  <a:lnTo>
                    <a:pt x="199" y="834"/>
                  </a:lnTo>
                  <a:lnTo>
                    <a:pt x="278" y="873"/>
                  </a:lnTo>
                  <a:lnTo>
                    <a:pt x="358" y="913"/>
                  </a:lnTo>
                  <a:lnTo>
                    <a:pt x="536" y="913"/>
                  </a:lnTo>
                  <a:lnTo>
                    <a:pt x="635" y="873"/>
                  </a:lnTo>
                  <a:lnTo>
                    <a:pt x="695" y="834"/>
                  </a:lnTo>
                  <a:lnTo>
                    <a:pt x="774" y="794"/>
                  </a:lnTo>
                  <a:lnTo>
                    <a:pt x="834" y="715"/>
                  </a:lnTo>
                  <a:lnTo>
                    <a:pt x="873" y="635"/>
                  </a:lnTo>
                  <a:lnTo>
                    <a:pt x="893" y="556"/>
                  </a:lnTo>
                  <a:lnTo>
                    <a:pt x="913" y="457"/>
                  </a:lnTo>
                  <a:lnTo>
                    <a:pt x="893" y="377"/>
                  </a:lnTo>
                  <a:lnTo>
                    <a:pt x="873" y="278"/>
                  </a:lnTo>
                  <a:lnTo>
                    <a:pt x="834" y="199"/>
                  </a:lnTo>
                  <a:lnTo>
                    <a:pt x="774" y="139"/>
                  </a:lnTo>
                  <a:lnTo>
                    <a:pt x="695" y="80"/>
                  </a:lnTo>
                  <a:lnTo>
                    <a:pt x="635" y="40"/>
                  </a:lnTo>
                  <a:lnTo>
                    <a:pt x="53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6"/>
            <p:cNvSpPr/>
            <p:nvPr/>
          </p:nvSpPr>
          <p:spPr>
            <a:xfrm>
              <a:off x="5807575" y="709350"/>
              <a:ext cx="20850" cy="20875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318" y="1"/>
                  </a:moveTo>
                  <a:lnTo>
                    <a:pt x="238" y="21"/>
                  </a:lnTo>
                  <a:lnTo>
                    <a:pt x="179" y="60"/>
                  </a:lnTo>
                  <a:lnTo>
                    <a:pt x="119" y="120"/>
                  </a:lnTo>
                  <a:lnTo>
                    <a:pt x="60" y="179"/>
                  </a:lnTo>
                  <a:lnTo>
                    <a:pt x="20" y="259"/>
                  </a:lnTo>
                  <a:lnTo>
                    <a:pt x="0" y="338"/>
                  </a:lnTo>
                  <a:lnTo>
                    <a:pt x="0" y="417"/>
                  </a:lnTo>
                  <a:lnTo>
                    <a:pt x="0" y="497"/>
                  </a:lnTo>
                  <a:lnTo>
                    <a:pt x="20" y="576"/>
                  </a:lnTo>
                  <a:lnTo>
                    <a:pt x="60" y="656"/>
                  </a:lnTo>
                  <a:lnTo>
                    <a:pt x="119" y="715"/>
                  </a:lnTo>
                  <a:lnTo>
                    <a:pt x="179" y="755"/>
                  </a:lnTo>
                  <a:lnTo>
                    <a:pt x="238" y="794"/>
                  </a:lnTo>
                  <a:lnTo>
                    <a:pt x="318" y="834"/>
                  </a:lnTo>
                  <a:lnTo>
                    <a:pt x="496" y="834"/>
                  </a:lnTo>
                  <a:lnTo>
                    <a:pt x="576" y="794"/>
                  </a:lnTo>
                  <a:lnTo>
                    <a:pt x="635" y="755"/>
                  </a:lnTo>
                  <a:lnTo>
                    <a:pt x="695" y="715"/>
                  </a:lnTo>
                  <a:lnTo>
                    <a:pt x="754" y="656"/>
                  </a:lnTo>
                  <a:lnTo>
                    <a:pt x="794" y="576"/>
                  </a:lnTo>
                  <a:lnTo>
                    <a:pt x="814" y="497"/>
                  </a:lnTo>
                  <a:lnTo>
                    <a:pt x="833" y="417"/>
                  </a:lnTo>
                  <a:lnTo>
                    <a:pt x="814" y="338"/>
                  </a:lnTo>
                  <a:lnTo>
                    <a:pt x="794" y="259"/>
                  </a:lnTo>
                  <a:lnTo>
                    <a:pt x="754" y="179"/>
                  </a:lnTo>
                  <a:lnTo>
                    <a:pt x="695" y="120"/>
                  </a:lnTo>
                  <a:lnTo>
                    <a:pt x="635" y="60"/>
                  </a:lnTo>
                  <a:lnTo>
                    <a:pt x="576" y="21"/>
                  </a:lnTo>
                  <a:lnTo>
                    <a:pt x="4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6"/>
            <p:cNvSpPr/>
            <p:nvPr/>
          </p:nvSpPr>
          <p:spPr>
            <a:xfrm>
              <a:off x="5808050" y="826925"/>
              <a:ext cx="19375" cy="19375"/>
            </a:xfrm>
            <a:custGeom>
              <a:avLst/>
              <a:gdLst/>
              <a:ahLst/>
              <a:cxnLst/>
              <a:rect l="l" t="t" r="r" b="b"/>
              <a:pathLst>
                <a:path w="775" h="775" extrusionOk="0">
                  <a:moveTo>
                    <a:pt x="398" y="0"/>
                  </a:moveTo>
                  <a:lnTo>
                    <a:pt x="318" y="20"/>
                  </a:lnTo>
                  <a:lnTo>
                    <a:pt x="239" y="40"/>
                  </a:lnTo>
                  <a:lnTo>
                    <a:pt x="180" y="80"/>
                  </a:lnTo>
                  <a:lnTo>
                    <a:pt x="120" y="119"/>
                  </a:lnTo>
                  <a:lnTo>
                    <a:pt x="80" y="179"/>
                  </a:lnTo>
                  <a:lnTo>
                    <a:pt x="41" y="238"/>
                  </a:lnTo>
                  <a:lnTo>
                    <a:pt x="21" y="318"/>
                  </a:lnTo>
                  <a:lnTo>
                    <a:pt x="1" y="397"/>
                  </a:lnTo>
                  <a:lnTo>
                    <a:pt x="21" y="457"/>
                  </a:lnTo>
                  <a:lnTo>
                    <a:pt x="41" y="536"/>
                  </a:lnTo>
                  <a:lnTo>
                    <a:pt x="80" y="596"/>
                  </a:lnTo>
                  <a:lnTo>
                    <a:pt x="120" y="655"/>
                  </a:lnTo>
                  <a:lnTo>
                    <a:pt x="180" y="695"/>
                  </a:lnTo>
                  <a:lnTo>
                    <a:pt x="239" y="734"/>
                  </a:lnTo>
                  <a:lnTo>
                    <a:pt x="318" y="754"/>
                  </a:lnTo>
                  <a:lnTo>
                    <a:pt x="398" y="774"/>
                  </a:lnTo>
                  <a:lnTo>
                    <a:pt x="457" y="754"/>
                  </a:lnTo>
                  <a:lnTo>
                    <a:pt x="537" y="734"/>
                  </a:lnTo>
                  <a:lnTo>
                    <a:pt x="596" y="695"/>
                  </a:lnTo>
                  <a:lnTo>
                    <a:pt x="656" y="655"/>
                  </a:lnTo>
                  <a:lnTo>
                    <a:pt x="695" y="596"/>
                  </a:lnTo>
                  <a:lnTo>
                    <a:pt x="735" y="536"/>
                  </a:lnTo>
                  <a:lnTo>
                    <a:pt x="755" y="457"/>
                  </a:lnTo>
                  <a:lnTo>
                    <a:pt x="775" y="397"/>
                  </a:lnTo>
                  <a:lnTo>
                    <a:pt x="755" y="318"/>
                  </a:lnTo>
                  <a:lnTo>
                    <a:pt x="735" y="238"/>
                  </a:lnTo>
                  <a:lnTo>
                    <a:pt x="695" y="179"/>
                  </a:lnTo>
                  <a:lnTo>
                    <a:pt x="656" y="119"/>
                  </a:lnTo>
                  <a:lnTo>
                    <a:pt x="596" y="80"/>
                  </a:lnTo>
                  <a:lnTo>
                    <a:pt x="537" y="40"/>
                  </a:lnTo>
                  <a:lnTo>
                    <a:pt x="457" y="20"/>
                  </a:lnTo>
                  <a:lnTo>
                    <a:pt x="3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6"/>
            <p:cNvSpPr/>
            <p:nvPr/>
          </p:nvSpPr>
          <p:spPr>
            <a:xfrm>
              <a:off x="5809050" y="944975"/>
              <a:ext cx="17400" cy="16900"/>
            </a:xfrm>
            <a:custGeom>
              <a:avLst/>
              <a:gdLst/>
              <a:ahLst/>
              <a:cxnLst/>
              <a:rect l="l" t="t" r="r" b="b"/>
              <a:pathLst>
                <a:path w="696" h="676" extrusionOk="0">
                  <a:moveTo>
                    <a:pt x="278" y="1"/>
                  </a:moveTo>
                  <a:lnTo>
                    <a:pt x="219" y="21"/>
                  </a:lnTo>
                  <a:lnTo>
                    <a:pt x="159" y="60"/>
                  </a:lnTo>
                  <a:lnTo>
                    <a:pt x="100" y="100"/>
                  </a:lnTo>
                  <a:lnTo>
                    <a:pt x="60" y="159"/>
                  </a:lnTo>
                  <a:lnTo>
                    <a:pt x="40" y="199"/>
                  </a:lnTo>
                  <a:lnTo>
                    <a:pt x="20" y="278"/>
                  </a:lnTo>
                  <a:lnTo>
                    <a:pt x="1" y="338"/>
                  </a:lnTo>
                  <a:lnTo>
                    <a:pt x="20" y="417"/>
                  </a:lnTo>
                  <a:lnTo>
                    <a:pt x="40" y="477"/>
                  </a:lnTo>
                  <a:lnTo>
                    <a:pt x="60" y="536"/>
                  </a:lnTo>
                  <a:lnTo>
                    <a:pt x="100" y="576"/>
                  </a:lnTo>
                  <a:lnTo>
                    <a:pt x="159" y="616"/>
                  </a:lnTo>
                  <a:lnTo>
                    <a:pt x="219" y="655"/>
                  </a:lnTo>
                  <a:lnTo>
                    <a:pt x="278" y="675"/>
                  </a:lnTo>
                  <a:lnTo>
                    <a:pt x="417" y="675"/>
                  </a:lnTo>
                  <a:lnTo>
                    <a:pt x="477" y="655"/>
                  </a:lnTo>
                  <a:lnTo>
                    <a:pt x="536" y="616"/>
                  </a:lnTo>
                  <a:lnTo>
                    <a:pt x="596" y="576"/>
                  </a:lnTo>
                  <a:lnTo>
                    <a:pt x="636" y="536"/>
                  </a:lnTo>
                  <a:lnTo>
                    <a:pt x="655" y="477"/>
                  </a:lnTo>
                  <a:lnTo>
                    <a:pt x="675" y="417"/>
                  </a:lnTo>
                  <a:lnTo>
                    <a:pt x="695" y="338"/>
                  </a:lnTo>
                  <a:lnTo>
                    <a:pt x="675" y="278"/>
                  </a:lnTo>
                  <a:lnTo>
                    <a:pt x="655" y="199"/>
                  </a:lnTo>
                  <a:lnTo>
                    <a:pt x="636" y="159"/>
                  </a:lnTo>
                  <a:lnTo>
                    <a:pt x="596" y="100"/>
                  </a:lnTo>
                  <a:lnTo>
                    <a:pt x="536" y="60"/>
                  </a:lnTo>
                  <a:lnTo>
                    <a:pt x="477" y="21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6"/>
            <p:cNvSpPr/>
            <p:nvPr/>
          </p:nvSpPr>
          <p:spPr>
            <a:xfrm>
              <a:off x="5810050" y="1062550"/>
              <a:ext cx="15400" cy="15400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318" y="0"/>
                  </a:moveTo>
                  <a:lnTo>
                    <a:pt x="238" y="20"/>
                  </a:lnTo>
                  <a:lnTo>
                    <a:pt x="199" y="40"/>
                  </a:lnTo>
                  <a:lnTo>
                    <a:pt x="100" y="99"/>
                  </a:lnTo>
                  <a:lnTo>
                    <a:pt x="20" y="199"/>
                  </a:lnTo>
                  <a:lnTo>
                    <a:pt x="20" y="258"/>
                  </a:lnTo>
                  <a:lnTo>
                    <a:pt x="0" y="318"/>
                  </a:lnTo>
                  <a:lnTo>
                    <a:pt x="20" y="377"/>
                  </a:lnTo>
                  <a:lnTo>
                    <a:pt x="20" y="437"/>
                  </a:lnTo>
                  <a:lnTo>
                    <a:pt x="100" y="536"/>
                  </a:lnTo>
                  <a:lnTo>
                    <a:pt x="199" y="595"/>
                  </a:lnTo>
                  <a:lnTo>
                    <a:pt x="238" y="615"/>
                  </a:lnTo>
                  <a:lnTo>
                    <a:pt x="377" y="615"/>
                  </a:lnTo>
                  <a:lnTo>
                    <a:pt x="437" y="595"/>
                  </a:lnTo>
                  <a:lnTo>
                    <a:pt x="516" y="536"/>
                  </a:lnTo>
                  <a:lnTo>
                    <a:pt x="596" y="437"/>
                  </a:lnTo>
                  <a:lnTo>
                    <a:pt x="615" y="377"/>
                  </a:lnTo>
                  <a:lnTo>
                    <a:pt x="615" y="318"/>
                  </a:lnTo>
                  <a:lnTo>
                    <a:pt x="615" y="258"/>
                  </a:lnTo>
                  <a:lnTo>
                    <a:pt x="596" y="199"/>
                  </a:lnTo>
                  <a:lnTo>
                    <a:pt x="516" y="99"/>
                  </a:lnTo>
                  <a:lnTo>
                    <a:pt x="437" y="40"/>
                  </a:lnTo>
                  <a:lnTo>
                    <a:pt x="377" y="2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6"/>
            <p:cNvSpPr/>
            <p:nvPr/>
          </p:nvSpPr>
          <p:spPr>
            <a:xfrm>
              <a:off x="5811050" y="1180600"/>
              <a:ext cx="13400" cy="13425"/>
            </a:xfrm>
            <a:custGeom>
              <a:avLst/>
              <a:gdLst/>
              <a:ahLst/>
              <a:cxnLst/>
              <a:rect l="l" t="t" r="r" b="b"/>
              <a:pathLst>
                <a:path w="536" h="537" extrusionOk="0">
                  <a:moveTo>
                    <a:pt x="278" y="1"/>
                  </a:moveTo>
                  <a:lnTo>
                    <a:pt x="159" y="20"/>
                  </a:lnTo>
                  <a:lnTo>
                    <a:pt x="79" y="80"/>
                  </a:lnTo>
                  <a:lnTo>
                    <a:pt x="20" y="159"/>
                  </a:lnTo>
                  <a:lnTo>
                    <a:pt x="0" y="259"/>
                  </a:lnTo>
                  <a:lnTo>
                    <a:pt x="20" y="378"/>
                  </a:lnTo>
                  <a:lnTo>
                    <a:pt x="79" y="457"/>
                  </a:lnTo>
                  <a:lnTo>
                    <a:pt x="159" y="516"/>
                  </a:lnTo>
                  <a:lnTo>
                    <a:pt x="278" y="536"/>
                  </a:lnTo>
                  <a:lnTo>
                    <a:pt x="377" y="516"/>
                  </a:lnTo>
                  <a:lnTo>
                    <a:pt x="456" y="457"/>
                  </a:lnTo>
                  <a:lnTo>
                    <a:pt x="516" y="378"/>
                  </a:lnTo>
                  <a:lnTo>
                    <a:pt x="536" y="259"/>
                  </a:lnTo>
                  <a:lnTo>
                    <a:pt x="516" y="159"/>
                  </a:lnTo>
                  <a:lnTo>
                    <a:pt x="456" y="80"/>
                  </a:lnTo>
                  <a:lnTo>
                    <a:pt x="377" y="20"/>
                  </a:lnTo>
                  <a:lnTo>
                    <a:pt x="2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6"/>
            <p:cNvSpPr/>
            <p:nvPr/>
          </p:nvSpPr>
          <p:spPr>
            <a:xfrm>
              <a:off x="5812025" y="1298650"/>
              <a:ext cx="11450" cy="10950"/>
            </a:xfrm>
            <a:custGeom>
              <a:avLst/>
              <a:gdLst/>
              <a:ahLst/>
              <a:cxnLst/>
              <a:rect l="l" t="t" r="r" b="b"/>
              <a:pathLst>
                <a:path w="458" h="438" extrusionOk="0">
                  <a:moveTo>
                    <a:pt x="140" y="1"/>
                  </a:moveTo>
                  <a:lnTo>
                    <a:pt x="60" y="60"/>
                  </a:lnTo>
                  <a:lnTo>
                    <a:pt x="21" y="140"/>
                  </a:lnTo>
                  <a:lnTo>
                    <a:pt x="1" y="219"/>
                  </a:lnTo>
                  <a:lnTo>
                    <a:pt x="21" y="299"/>
                  </a:lnTo>
                  <a:lnTo>
                    <a:pt x="60" y="378"/>
                  </a:lnTo>
                  <a:lnTo>
                    <a:pt x="140" y="437"/>
                  </a:lnTo>
                  <a:lnTo>
                    <a:pt x="318" y="437"/>
                  </a:lnTo>
                  <a:lnTo>
                    <a:pt x="398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98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6"/>
            <p:cNvSpPr/>
            <p:nvPr/>
          </p:nvSpPr>
          <p:spPr>
            <a:xfrm>
              <a:off x="5813025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9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99"/>
                  </a:lnTo>
                  <a:lnTo>
                    <a:pt x="20" y="258"/>
                  </a:lnTo>
                  <a:lnTo>
                    <a:pt x="60" y="318"/>
                  </a:lnTo>
                  <a:lnTo>
                    <a:pt x="119" y="358"/>
                  </a:lnTo>
                  <a:lnTo>
                    <a:pt x="199" y="377"/>
                  </a:lnTo>
                  <a:lnTo>
                    <a:pt x="258" y="358"/>
                  </a:lnTo>
                  <a:lnTo>
                    <a:pt x="318" y="318"/>
                  </a:lnTo>
                  <a:lnTo>
                    <a:pt x="358" y="258"/>
                  </a:lnTo>
                  <a:lnTo>
                    <a:pt x="377" y="199"/>
                  </a:lnTo>
                  <a:lnTo>
                    <a:pt x="358" y="119"/>
                  </a:lnTo>
                  <a:lnTo>
                    <a:pt x="318" y="60"/>
                  </a:lnTo>
                  <a:lnTo>
                    <a:pt x="258" y="20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6"/>
            <p:cNvSpPr/>
            <p:nvPr/>
          </p:nvSpPr>
          <p:spPr>
            <a:xfrm>
              <a:off x="5814025" y="1534275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99" y="1"/>
                  </a:moveTo>
                  <a:lnTo>
                    <a:pt x="40" y="40"/>
                  </a:lnTo>
                  <a:lnTo>
                    <a:pt x="20" y="80"/>
                  </a:lnTo>
                  <a:lnTo>
                    <a:pt x="0" y="140"/>
                  </a:lnTo>
                  <a:lnTo>
                    <a:pt x="20" y="199"/>
                  </a:lnTo>
                  <a:lnTo>
                    <a:pt x="40" y="259"/>
                  </a:lnTo>
                  <a:lnTo>
                    <a:pt x="99" y="279"/>
                  </a:lnTo>
                  <a:lnTo>
                    <a:pt x="159" y="298"/>
                  </a:lnTo>
                  <a:lnTo>
                    <a:pt x="218" y="279"/>
                  </a:lnTo>
                  <a:lnTo>
                    <a:pt x="258" y="259"/>
                  </a:lnTo>
                  <a:lnTo>
                    <a:pt x="298" y="199"/>
                  </a:lnTo>
                  <a:lnTo>
                    <a:pt x="298" y="140"/>
                  </a:lnTo>
                  <a:lnTo>
                    <a:pt x="298" y="80"/>
                  </a:lnTo>
                  <a:lnTo>
                    <a:pt x="258" y="40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6"/>
            <p:cNvSpPr/>
            <p:nvPr/>
          </p:nvSpPr>
          <p:spPr>
            <a:xfrm>
              <a:off x="5815000" y="1651850"/>
              <a:ext cx="5500" cy="5975"/>
            </a:xfrm>
            <a:custGeom>
              <a:avLst/>
              <a:gdLst/>
              <a:ahLst/>
              <a:cxnLst/>
              <a:rect l="l" t="t" r="r" b="b"/>
              <a:pathLst>
                <a:path w="220" h="239" extrusionOk="0">
                  <a:moveTo>
                    <a:pt x="120" y="0"/>
                  </a:moveTo>
                  <a:lnTo>
                    <a:pt x="60" y="20"/>
                  </a:lnTo>
                  <a:lnTo>
                    <a:pt x="40" y="40"/>
                  </a:lnTo>
                  <a:lnTo>
                    <a:pt x="1" y="80"/>
                  </a:lnTo>
                  <a:lnTo>
                    <a:pt x="1" y="119"/>
                  </a:lnTo>
                  <a:lnTo>
                    <a:pt x="1" y="159"/>
                  </a:lnTo>
                  <a:lnTo>
                    <a:pt x="40" y="199"/>
                  </a:lnTo>
                  <a:lnTo>
                    <a:pt x="60" y="219"/>
                  </a:lnTo>
                  <a:lnTo>
                    <a:pt x="120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9" y="159"/>
                  </a:lnTo>
                  <a:lnTo>
                    <a:pt x="219" y="119"/>
                  </a:lnTo>
                  <a:lnTo>
                    <a:pt x="219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6"/>
            <p:cNvSpPr/>
            <p:nvPr/>
          </p:nvSpPr>
          <p:spPr>
            <a:xfrm>
              <a:off x="5816000" y="1769900"/>
              <a:ext cx="3500" cy="3500"/>
            </a:xfrm>
            <a:custGeom>
              <a:avLst/>
              <a:gdLst/>
              <a:ahLst/>
              <a:cxnLst/>
              <a:rect l="l" t="t" r="r" b="b"/>
              <a:pathLst>
                <a:path w="140" h="140" extrusionOk="0">
                  <a:moveTo>
                    <a:pt x="40" y="1"/>
                  </a:moveTo>
                  <a:lnTo>
                    <a:pt x="20" y="21"/>
                  </a:lnTo>
                  <a:lnTo>
                    <a:pt x="0" y="40"/>
                  </a:lnTo>
                  <a:lnTo>
                    <a:pt x="0" y="80"/>
                  </a:lnTo>
                  <a:lnTo>
                    <a:pt x="0" y="100"/>
                  </a:lnTo>
                  <a:lnTo>
                    <a:pt x="20" y="120"/>
                  </a:lnTo>
                  <a:lnTo>
                    <a:pt x="40" y="140"/>
                  </a:lnTo>
                  <a:lnTo>
                    <a:pt x="100" y="140"/>
                  </a:lnTo>
                  <a:lnTo>
                    <a:pt x="119" y="120"/>
                  </a:lnTo>
                  <a:lnTo>
                    <a:pt x="139" y="100"/>
                  </a:lnTo>
                  <a:lnTo>
                    <a:pt x="139" y="80"/>
                  </a:lnTo>
                  <a:lnTo>
                    <a:pt x="139" y="40"/>
                  </a:lnTo>
                  <a:lnTo>
                    <a:pt x="119" y="21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6"/>
            <p:cNvSpPr/>
            <p:nvPr/>
          </p:nvSpPr>
          <p:spPr>
            <a:xfrm>
              <a:off x="5817000" y="1887475"/>
              <a:ext cx="1500" cy="2000"/>
            </a:xfrm>
            <a:custGeom>
              <a:avLst/>
              <a:gdLst/>
              <a:ahLst/>
              <a:cxnLst/>
              <a:rect l="l" t="t" r="r" b="b"/>
              <a:pathLst>
                <a:path w="60" h="80" extrusionOk="0">
                  <a:moveTo>
                    <a:pt x="40" y="0"/>
                  </a:moveTo>
                  <a:lnTo>
                    <a:pt x="0" y="20"/>
                  </a:lnTo>
                  <a:lnTo>
                    <a:pt x="0" y="40"/>
                  </a:lnTo>
                  <a:lnTo>
                    <a:pt x="0" y="60"/>
                  </a:lnTo>
                  <a:lnTo>
                    <a:pt x="40" y="80"/>
                  </a:lnTo>
                  <a:lnTo>
                    <a:pt x="60" y="60"/>
                  </a:lnTo>
                  <a:lnTo>
                    <a:pt x="60" y="40"/>
                  </a:lnTo>
                  <a:lnTo>
                    <a:pt x="6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6"/>
            <p:cNvSpPr/>
            <p:nvPr/>
          </p:nvSpPr>
          <p:spPr>
            <a:xfrm>
              <a:off x="581797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6"/>
            <p:cNvSpPr/>
            <p:nvPr/>
          </p:nvSpPr>
          <p:spPr>
            <a:xfrm>
              <a:off x="581797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6"/>
            <p:cNvSpPr/>
            <p:nvPr/>
          </p:nvSpPr>
          <p:spPr>
            <a:xfrm>
              <a:off x="5906775" y="238125"/>
              <a:ext cx="28300" cy="28275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457" y="0"/>
                  </a:moveTo>
                  <a:lnTo>
                    <a:pt x="338" y="40"/>
                  </a:lnTo>
                  <a:lnTo>
                    <a:pt x="239" y="99"/>
                  </a:lnTo>
                  <a:lnTo>
                    <a:pt x="159" y="159"/>
                  </a:lnTo>
                  <a:lnTo>
                    <a:pt x="100" y="238"/>
                  </a:lnTo>
                  <a:lnTo>
                    <a:pt x="40" y="337"/>
                  </a:lnTo>
                  <a:lnTo>
                    <a:pt x="1" y="456"/>
                  </a:lnTo>
                  <a:lnTo>
                    <a:pt x="1" y="556"/>
                  </a:lnTo>
                  <a:lnTo>
                    <a:pt x="1" y="675"/>
                  </a:lnTo>
                  <a:lnTo>
                    <a:pt x="40" y="794"/>
                  </a:lnTo>
                  <a:lnTo>
                    <a:pt x="100" y="873"/>
                  </a:lnTo>
                  <a:lnTo>
                    <a:pt x="159" y="972"/>
                  </a:lnTo>
                  <a:lnTo>
                    <a:pt x="239" y="1032"/>
                  </a:lnTo>
                  <a:lnTo>
                    <a:pt x="338" y="1091"/>
                  </a:lnTo>
                  <a:lnTo>
                    <a:pt x="457" y="1131"/>
                  </a:lnTo>
                  <a:lnTo>
                    <a:pt x="675" y="1131"/>
                  </a:lnTo>
                  <a:lnTo>
                    <a:pt x="794" y="1091"/>
                  </a:lnTo>
                  <a:lnTo>
                    <a:pt x="893" y="1032"/>
                  </a:lnTo>
                  <a:lnTo>
                    <a:pt x="973" y="972"/>
                  </a:lnTo>
                  <a:lnTo>
                    <a:pt x="1032" y="873"/>
                  </a:lnTo>
                  <a:lnTo>
                    <a:pt x="1092" y="794"/>
                  </a:lnTo>
                  <a:lnTo>
                    <a:pt x="1131" y="675"/>
                  </a:lnTo>
                  <a:lnTo>
                    <a:pt x="1131" y="556"/>
                  </a:lnTo>
                  <a:lnTo>
                    <a:pt x="1131" y="456"/>
                  </a:lnTo>
                  <a:lnTo>
                    <a:pt x="1092" y="337"/>
                  </a:lnTo>
                  <a:lnTo>
                    <a:pt x="1032" y="238"/>
                  </a:lnTo>
                  <a:lnTo>
                    <a:pt x="973" y="159"/>
                  </a:lnTo>
                  <a:lnTo>
                    <a:pt x="893" y="99"/>
                  </a:lnTo>
                  <a:lnTo>
                    <a:pt x="794" y="40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6"/>
            <p:cNvSpPr/>
            <p:nvPr/>
          </p:nvSpPr>
          <p:spPr>
            <a:xfrm>
              <a:off x="5907775" y="355675"/>
              <a:ext cx="26300" cy="26800"/>
            </a:xfrm>
            <a:custGeom>
              <a:avLst/>
              <a:gdLst/>
              <a:ahLst/>
              <a:cxnLst/>
              <a:rect l="l" t="t" r="r" b="b"/>
              <a:pathLst>
                <a:path w="1052" h="1072" extrusionOk="0">
                  <a:moveTo>
                    <a:pt x="516" y="1"/>
                  </a:moveTo>
                  <a:lnTo>
                    <a:pt x="417" y="20"/>
                  </a:lnTo>
                  <a:lnTo>
                    <a:pt x="318" y="40"/>
                  </a:lnTo>
                  <a:lnTo>
                    <a:pt x="218" y="100"/>
                  </a:lnTo>
                  <a:lnTo>
                    <a:pt x="159" y="159"/>
                  </a:lnTo>
                  <a:lnTo>
                    <a:pt x="80" y="239"/>
                  </a:lnTo>
                  <a:lnTo>
                    <a:pt x="40" y="338"/>
                  </a:lnTo>
                  <a:lnTo>
                    <a:pt x="0" y="437"/>
                  </a:lnTo>
                  <a:lnTo>
                    <a:pt x="0" y="536"/>
                  </a:lnTo>
                  <a:lnTo>
                    <a:pt x="0" y="635"/>
                  </a:lnTo>
                  <a:lnTo>
                    <a:pt x="40" y="735"/>
                  </a:lnTo>
                  <a:lnTo>
                    <a:pt x="80" y="834"/>
                  </a:lnTo>
                  <a:lnTo>
                    <a:pt x="159" y="913"/>
                  </a:lnTo>
                  <a:lnTo>
                    <a:pt x="218" y="973"/>
                  </a:lnTo>
                  <a:lnTo>
                    <a:pt x="318" y="1032"/>
                  </a:lnTo>
                  <a:lnTo>
                    <a:pt x="417" y="1052"/>
                  </a:lnTo>
                  <a:lnTo>
                    <a:pt x="516" y="1072"/>
                  </a:lnTo>
                  <a:lnTo>
                    <a:pt x="635" y="1052"/>
                  </a:lnTo>
                  <a:lnTo>
                    <a:pt x="734" y="1032"/>
                  </a:lnTo>
                  <a:lnTo>
                    <a:pt x="814" y="973"/>
                  </a:lnTo>
                  <a:lnTo>
                    <a:pt x="893" y="913"/>
                  </a:lnTo>
                  <a:lnTo>
                    <a:pt x="972" y="834"/>
                  </a:lnTo>
                  <a:lnTo>
                    <a:pt x="1012" y="735"/>
                  </a:lnTo>
                  <a:lnTo>
                    <a:pt x="1052" y="635"/>
                  </a:lnTo>
                  <a:lnTo>
                    <a:pt x="1052" y="536"/>
                  </a:lnTo>
                  <a:lnTo>
                    <a:pt x="1052" y="437"/>
                  </a:lnTo>
                  <a:lnTo>
                    <a:pt x="1012" y="338"/>
                  </a:lnTo>
                  <a:lnTo>
                    <a:pt x="972" y="239"/>
                  </a:lnTo>
                  <a:lnTo>
                    <a:pt x="893" y="159"/>
                  </a:lnTo>
                  <a:lnTo>
                    <a:pt x="814" y="100"/>
                  </a:lnTo>
                  <a:lnTo>
                    <a:pt x="734" y="40"/>
                  </a:lnTo>
                  <a:lnTo>
                    <a:pt x="635" y="20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6"/>
            <p:cNvSpPr/>
            <p:nvPr/>
          </p:nvSpPr>
          <p:spPr>
            <a:xfrm>
              <a:off x="5908750" y="473725"/>
              <a:ext cx="24350" cy="24825"/>
            </a:xfrm>
            <a:custGeom>
              <a:avLst/>
              <a:gdLst/>
              <a:ahLst/>
              <a:cxnLst/>
              <a:rect l="l" t="t" r="r" b="b"/>
              <a:pathLst>
                <a:path w="974" h="993" extrusionOk="0">
                  <a:moveTo>
                    <a:pt x="378" y="1"/>
                  </a:moveTo>
                  <a:lnTo>
                    <a:pt x="298" y="41"/>
                  </a:lnTo>
                  <a:lnTo>
                    <a:pt x="219" y="80"/>
                  </a:lnTo>
                  <a:lnTo>
                    <a:pt x="140" y="140"/>
                  </a:lnTo>
                  <a:lnTo>
                    <a:pt x="80" y="219"/>
                  </a:lnTo>
                  <a:lnTo>
                    <a:pt x="41" y="299"/>
                  </a:lnTo>
                  <a:lnTo>
                    <a:pt x="1" y="398"/>
                  </a:lnTo>
                  <a:lnTo>
                    <a:pt x="1" y="497"/>
                  </a:lnTo>
                  <a:lnTo>
                    <a:pt x="1" y="596"/>
                  </a:lnTo>
                  <a:lnTo>
                    <a:pt x="41" y="676"/>
                  </a:lnTo>
                  <a:lnTo>
                    <a:pt x="80" y="775"/>
                  </a:lnTo>
                  <a:lnTo>
                    <a:pt x="140" y="834"/>
                  </a:lnTo>
                  <a:lnTo>
                    <a:pt x="219" y="894"/>
                  </a:lnTo>
                  <a:lnTo>
                    <a:pt x="298" y="953"/>
                  </a:lnTo>
                  <a:lnTo>
                    <a:pt x="378" y="973"/>
                  </a:lnTo>
                  <a:lnTo>
                    <a:pt x="477" y="993"/>
                  </a:lnTo>
                  <a:lnTo>
                    <a:pt x="596" y="973"/>
                  </a:lnTo>
                  <a:lnTo>
                    <a:pt x="675" y="953"/>
                  </a:lnTo>
                  <a:lnTo>
                    <a:pt x="755" y="894"/>
                  </a:lnTo>
                  <a:lnTo>
                    <a:pt x="834" y="834"/>
                  </a:lnTo>
                  <a:lnTo>
                    <a:pt x="894" y="775"/>
                  </a:lnTo>
                  <a:lnTo>
                    <a:pt x="933" y="676"/>
                  </a:lnTo>
                  <a:lnTo>
                    <a:pt x="973" y="596"/>
                  </a:lnTo>
                  <a:lnTo>
                    <a:pt x="973" y="497"/>
                  </a:lnTo>
                  <a:lnTo>
                    <a:pt x="973" y="398"/>
                  </a:lnTo>
                  <a:lnTo>
                    <a:pt x="933" y="299"/>
                  </a:lnTo>
                  <a:lnTo>
                    <a:pt x="894" y="219"/>
                  </a:lnTo>
                  <a:lnTo>
                    <a:pt x="834" y="140"/>
                  </a:lnTo>
                  <a:lnTo>
                    <a:pt x="755" y="80"/>
                  </a:lnTo>
                  <a:lnTo>
                    <a:pt x="675" y="41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6"/>
            <p:cNvSpPr/>
            <p:nvPr/>
          </p:nvSpPr>
          <p:spPr>
            <a:xfrm>
              <a:off x="5909750" y="591300"/>
              <a:ext cx="22350" cy="22850"/>
            </a:xfrm>
            <a:custGeom>
              <a:avLst/>
              <a:gdLst/>
              <a:ahLst/>
              <a:cxnLst/>
              <a:rect l="l" t="t" r="r" b="b"/>
              <a:pathLst>
                <a:path w="894" h="914" extrusionOk="0">
                  <a:moveTo>
                    <a:pt x="437" y="0"/>
                  </a:moveTo>
                  <a:lnTo>
                    <a:pt x="358" y="20"/>
                  </a:lnTo>
                  <a:lnTo>
                    <a:pt x="278" y="40"/>
                  </a:lnTo>
                  <a:lnTo>
                    <a:pt x="199" y="80"/>
                  </a:lnTo>
                  <a:lnTo>
                    <a:pt x="120" y="139"/>
                  </a:lnTo>
                  <a:lnTo>
                    <a:pt x="60" y="199"/>
                  </a:lnTo>
                  <a:lnTo>
                    <a:pt x="20" y="278"/>
                  </a:lnTo>
                  <a:lnTo>
                    <a:pt x="1" y="377"/>
                  </a:lnTo>
                  <a:lnTo>
                    <a:pt x="1" y="457"/>
                  </a:lnTo>
                  <a:lnTo>
                    <a:pt x="1" y="556"/>
                  </a:lnTo>
                  <a:lnTo>
                    <a:pt x="20" y="635"/>
                  </a:lnTo>
                  <a:lnTo>
                    <a:pt x="60" y="715"/>
                  </a:lnTo>
                  <a:lnTo>
                    <a:pt x="120" y="794"/>
                  </a:lnTo>
                  <a:lnTo>
                    <a:pt x="199" y="834"/>
                  </a:lnTo>
                  <a:lnTo>
                    <a:pt x="278" y="873"/>
                  </a:lnTo>
                  <a:lnTo>
                    <a:pt x="358" y="913"/>
                  </a:lnTo>
                  <a:lnTo>
                    <a:pt x="536" y="913"/>
                  </a:lnTo>
                  <a:lnTo>
                    <a:pt x="616" y="873"/>
                  </a:lnTo>
                  <a:lnTo>
                    <a:pt x="695" y="834"/>
                  </a:lnTo>
                  <a:lnTo>
                    <a:pt x="774" y="794"/>
                  </a:lnTo>
                  <a:lnTo>
                    <a:pt x="834" y="715"/>
                  </a:lnTo>
                  <a:lnTo>
                    <a:pt x="874" y="635"/>
                  </a:lnTo>
                  <a:lnTo>
                    <a:pt x="893" y="556"/>
                  </a:lnTo>
                  <a:lnTo>
                    <a:pt x="893" y="457"/>
                  </a:lnTo>
                  <a:lnTo>
                    <a:pt x="893" y="377"/>
                  </a:lnTo>
                  <a:lnTo>
                    <a:pt x="874" y="278"/>
                  </a:lnTo>
                  <a:lnTo>
                    <a:pt x="834" y="199"/>
                  </a:lnTo>
                  <a:lnTo>
                    <a:pt x="774" y="139"/>
                  </a:lnTo>
                  <a:lnTo>
                    <a:pt x="695" y="80"/>
                  </a:lnTo>
                  <a:lnTo>
                    <a:pt x="616" y="40"/>
                  </a:lnTo>
                  <a:lnTo>
                    <a:pt x="536" y="20"/>
                  </a:lnTo>
                  <a:lnTo>
                    <a:pt x="4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6"/>
            <p:cNvSpPr/>
            <p:nvPr/>
          </p:nvSpPr>
          <p:spPr>
            <a:xfrm>
              <a:off x="5910250" y="709350"/>
              <a:ext cx="21350" cy="20875"/>
            </a:xfrm>
            <a:custGeom>
              <a:avLst/>
              <a:gdLst/>
              <a:ahLst/>
              <a:cxnLst/>
              <a:rect l="l" t="t" r="r" b="b"/>
              <a:pathLst>
                <a:path w="854" h="835" extrusionOk="0">
                  <a:moveTo>
                    <a:pt x="338" y="1"/>
                  </a:moveTo>
                  <a:lnTo>
                    <a:pt x="258" y="21"/>
                  </a:lnTo>
                  <a:lnTo>
                    <a:pt x="199" y="60"/>
                  </a:lnTo>
                  <a:lnTo>
                    <a:pt x="139" y="120"/>
                  </a:lnTo>
                  <a:lnTo>
                    <a:pt x="80" y="179"/>
                  </a:lnTo>
                  <a:lnTo>
                    <a:pt x="40" y="259"/>
                  </a:lnTo>
                  <a:lnTo>
                    <a:pt x="20" y="338"/>
                  </a:lnTo>
                  <a:lnTo>
                    <a:pt x="0" y="417"/>
                  </a:lnTo>
                  <a:lnTo>
                    <a:pt x="20" y="497"/>
                  </a:lnTo>
                  <a:lnTo>
                    <a:pt x="40" y="576"/>
                  </a:lnTo>
                  <a:lnTo>
                    <a:pt x="80" y="656"/>
                  </a:lnTo>
                  <a:lnTo>
                    <a:pt x="139" y="715"/>
                  </a:lnTo>
                  <a:lnTo>
                    <a:pt x="199" y="755"/>
                  </a:lnTo>
                  <a:lnTo>
                    <a:pt x="258" y="794"/>
                  </a:lnTo>
                  <a:lnTo>
                    <a:pt x="338" y="834"/>
                  </a:lnTo>
                  <a:lnTo>
                    <a:pt x="516" y="834"/>
                  </a:lnTo>
                  <a:lnTo>
                    <a:pt x="596" y="794"/>
                  </a:lnTo>
                  <a:lnTo>
                    <a:pt x="655" y="755"/>
                  </a:lnTo>
                  <a:lnTo>
                    <a:pt x="715" y="715"/>
                  </a:lnTo>
                  <a:lnTo>
                    <a:pt x="774" y="656"/>
                  </a:lnTo>
                  <a:lnTo>
                    <a:pt x="814" y="576"/>
                  </a:lnTo>
                  <a:lnTo>
                    <a:pt x="834" y="497"/>
                  </a:lnTo>
                  <a:lnTo>
                    <a:pt x="854" y="417"/>
                  </a:lnTo>
                  <a:lnTo>
                    <a:pt x="834" y="338"/>
                  </a:lnTo>
                  <a:lnTo>
                    <a:pt x="814" y="259"/>
                  </a:lnTo>
                  <a:lnTo>
                    <a:pt x="774" y="179"/>
                  </a:lnTo>
                  <a:lnTo>
                    <a:pt x="715" y="120"/>
                  </a:lnTo>
                  <a:lnTo>
                    <a:pt x="655" y="60"/>
                  </a:lnTo>
                  <a:lnTo>
                    <a:pt x="596" y="21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6"/>
            <p:cNvSpPr/>
            <p:nvPr/>
          </p:nvSpPr>
          <p:spPr>
            <a:xfrm>
              <a:off x="5911250" y="826925"/>
              <a:ext cx="19350" cy="19375"/>
            </a:xfrm>
            <a:custGeom>
              <a:avLst/>
              <a:gdLst/>
              <a:ahLst/>
              <a:cxnLst/>
              <a:rect l="l" t="t" r="r" b="b"/>
              <a:pathLst>
                <a:path w="774" h="775" extrusionOk="0">
                  <a:moveTo>
                    <a:pt x="377" y="0"/>
                  </a:moveTo>
                  <a:lnTo>
                    <a:pt x="318" y="20"/>
                  </a:lnTo>
                  <a:lnTo>
                    <a:pt x="238" y="40"/>
                  </a:lnTo>
                  <a:lnTo>
                    <a:pt x="179" y="80"/>
                  </a:lnTo>
                  <a:lnTo>
                    <a:pt x="119" y="119"/>
                  </a:lnTo>
                  <a:lnTo>
                    <a:pt x="79" y="179"/>
                  </a:lnTo>
                  <a:lnTo>
                    <a:pt x="40" y="238"/>
                  </a:lnTo>
                  <a:lnTo>
                    <a:pt x="20" y="318"/>
                  </a:lnTo>
                  <a:lnTo>
                    <a:pt x="0" y="397"/>
                  </a:lnTo>
                  <a:lnTo>
                    <a:pt x="20" y="457"/>
                  </a:lnTo>
                  <a:lnTo>
                    <a:pt x="40" y="536"/>
                  </a:lnTo>
                  <a:lnTo>
                    <a:pt x="79" y="596"/>
                  </a:lnTo>
                  <a:lnTo>
                    <a:pt x="119" y="655"/>
                  </a:lnTo>
                  <a:lnTo>
                    <a:pt x="179" y="695"/>
                  </a:lnTo>
                  <a:lnTo>
                    <a:pt x="238" y="734"/>
                  </a:lnTo>
                  <a:lnTo>
                    <a:pt x="318" y="754"/>
                  </a:lnTo>
                  <a:lnTo>
                    <a:pt x="377" y="774"/>
                  </a:lnTo>
                  <a:lnTo>
                    <a:pt x="456" y="754"/>
                  </a:lnTo>
                  <a:lnTo>
                    <a:pt x="536" y="734"/>
                  </a:lnTo>
                  <a:lnTo>
                    <a:pt x="595" y="695"/>
                  </a:lnTo>
                  <a:lnTo>
                    <a:pt x="655" y="655"/>
                  </a:lnTo>
                  <a:lnTo>
                    <a:pt x="695" y="596"/>
                  </a:lnTo>
                  <a:lnTo>
                    <a:pt x="734" y="536"/>
                  </a:lnTo>
                  <a:lnTo>
                    <a:pt x="754" y="457"/>
                  </a:lnTo>
                  <a:lnTo>
                    <a:pt x="774" y="397"/>
                  </a:lnTo>
                  <a:lnTo>
                    <a:pt x="754" y="318"/>
                  </a:lnTo>
                  <a:lnTo>
                    <a:pt x="734" y="238"/>
                  </a:lnTo>
                  <a:lnTo>
                    <a:pt x="695" y="179"/>
                  </a:lnTo>
                  <a:lnTo>
                    <a:pt x="655" y="119"/>
                  </a:lnTo>
                  <a:lnTo>
                    <a:pt x="595" y="80"/>
                  </a:lnTo>
                  <a:lnTo>
                    <a:pt x="536" y="40"/>
                  </a:lnTo>
                  <a:lnTo>
                    <a:pt x="456" y="20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6"/>
            <p:cNvSpPr/>
            <p:nvPr/>
          </p:nvSpPr>
          <p:spPr>
            <a:xfrm>
              <a:off x="5912225" y="944975"/>
              <a:ext cx="17400" cy="16900"/>
            </a:xfrm>
            <a:custGeom>
              <a:avLst/>
              <a:gdLst/>
              <a:ahLst/>
              <a:cxnLst/>
              <a:rect l="l" t="t" r="r" b="b"/>
              <a:pathLst>
                <a:path w="696" h="676" extrusionOk="0">
                  <a:moveTo>
                    <a:pt x="279" y="1"/>
                  </a:moveTo>
                  <a:lnTo>
                    <a:pt x="219" y="21"/>
                  </a:lnTo>
                  <a:lnTo>
                    <a:pt x="159" y="60"/>
                  </a:lnTo>
                  <a:lnTo>
                    <a:pt x="100" y="100"/>
                  </a:lnTo>
                  <a:lnTo>
                    <a:pt x="60" y="159"/>
                  </a:lnTo>
                  <a:lnTo>
                    <a:pt x="40" y="199"/>
                  </a:lnTo>
                  <a:lnTo>
                    <a:pt x="21" y="278"/>
                  </a:lnTo>
                  <a:lnTo>
                    <a:pt x="1" y="338"/>
                  </a:lnTo>
                  <a:lnTo>
                    <a:pt x="21" y="417"/>
                  </a:lnTo>
                  <a:lnTo>
                    <a:pt x="40" y="477"/>
                  </a:lnTo>
                  <a:lnTo>
                    <a:pt x="60" y="536"/>
                  </a:lnTo>
                  <a:lnTo>
                    <a:pt x="100" y="576"/>
                  </a:lnTo>
                  <a:lnTo>
                    <a:pt x="159" y="616"/>
                  </a:lnTo>
                  <a:lnTo>
                    <a:pt x="219" y="655"/>
                  </a:lnTo>
                  <a:lnTo>
                    <a:pt x="279" y="675"/>
                  </a:lnTo>
                  <a:lnTo>
                    <a:pt x="417" y="675"/>
                  </a:lnTo>
                  <a:lnTo>
                    <a:pt x="477" y="655"/>
                  </a:lnTo>
                  <a:lnTo>
                    <a:pt x="536" y="616"/>
                  </a:lnTo>
                  <a:lnTo>
                    <a:pt x="596" y="576"/>
                  </a:lnTo>
                  <a:lnTo>
                    <a:pt x="636" y="536"/>
                  </a:lnTo>
                  <a:lnTo>
                    <a:pt x="656" y="477"/>
                  </a:lnTo>
                  <a:lnTo>
                    <a:pt x="675" y="417"/>
                  </a:lnTo>
                  <a:lnTo>
                    <a:pt x="695" y="338"/>
                  </a:lnTo>
                  <a:lnTo>
                    <a:pt x="675" y="278"/>
                  </a:lnTo>
                  <a:lnTo>
                    <a:pt x="656" y="199"/>
                  </a:lnTo>
                  <a:lnTo>
                    <a:pt x="636" y="159"/>
                  </a:lnTo>
                  <a:lnTo>
                    <a:pt x="596" y="100"/>
                  </a:lnTo>
                  <a:lnTo>
                    <a:pt x="536" y="60"/>
                  </a:lnTo>
                  <a:lnTo>
                    <a:pt x="477" y="21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6"/>
            <p:cNvSpPr/>
            <p:nvPr/>
          </p:nvSpPr>
          <p:spPr>
            <a:xfrm>
              <a:off x="5913225" y="1062550"/>
              <a:ext cx="15400" cy="15400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298" y="0"/>
                  </a:moveTo>
                  <a:lnTo>
                    <a:pt x="239" y="20"/>
                  </a:lnTo>
                  <a:lnTo>
                    <a:pt x="199" y="40"/>
                  </a:lnTo>
                  <a:lnTo>
                    <a:pt x="100" y="99"/>
                  </a:lnTo>
                  <a:lnTo>
                    <a:pt x="20" y="199"/>
                  </a:lnTo>
                  <a:lnTo>
                    <a:pt x="0" y="258"/>
                  </a:lnTo>
                  <a:lnTo>
                    <a:pt x="0" y="318"/>
                  </a:lnTo>
                  <a:lnTo>
                    <a:pt x="0" y="377"/>
                  </a:lnTo>
                  <a:lnTo>
                    <a:pt x="20" y="437"/>
                  </a:lnTo>
                  <a:lnTo>
                    <a:pt x="100" y="536"/>
                  </a:lnTo>
                  <a:lnTo>
                    <a:pt x="199" y="595"/>
                  </a:lnTo>
                  <a:lnTo>
                    <a:pt x="239" y="615"/>
                  </a:lnTo>
                  <a:lnTo>
                    <a:pt x="377" y="615"/>
                  </a:lnTo>
                  <a:lnTo>
                    <a:pt x="417" y="595"/>
                  </a:lnTo>
                  <a:lnTo>
                    <a:pt x="516" y="536"/>
                  </a:lnTo>
                  <a:lnTo>
                    <a:pt x="596" y="437"/>
                  </a:lnTo>
                  <a:lnTo>
                    <a:pt x="596" y="377"/>
                  </a:lnTo>
                  <a:lnTo>
                    <a:pt x="616" y="318"/>
                  </a:lnTo>
                  <a:lnTo>
                    <a:pt x="596" y="258"/>
                  </a:lnTo>
                  <a:lnTo>
                    <a:pt x="596" y="199"/>
                  </a:lnTo>
                  <a:lnTo>
                    <a:pt x="516" y="99"/>
                  </a:lnTo>
                  <a:lnTo>
                    <a:pt x="417" y="40"/>
                  </a:lnTo>
                  <a:lnTo>
                    <a:pt x="377" y="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6"/>
            <p:cNvSpPr/>
            <p:nvPr/>
          </p:nvSpPr>
          <p:spPr>
            <a:xfrm>
              <a:off x="5914225" y="1180600"/>
              <a:ext cx="13400" cy="13425"/>
            </a:xfrm>
            <a:custGeom>
              <a:avLst/>
              <a:gdLst/>
              <a:ahLst/>
              <a:cxnLst/>
              <a:rect l="l" t="t" r="r" b="b"/>
              <a:pathLst>
                <a:path w="536" h="537" extrusionOk="0">
                  <a:moveTo>
                    <a:pt x="258" y="1"/>
                  </a:moveTo>
                  <a:lnTo>
                    <a:pt x="159" y="20"/>
                  </a:lnTo>
                  <a:lnTo>
                    <a:pt x="79" y="80"/>
                  </a:lnTo>
                  <a:lnTo>
                    <a:pt x="20" y="159"/>
                  </a:lnTo>
                  <a:lnTo>
                    <a:pt x="0" y="259"/>
                  </a:lnTo>
                  <a:lnTo>
                    <a:pt x="20" y="378"/>
                  </a:lnTo>
                  <a:lnTo>
                    <a:pt x="79" y="457"/>
                  </a:lnTo>
                  <a:lnTo>
                    <a:pt x="159" y="516"/>
                  </a:lnTo>
                  <a:lnTo>
                    <a:pt x="258" y="536"/>
                  </a:lnTo>
                  <a:lnTo>
                    <a:pt x="377" y="516"/>
                  </a:lnTo>
                  <a:lnTo>
                    <a:pt x="456" y="457"/>
                  </a:lnTo>
                  <a:lnTo>
                    <a:pt x="516" y="378"/>
                  </a:lnTo>
                  <a:lnTo>
                    <a:pt x="536" y="259"/>
                  </a:lnTo>
                  <a:lnTo>
                    <a:pt x="516" y="159"/>
                  </a:lnTo>
                  <a:lnTo>
                    <a:pt x="456" y="80"/>
                  </a:lnTo>
                  <a:lnTo>
                    <a:pt x="377" y="2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6"/>
            <p:cNvSpPr/>
            <p:nvPr/>
          </p:nvSpPr>
          <p:spPr>
            <a:xfrm>
              <a:off x="5915200" y="1298650"/>
              <a:ext cx="11450" cy="10950"/>
            </a:xfrm>
            <a:custGeom>
              <a:avLst/>
              <a:gdLst/>
              <a:ahLst/>
              <a:cxnLst/>
              <a:rect l="l" t="t" r="r" b="b"/>
              <a:pathLst>
                <a:path w="458" h="438" extrusionOk="0">
                  <a:moveTo>
                    <a:pt x="140" y="1"/>
                  </a:moveTo>
                  <a:lnTo>
                    <a:pt x="60" y="60"/>
                  </a:lnTo>
                  <a:lnTo>
                    <a:pt x="21" y="140"/>
                  </a:lnTo>
                  <a:lnTo>
                    <a:pt x="1" y="219"/>
                  </a:lnTo>
                  <a:lnTo>
                    <a:pt x="21" y="299"/>
                  </a:lnTo>
                  <a:lnTo>
                    <a:pt x="60" y="378"/>
                  </a:lnTo>
                  <a:lnTo>
                    <a:pt x="140" y="437"/>
                  </a:lnTo>
                  <a:lnTo>
                    <a:pt x="318" y="437"/>
                  </a:lnTo>
                  <a:lnTo>
                    <a:pt x="398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98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6"/>
            <p:cNvSpPr/>
            <p:nvPr/>
          </p:nvSpPr>
          <p:spPr>
            <a:xfrm>
              <a:off x="5916200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79" y="0"/>
                  </a:moveTo>
                  <a:lnTo>
                    <a:pt x="120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99"/>
                  </a:lnTo>
                  <a:lnTo>
                    <a:pt x="20" y="258"/>
                  </a:lnTo>
                  <a:lnTo>
                    <a:pt x="60" y="318"/>
                  </a:lnTo>
                  <a:lnTo>
                    <a:pt x="120" y="358"/>
                  </a:lnTo>
                  <a:lnTo>
                    <a:pt x="179" y="377"/>
                  </a:lnTo>
                  <a:lnTo>
                    <a:pt x="258" y="358"/>
                  </a:lnTo>
                  <a:lnTo>
                    <a:pt x="318" y="318"/>
                  </a:lnTo>
                  <a:lnTo>
                    <a:pt x="358" y="258"/>
                  </a:lnTo>
                  <a:lnTo>
                    <a:pt x="377" y="199"/>
                  </a:lnTo>
                  <a:lnTo>
                    <a:pt x="358" y="119"/>
                  </a:lnTo>
                  <a:lnTo>
                    <a:pt x="318" y="60"/>
                  </a:lnTo>
                  <a:lnTo>
                    <a:pt x="258" y="2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6"/>
            <p:cNvSpPr/>
            <p:nvPr/>
          </p:nvSpPr>
          <p:spPr>
            <a:xfrm>
              <a:off x="5917200" y="1534275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99" y="1"/>
                  </a:moveTo>
                  <a:lnTo>
                    <a:pt x="40" y="40"/>
                  </a:lnTo>
                  <a:lnTo>
                    <a:pt x="0" y="80"/>
                  </a:lnTo>
                  <a:lnTo>
                    <a:pt x="0" y="140"/>
                  </a:lnTo>
                  <a:lnTo>
                    <a:pt x="0" y="199"/>
                  </a:lnTo>
                  <a:lnTo>
                    <a:pt x="40" y="259"/>
                  </a:lnTo>
                  <a:lnTo>
                    <a:pt x="99" y="279"/>
                  </a:lnTo>
                  <a:lnTo>
                    <a:pt x="139" y="298"/>
                  </a:lnTo>
                  <a:lnTo>
                    <a:pt x="199" y="279"/>
                  </a:lnTo>
                  <a:lnTo>
                    <a:pt x="258" y="259"/>
                  </a:lnTo>
                  <a:lnTo>
                    <a:pt x="298" y="199"/>
                  </a:lnTo>
                  <a:lnTo>
                    <a:pt x="298" y="140"/>
                  </a:lnTo>
                  <a:lnTo>
                    <a:pt x="298" y="80"/>
                  </a:lnTo>
                  <a:lnTo>
                    <a:pt x="258" y="40"/>
                  </a:lnTo>
                  <a:lnTo>
                    <a:pt x="1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6"/>
            <p:cNvSpPr/>
            <p:nvPr/>
          </p:nvSpPr>
          <p:spPr>
            <a:xfrm>
              <a:off x="5918175" y="1651850"/>
              <a:ext cx="5500" cy="5975"/>
            </a:xfrm>
            <a:custGeom>
              <a:avLst/>
              <a:gdLst/>
              <a:ahLst/>
              <a:cxnLst/>
              <a:rect l="l" t="t" r="r" b="b"/>
              <a:pathLst>
                <a:path w="220" h="239" extrusionOk="0">
                  <a:moveTo>
                    <a:pt x="100" y="0"/>
                  </a:moveTo>
                  <a:lnTo>
                    <a:pt x="60" y="20"/>
                  </a:lnTo>
                  <a:lnTo>
                    <a:pt x="21" y="40"/>
                  </a:lnTo>
                  <a:lnTo>
                    <a:pt x="1" y="80"/>
                  </a:lnTo>
                  <a:lnTo>
                    <a:pt x="1" y="119"/>
                  </a:lnTo>
                  <a:lnTo>
                    <a:pt x="1" y="159"/>
                  </a:lnTo>
                  <a:lnTo>
                    <a:pt x="21" y="199"/>
                  </a:lnTo>
                  <a:lnTo>
                    <a:pt x="60" y="219"/>
                  </a:lnTo>
                  <a:lnTo>
                    <a:pt x="100" y="238"/>
                  </a:lnTo>
                  <a:lnTo>
                    <a:pt x="160" y="219"/>
                  </a:lnTo>
                  <a:lnTo>
                    <a:pt x="199" y="199"/>
                  </a:lnTo>
                  <a:lnTo>
                    <a:pt x="219" y="159"/>
                  </a:lnTo>
                  <a:lnTo>
                    <a:pt x="219" y="119"/>
                  </a:lnTo>
                  <a:lnTo>
                    <a:pt x="219" y="80"/>
                  </a:lnTo>
                  <a:lnTo>
                    <a:pt x="199" y="40"/>
                  </a:lnTo>
                  <a:lnTo>
                    <a:pt x="160" y="20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6"/>
            <p:cNvSpPr/>
            <p:nvPr/>
          </p:nvSpPr>
          <p:spPr>
            <a:xfrm>
              <a:off x="5919175" y="1769900"/>
              <a:ext cx="3500" cy="3500"/>
            </a:xfrm>
            <a:custGeom>
              <a:avLst/>
              <a:gdLst/>
              <a:ahLst/>
              <a:cxnLst/>
              <a:rect l="l" t="t" r="r" b="b"/>
              <a:pathLst>
                <a:path w="140" h="140" extrusionOk="0">
                  <a:moveTo>
                    <a:pt x="40" y="1"/>
                  </a:moveTo>
                  <a:lnTo>
                    <a:pt x="20" y="21"/>
                  </a:lnTo>
                  <a:lnTo>
                    <a:pt x="1" y="40"/>
                  </a:lnTo>
                  <a:lnTo>
                    <a:pt x="1" y="80"/>
                  </a:lnTo>
                  <a:lnTo>
                    <a:pt x="1" y="100"/>
                  </a:lnTo>
                  <a:lnTo>
                    <a:pt x="20" y="120"/>
                  </a:lnTo>
                  <a:lnTo>
                    <a:pt x="40" y="140"/>
                  </a:lnTo>
                  <a:lnTo>
                    <a:pt x="100" y="140"/>
                  </a:lnTo>
                  <a:lnTo>
                    <a:pt x="120" y="120"/>
                  </a:lnTo>
                  <a:lnTo>
                    <a:pt x="139" y="100"/>
                  </a:lnTo>
                  <a:lnTo>
                    <a:pt x="139" y="80"/>
                  </a:lnTo>
                  <a:lnTo>
                    <a:pt x="139" y="40"/>
                  </a:lnTo>
                  <a:lnTo>
                    <a:pt x="120" y="21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6"/>
            <p:cNvSpPr/>
            <p:nvPr/>
          </p:nvSpPr>
          <p:spPr>
            <a:xfrm>
              <a:off x="5920175" y="1887475"/>
              <a:ext cx="1500" cy="2000"/>
            </a:xfrm>
            <a:custGeom>
              <a:avLst/>
              <a:gdLst/>
              <a:ahLst/>
              <a:cxnLst/>
              <a:rect l="l" t="t" r="r" b="b"/>
              <a:pathLst>
                <a:path w="60" h="80" extrusionOk="0">
                  <a:moveTo>
                    <a:pt x="20" y="0"/>
                  </a:moveTo>
                  <a:lnTo>
                    <a:pt x="0" y="20"/>
                  </a:lnTo>
                  <a:lnTo>
                    <a:pt x="0" y="40"/>
                  </a:lnTo>
                  <a:lnTo>
                    <a:pt x="0" y="60"/>
                  </a:lnTo>
                  <a:lnTo>
                    <a:pt x="20" y="80"/>
                  </a:lnTo>
                  <a:lnTo>
                    <a:pt x="60" y="60"/>
                  </a:lnTo>
                  <a:lnTo>
                    <a:pt x="60" y="40"/>
                  </a:lnTo>
                  <a:lnTo>
                    <a:pt x="60" y="2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6"/>
            <p:cNvSpPr/>
            <p:nvPr/>
          </p:nvSpPr>
          <p:spPr>
            <a:xfrm>
              <a:off x="592067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6"/>
            <p:cNvSpPr/>
            <p:nvPr/>
          </p:nvSpPr>
          <p:spPr>
            <a:xfrm>
              <a:off x="592067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6"/>
            <p:cNvSpPr/>
            <p:nvPr/>
          </p:nvSpPr>
          <p:spPr>
            <a:xfrm>
              <a:off x="6009950" y="238125"/>
              <a:ext cx="28300" cy="28275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457" y="0"/>
                  </a:moveTo>
                  <a:lnTo>
                    <a:pt x="338" y="40"/>
                  </a:lnTo>
                  <a:lnTo>
                    <a:pt x="239" y="99"/>
                  </a:lnTo>
                  <a:lnTo>
                    <a:pt x="159" y="159"/>
                  </a:lnTo>
                  <a:lnTo>
                    <a:pt x="100" y="238"/>
                  </a:lnTo>
                  <a:lnTo>
                    <a:pt x="40" y="337"/>
                  </a:lnTo>
                  <a:lnTo>
                    <a:pt x="1" y="456"/>
                  </a:lnTo>
                  <a:lnTo>
                    <a:pt x="1" y="556"/>
                  </a:lnTo>
                  <a:lnTo>
                    <a:pt x="1" y="675"/>
                  </a:lnTo>
                  <a:lnTo>
                    <a:pt x="40" y="794"/>
                  </a:lnTo>
                  <a:lnTo>
                    <a:pt x="100" y="873"/>
                  </a:lnTo>
                  <a:lnTo>
                    <a:pt x="159" y="972"/>
                  </a:lnTo>
                  <a:lnTo>
                    <a:pt x="239" y="1032"/>
                  </a:lnTo>
                  <a:lnTo>
                    <a:pt x="338" y="1091"/>
                  </a:lnTo>
                  <a:lnTo>
                    <a:pt x="457" y="1131"/>
                  </a:lnTo>
                  <a:lnTo>
                    <a:pt x="675" y="1131"/>
                  </a:lnTo>
                  <a:lnTo>
                    <a:pt x="794" y="1091"/>
                  </a:lnTo>
                  <a:lnTo>
                    <a:pt x="874" y="1032"/>
                  </a:lnTo>
                  <a:lnTo>
                    <a:pt x="973" y="972"/>
                  </a:lnTo>
                  <a:lnTo>
                    <a:pt x="1032" y="873"/>
                  </a:lnTo>
                  <a:lnTo>
                    <a:pt x="1092" y="794"/>
                  </a:lnTo>
                  <a:lnTo>
                    <a:pt x="1132" y="675"/>
                  </a:lnTo>
                  <a:lnTo>
                    <a:pt x="1132" y="556"/>
                  </a:lnTo>
                  <a:lnTo>
                    <a:pt x="1132" y="456"/>
                  </a:lnTo>
                  <a:lnTo>
                    <a:pt x="1092" y="337"/>
                  </a:lnTo>
                  <a:lnTo>
                    <a:pt x="1032" y="238"/>
                  </a:lnTo>
                  <a:lnTo>
                    <a:pt x="973" y="159"/>
                  </a:lnTo>
                  <a:lnTo>
                    <a:pt x="874" y="99"/>
                  </a:lnTo>
                  <a:lnTo>
                    <a:pt x="794" y="40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6"/>
            <p:cNvSpPr/>
            <p:nvPr/>
          </p:nvSpPr>
          <p:spPr>
            <a:xfrm>
              <a:off x="6010950" y="355675"/>
              <a:ext cx="26300" cy="26800"/>
            </a:xfrm>
            <a:custGeom>
              <a:avLst/>
              <a:gdLst/>
              <a:ahLst/>
              <a:cxnLst/>
              <a:rect l="l" t="t" r="r" b="b"/>
              <a:pathLst>
                <a:path w="1052" h="1072" extrusionOk="0">
                  <a:moveTo>
                    <a:pt x="516" y="1"/>
                  </a:moveTo>
                  <a:lnTo>
                    <a:pt x="417" y="20"/>
                  </a:lnTo>
                  <a:lnTo>
                    <a:pt x="318" y="40"/>
                  </a:lnTo>
                  <a:lnTo>
                    <a:pt x="219" y="100"/>
                  </a:lnTo>
                  <a:lnTo>
                    <a:pt x="139" y="159"/>
                  </a:lnTo>
                  <a:lnTo>
                    <a:pt x="80" y="239"/>
                  </a:lnTo>
                  <a:lnTo>
                    <a:pt x="40" y="338"/>
                  </a:lnTo>
                  <a:lnTo>
                    <a:pt x="0" y="437"/>
                  </a:lnTo>
                  <a:lnTo>
                    <a:pt x="0" y="536"/>
                  </a:lnTo>
                  <a:lnTo>
                    <a:pt x="0" y="635"/>
                  </a:lnTo>
                  <a:lnTo>
                    <a:pt x="40" y="735"/>
                  </a:lnTo>
                  <a:lnTo>
                    <a:pt x="80" y="834"/>
                  </a:lnTo>
                  <a:lnTo>
                    <a:pt x="139" y="913"/>
                  </a:lnTo>
                  <a:lnTo>
                    <a:pt x="219" y="973"/>
                  </a:lnTo>
                  <a:lnTo>
                    <a:pt x="318" y="1032"/>
                  </a:lnTo>
                  <a:lnTo>
                    <a:pt x="417" y="1052"/>
                  </a:lnTo>
                  <a:lnTo>
                    <a:pt x="516" y="1072"/>
                  </a:lnTo>
                  <a:lnTo>
                    <a:pt x="635" y="1052"/>
                  </a:lnTo>
                  <a:lnTo>
                    <a:pt x="734" y="1032"/>
                  </a:lnTo>
                  <a:lnTo>
                    <a:pt x="814" y="973"/>
                  </a:lnTo>
                  <a:lnTo>
                    <a:pt x="893" y="913"/>
                  </a:lnTo>
                  <a:lnTo>
                    <a:pt x="973" y="834"/>
                  </a:lnTo>
                  <a:lnTo>
                    <a:pt x="1012" y="735"/>
                  </a:lnTo>
                  <a:lnTo>
                    <a:pt x="1052" y="635"/>
                  </a:lnTo>
                  <a:lnTo>
                    <a:pt x="1052" y="536"/>
                  </a:lnTo>
                  <a:lnTo>
                    <a:pt x="1052" y="437"/>
                  </a:lnTo>
                  <a:lnTo>
                    <a:pt x="1012" y="338"/>
                  </a:lnTo>
                  <a:lnTo>
                    <a:pt x="973" y="239"/>
                  </a:lnTo>
                  <a:lnTo>
                    <a:pt x="893" y="159"/>
                  </a:lnTo>
                  <a:lnTo>
                    <a:pt x="814" y="100"/>
                  </a:lnTo>
                  <a:lnTo>
                    <a:pt x="734" y="40"/>
                  </a:lnTo>
                  <a:lnTo>
                    <a:pt x="635" y="20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6"/>
            <p:cNvSpPr/>
            <p:nvPr/>
          </p:nvSpPr>
          <p:spPr>
            <a:xfrm>
              <a:off x="6011450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318" y="41"/>
                  </a:lnTo>
                  <a:lnTo>
                    <a:pt x="218" y="80"/>
                  </a:lnTo>
                  <a:lnTo>
                    <a:pt x="159" y="140"/>
                  </a:lnTo>
                  <a:lnTo>
                    <a:pt x="99" y="219"/>
                  </a:lnTo>
                  <a:lnTo>
                    <a:pt x="40" y="299"/>
                  </a:lnTo>
                  <a:lnTo>
                    <a:pt x="20" y="398"/>
                  </a:lnTo>
                  <a:lnTo>
                    <a:pt x="0" y="497"/>
                  </a:lnTo>
                  <a:lnTo>
                    <a:pt x="20" y="596"/>
                  </a:lnTo>
                  <a:lnTo>
                    <a:pt x="40" y="676"/>
                  </a:lnTo>
                  <a:lnTo>
                    <a:pt x="99" y="775"/>
                  </a:lnTo>
                  <a:lnTo>
                    <a:pt x="159" y="834"/>
                  </a:lnTo>
                  <a:lnTo>
                    <a:pt x="218" y="894"/>
                  </a:lnTo>
                  <a:lnTo>
                    <a:pt x="318" y="953"/>
                  </a:lnTo>
                  <a:lnTo>
                    <a:pt x="397" y="973"/>
                  </a:lnTo>
                  <a:lnTo>
                    <a:pt x="496" y="993"/>
                  </a:lnTo>
                  <a:lnTo>
                    <a:pt x="595" y="973"/>
                  </a:lnTo>
                  <a:lnTo>
                    <a:pt x="695" y="953"/>
                  </a:lnTo>
                  <a:lnTo>
                    <a:pt x="774" y="894"/>
                  </a:lnTo>
                  <a:lnTo>
                    <a:pt x="853" y="834"/>
                  </a:lnTo>
                  <a:lnTo>
                    <a:pt x="913" y="775"/>
                  </a:lnTo>
                  <a:lnTo>
                    <a:pt x="953" y="676"/>
                  </a:lnTo>
                  <a:lnTo>
                    <a:pt x="992" y="596"/>
                  </a:lnTo>
                  <a:lnTo>
                    <a:pt x="992" y="497"/>
                  </a:lnTo>
                  <a:lnTo>
                    <a:pt x="992" y="398"/>
                  </a:lnTo>
                  <a:lnTo>
                    <a:pt x="953" y="299"/>
                  </a:lnTo>
                  <a:lnTo>
                    <a:pt x="913" y="219"/>
                  </a:lnTo>
                  <a:lnTo>
                    <a:pt x="853" y="140"/>
                  </a:lnTo>
                  <a:lnTo>
                    <a:pt x="774" y="80"/>
                  </a:lnTo>
                  <a:lnTo>
                    <a:pt x="695" y="41"/>
                  </a:lnTo>
                  <a:lnTo>
                    <a:pt x="5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6"/>
            <p:cNvSpPr/>
            <p:nvPr/>
          </p:nvSpPr>
          <p:spPr>
            <a:xfrm>
              <a:off x="6012425" y="591300"/>
              <a:ext cx="22850" cy="22850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457" y="0"/>
                  </a:moveTo>
                  <a:lnTo>
                    <a:pt x="378" y="20"/>
                  </a:lnTo>
                  <a:lnTo>
                    <a:pt x="279" y="40"/>
                  </a:lnTo>
                  <a:lnTo>
                    <a:pt x="219" y="80"/>
                  </a:lnTo>
                  <a:lnTo>
                    <a:pt x="140" y="139"/>
                  </a:lnTo>
                  <a:lnTo>
                    <a:pt x="80" y="199"/>
                  </a:lnTo>
                  <a:lnTo>
                    <a:pt x="40" y="278"/>
                  </a:lnTo>
                  <a:lnTo>
                    <a:pt x="21" y="377"/>
                  </a:lnTo>
                  <a:lnTo>
                    <a:pt x="1" y="457"/>
                  </a:lnTo>
                  <a:lnTo>
                    <a:pt x="21" y="556"/>
                  </a:lnTo>
                  <a:lnTo>
                    <a:pt x="40" y="635"/>
                  </a:lnTo>
                  <a:lnTo>
                    <a:pt x="80" y="715"/>
                  </a:lnTo>
                  <a:lnTo>
                    <a:pt x="140" y="794"/>
                  </a:lnTo>
                  <a:lnTo>
                    <a:pt x="219" y="834"/>
                  </a:lnTo>
                  <a:lnTo>
                    <a:pt x="279" y="873"/>
                  </a:lnTo>
                  <a:lnTo>
                    <a:pt x="378" y="913"/>
                  </a:lnTo>
                  <a:lnTo>
                    <a:pt x="556" y="913"/>
                  </a:lnTo>
                  <a:lnTo>
                    <a:pt x="636" y="873"/>
                  </a:lnTo>
                  <a:lnTo>
                    <a:pt x="715" y="834"/>
                  </a:lnTo>
                  <a:lnTo>
                    <a:pt x="794" y="794"/>
                  </a:lnTo>
                  <a:lnTo>
                    <a:pt x="834" y="715"/>
                  </a:lnTo>
                  <a:lnTo>
                    <a:pt x="894" y="635"/>
                  </a:lnTo>
                  <a:lnTo>
                    <a:pt x="914" y="556"/>
                  </a:lnTo>
                  <a:lnTo>
                    <a:pt x="914" y="457"/>
                  </a:lnTo>
                  <a:lnTo>
                    <a:pt x="914" y="377"/>
                  </a:lnTo>
                  <a:lnTo>
                    <a:pt x="894" y="278"/>
                  </a:lnTo>
                  <a:lnTo>
                    <a:pt x="834" y="199"/>
                  </a:lnTo>
                  <a:lnTo>
                    <a:pt x="794" y="139"/>
                  </a:lnTo>
                  <a:lnTo>
                    <a:pt x="715" y="80"/>
                  </a:lnTo>
                  <a:lnTo>
                    <a:pt x="636" y="40"/>
                  </a:lnTo>
                  <a:lnTo>
                    <a:pt x="55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6"/>
            <p:cNvSpPr/>
            <p:nvPr/>
          </p:nvSpPr>
          <p:spPr>
            <a:xfrm>
              <a:off x="6013425" y="709350"/>
              <a:ext cx="20850" cy="20875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338" y="1"/>
                  </a:moveTo>
                  <a:lnTo>
                    <a:pt x="258" y="21"/>
                  </a:lnTo>
                  <a:lnTo>
                    <a:pt x="199" y="60"/>
                  </a:lnTo>
                  <a:lnTo>
                    <a:pt x="120" y="120"/>
                  </a:lnTo>
                  <a:lnTo>
                    <a:pt x="80" y="179"/>
                  </a:lnTo>
                  <a:lnTo>
                    <a:pt x="40" y="259"/>
                  </a:lnTo>
                  <a:lnTo>
                    <a:pt x="20" y="338"/>
                  </a:lnTo>
                  <a:lnTo>
                    <a:pt x="0" y="417"/>
                  </a:lnTo>
                  <a:lnTo>
                    <a:pt x="20" y="497"/>
                  </a:lnTo>
                  <a:lnTo>
                    <a:pt x="40" y="576"/>
                  </a:lnTo>
                  <a:lnTo>
                    <a:pt x="80" y="656"/>
                  </a:lnTo>
                  <a:lnTo>
                    <a:pt x="120" y="715"/>
                  </a:lnTo>
                  <a:lnTo>
                    <a:pt x="199" y="755"/>
                  </a:lnTo>
                  <a:lnTo>
                    <a:pt x="258" y="794"/>
                  </a:lnTo>
                  <a:lnTo>
                    <a:pt x="338" y="834"/>
                  </a:lnTo>
                  <a:lnTo>
                    <a:pt x="516" y="834"/>
                  </a:lnTo>
                  <a:lnTo>
                    <a:pt x="596" y="794"/>
                  </a:lnTo>
                  <a:lnTo>
                    <a:pt x="655" y="755"/>
                  </a:lnTo>
                  <a:lnTo>
                    <a:pt x="715" y="715"/>
                  </a:lnTo>
                  <a:lnTo>
                    <a:pt x="774" y="656"/>
                  </a:lnTo>
                  <a:lnTo>
                    <a:pt x="814" y="576"/>
                  </a:lnTo>
                  <a:lnTo>
                    <a:pt x="834" y="497"/>
                  </a:lnTo>
                  <a:lnTo>
                    <a:pt x="834" y="417"/>
                  </a:lnTo>
                  <a:lnTo>
                    <a:pt x="834" y="338"/>
                  </a:lnTo>
                  <a:lnTo>
                    <a:pt x="814" y="259"/>
                  </a:lnTo>
                  <a:lnTo>
                    <a:pt x="774" y="179"/>
                  </a:lnTo>
                  <a:lnTo>
                    <a:pt x="715" y="120"/>
                  </a:lnTo>
                  <a:lnTo>
                    <a:pt x="655" y="60"/>
                  </a:lnTo>
                  <a:lnTo>
                    <a:pt x="596" y="21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6"/>
            <p:cNvSpPr/>
            <p:nvPr/>
          </p:nvSpPr>
          <p:spPr>
            <a:xfrm>
              <a:off x="6014425" y="826925"/>
              <a:ext cx="19350" cy="19375"/>
            </a:xfrm>
            <a:custGeom>
              <a:avLst/>
              <a:gdLst/>
              <a:ahLst/>
              <a:cxnLst/>
              <a:rect l="l" t="t" r="r" b="b"/>
              <a:pathLst>
                <a:path w="774" h="775" extrusionOk="0">
                  <a:moveTo>
                    <a:pt x="377" y="0"/>
                  </a:moveTo>
                  <a:lnTo>
                    <a:pt x="318" y="20"/>
                  </a:lnTo>
                  <a:lnTo>
                    <a:pt x="238" y="40"/>
                  </a:lnTo>
                  <a:lnTo>
                    <a:pt x="179" y="80"/>
                  </a:lnTo>
                  <a:lnTo>
                    <a:pt x="119" y="119"/>
                  </a:lnTo>
                  <a:lnTo>
                    <a:pt x="80" y="179"/>
                  </a:lnTo>
                  <a:lnTo>
                    <a:pt x="40" y="238"/>
                  </a:lnTo>
                  <a:lnTo>
                    <a:pt x="20" y="318"/>
                  </a:lnTo>
                  <a:lnTo>
                    <a:pt x="0" y="397"/>
                  </a:lnTo>
                  <a:lnTo>
                    <a:pt x="20" y="457"/>
                  </a:lnTo>
                  <a:lnTo>
                    <a:pt x="40" y="536"/>
                  </a:lnTo>
                  <a:lnTo>
                    <a:pt x="80" y="596"/>
                  </a:lnTo>
                  <a:lnTo>
                    <a:pt x="119" y="655"/>
                  </a:lnTo>
                  <a:lnTo>
                    <a:pt x="179" y="695"/>
                  </a:lnTo>
                  <a:lnTo>
                    <a:pt x="238" y="734"/>
                  </a:lnTo>
                  <a:lnTo>
                    <a:pt x="318" y="754"/>
                  </a:lnTo>
                  <a:lnTo>
                    <a:pt x="377" y="774"/>
                  </a:lnTo>
                  <a:lnTo>
                    <a:pt x="457" y="754"/>
                  </a:lnTo>
                  <a:lnTo>
                    <a:pt x="536" y="734"/>
                  </a:lnTo>
                  <a:lnTo>
                    <a:pt x="595" y="695"/>
                  </a:lnTo>
                  <a:lnTo>
                    <a:pt x="655" y="655"/>
                  </a:lnTo>
                  <a:lnTo>
                    <a:pt x="695" y="596"/>
                  </a:lnTo>
                  <a:lnTo>
                    <a:pt x="734" y="536"/>
                  </a:lnTo>
                  <a:lnTo>
                    <a:pt x="754" y="457"/>
                  </a:lnTo>
                  <a:lnTo>
                    <a:pt x="774" y="397"/>
                  </a:lnTo>
                  <a:lnTo>
                    <a:pt x="754" y="318"/>
                  </a:lnTo>
                  <a:lnTo>
                    <a:pt x="734" y="238"/>
                  </a:lnTo>
                  <a:lnTo>
                    <a:pt x="695" y="179"/>
                  </a:lnTo>
                  <a:lnTo>
                    <a:pt x="655" y="119"/>
                  </a:lnTo>
                  <a:lnTo>
                    <a:pt x="595" y="80"/>
                  </a:lnTo>
                  <a:lnTo>
                    <a:pt x="536" y="40"/>
                  </a:lnTo>
                  <a:lnTo>
                    <a:pt x="457" y="20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6"/>
            <p:cNvSpPr/>
            <p:nvPr/>
          </p:nvSpPr>
          <p:spPr>
            <a:xfrm>
              <a:off x="6015400" y="944975"/>
              <a:ext cx="17400" cy="16900"/>
            </a:xfrm>
            <a:custGeom>
              <a:avLst/>
              <a:gdLst/>
              <a:ahLst/>
              <a:cxnLst/>
              <a:rect l="l" t="t" r="r" b="b"/>
              <a:pathLst>
                <a:path w="696" h="676" extrusionOk="0">
                  <a:moveTo>
                    <a:pt x="279" y="1"/>
                  </a:moveTo>
                  <a:lnTo>
                    <a:pt x="219" y="21"/>
                  </a:lnTo>
                  <a:lnTo>
                    <a:pt x="160" y="60"/>
                  </a:lnTo>
                  <a:lnTo>
                    <a:pt x="100" y="100"/>
                  </a:lnTo>
                  <a:lnTo>
                    <a:pt x="60" y="159"/>
                  </a:lnTo>
                  <a:lnTo>
                    <a:pt x="41" y="199"/>
                  </a:lnTo>
                  <a:lnTo>
                    <a:pt x="21" y="278"/>
                  </a:lnTo>
                  <a:lnTo>
                    <a:pt x="1" y="338"/>
                  </a:lnTo>
                  <a:lnTo>
                    <a:pt x="21" y="417"/>
                  </a:lnTo>
                  <a:lnTo>
                    <a:pt x="41" y="477"/>
                  </a:lnTo>
                  <a:lnTo>
                    <a:pt x="60" y="536"/>
                  </a:lnTo>
                  <a:lnTo>
                    <a:pt x="100" y="576"/>
                  </a:lnTo>
                  <a:lnTo>
                    <a:pt x="160" y="616"/>
                  </a:lnTo>
                  <a:lnTo>
                    <a:pt x="219" y="655"/>
                  </a:lnTo>
                  <a:lnTo>
                    <a:pt x="279" y="675"/>
                  </a:lnTo>
                  <a:lnTo>
                    <a:pt x="418" y="675"/>
                  </a:lnTo>
                  <a:lnTo>
                    <a:pt x="477" y="655"/>
                  </a:lnTo>
                  <a:lnTo>
                    <a:pt x="537" y="616"/>
                  </a:lnTo>
                  <a:lnTo>
                    <a:pt x="596" y="576"/>
                  </a:lnTo>
                  <a:lnTo>
                    <a:pt x="636" y="536"/>
                  </a:lnTo>
                  <a:lnTo>
                    <a:pt x="656" y="477"/>
                  </a:lnTo>
                  <a:lnTo>
                    <a:pt x="675" y="417"/>
                  </a:lnTo>
                  <a:lnTo>
                    <a:pt x="695" y="338"/>
                  </a:lnTo>
                  <a:lnTo>
                    <a:pt x="675" y="278"/>
                  </a:lnTo>
                  <a:lnTo>
                    <a:pt x="656" y="199"/>
                  </a:lnTo>
                  <a:lnTo>
                    <a:pt x="636" y="159"/>
                  </a:lnTo>
                  <a:lnTo>
                    <a:pt x="596" y="100"/>
                  </a:lnTo>
                  <a:lnTo>
                    <a:pt x="537" y="60"/>
                  </a:lnTo>
                  <a:lnTo>
                    <a:pt x="477" y="21"/>
                  </a:lnTo>
                  <a:lnTo>
                    <a:pt x="4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6"/>
            <p:cNvSpPr/>
            <p:nvPr/>
          </p:nvSpPr>
          <p:spPr>
            <a:xfrm>
              <a:off x="6016400" y="1062550"/>
              <a:ext cx="15400" cy="15400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298" y="0"/>
                  </a:moveTo>
                  <a:lnTo>
                    <a:pt x="239" y="20"/>
                  </a:lnTo>
                  <a:lnTo>
                    <a:pt x="179" y="40"/>
                  </a:lnTo>
                  <a:lnTo>
                    <a:pt x="100" y="99"/>
                  </a:lnTo>
                  <a:lnTo>
                    <a:pt x="20" y="199"/>
                  </a:lnTo>
                  <a:lnTo>
                    <a:pt x="1" y="258"/>
                  </a:lnTo>
                  <a:lnTo>
                    <a:pt x="1" y="318"/>
                  </a:lnTo>
                  <a:lnTo>
                    <a:pt x="1" y="377"/>
                  </a:lnTo>
                  <a:lnTo>
                    <a:pt x="20" y="437"/>
                  </a:lnTo>
                  <a:lnTo>
                    <a:pt x="100" y="536"/>
                  </a:lnTo>
                  <a:lnTo>
                    <a:pt x="179" y="595"/>
                  </a:lnTo>
                  <a:lnTo>
                    <a:pt x="239" y="615"/>
                  </a:lnTo>
                  <a:lnTo>
                    <a:pt x="358" y="615"/>
                  </a:lnTo>
                  <a:lnTo>
                    <a:pt x="417" y="595"/>
                  </a:lnTo>
                  <a:lnTo>
                    <a:pt x="516" y="536"/>
                  </a:lnTo>
                  <a:lnTo>
                    <a:pt x="596" y="437"/>
                  </a:lnTo>
                  <a:lnTo>
                    <a:pt x="596" y="377"/>
                  </a:lnTo>
                  <a:lnTo>
                    <a:pt x="616" y="318"/>
                  </a:lnTo>
                  <a:lnTo>
                    <a:pt x="596" y="258"/>
                  </a:lnTo>
                  <a:lnTo>
                    <a:pt x="596" y="199"/>
                  </a:lnTo>
                  <a:lnTo>
                    <a:pt x="516" y="99"/>
                  </a:lnTo>
                  <a:lnTo>
                    <a:pt x="417" y="40"/>
                  </a:lnTo>
                  <a:lnTo>
                    <a:pt x="358" y="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6"/>
            <p:cNvSpPr/>
            <p:nvPr/>
          </p:nvSpPr>
          <p:spPr>
            <a:xfrm>
              <a:off x="6017400" y="1180600"/>
              <a:ext cx="13400" cy="13425"/>
            </a:xfrm>
            <a:custGeom>
              <a:avLst/>
              <a:gdLst/>
              <a:ahLst/>
              <a:cxnLst/>
              <a:rect l="l" t="t" r="r" b="b"/>
              <a:pathLst>
                <a:path w="536" h="537" extrusionOk="0">
                  <a:moveTo>
                    <a:pt x="258" y="1"/>
                  </a:moveTo>
                  <a:lnTo>
                    <a:pt x="159" y="20"/>
                  </a:lnTo>
                  <a:lnTo>
                    <a:pt x="80" y="80"/>
                  </a:lnTo>
                  <a:lnTo>
                    <a:pt x="20" y="159"/>
                  </a:lnTo>
                  <a:lnTo>
                    <a:pt x="0" y="259"/>
                  </a:lnTo>
                  <a:lnTo>
                    <a:pt x="20" y="378"/>
                  </a:lnTo>
                  <a:lnTo>
                    <a:pt x="80" y="457"/>
                  </a:lnTo>
                  <a:lnTo>
                    <a:pt x="159" y="516"/>
                  </a:lnTo>
                  <a:lnTo>
                    <a:pt x="258" y="536"/>
                  </a:lnTo>
                  <a:lnTo>
                    <a:pt x="377" y="516"/>
                  </a:lnTo>
                  <a:lnTo>
                    <a:pt x="457" y="457"/>
                  </a:lnTo>
                  <a:lnTo>
                    <a:pt x="516" y="378"/>
                  </a:lnTo>
                  <a:lnTo>
                    <a:pt x="536" y="259"/>
                  </a:lnTo>
                  <a:lnTo>
                    <a:pt x="516" y="159"/>
                  </a:lnTo>
                  <a:lnTo>
                    <a:pt x="457" y="80"/>
                  </a:lnTo>
                  <a:lnTo>
                    <a:pt x="377" y="2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6"/>
            <p:cNvSpPr/>
            <p:nvPr/>
          </p:nvSpPr>
          <p:spPr>
            <a:xfrm>
              <a:off x="6018375" y="1298650"/>
              <a:ext cx="11450" cy="10950"/>
            </a:xfrm>
            <a:custGeom>
              <a:avLst/>
              <a:gdLst/>
              <a:ahLst/>
              <a:cxnLst/>
              <a:rect l="l" t="t" r="r" b="b"/>
              <a:pathLst>
                <a:path w="458" h="438" extrusionOk="0">
                  <a:moveTo>
                    <a:pt x="140" y="1"/>
                  </a:moveTo>
                  <a:lnTo>
                    <a:pt x="60" y="60"/>
                  </a:lnTo>
                  <a:lnTo>
                    <a:pt x="21" y="140"/>
                  </a:lnTo>
                  <a:lnTo>
                    <a:pt x="1" y="219"/>
                  </a:lnTo>
                  <a:lnTo>
                    <a:pt x="21" y="299"/>
                  </a:lnTo>
                  <a:lnTo>
                    <a:pt x="60" y="378"/>
                  </a:lnTo>
                  <a:lnTo>
                    <a:pt x="140" y="437"/>
                  </a:lnTo>
                  <a:lnTo>
                    <a:pt x="318" y="437"/>
                  </a:lnTo>
                  <a:lnTo>
                    <a:pt x="398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98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6"/>
            <p:cNvSpPr/>
            <p:nvPr/>
          </p:nvSpPr>
          <p:spPr>
            <a:xfrm>
              <a:off x="6019375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79" y="0"/>
                  </a:moveTo>
                  <a:lnTo>
                    <a:pt x="120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1" y="199"/>
                  </a:lnTo>
                  <a:lnTo>
                    <a:pt x="20" y="258"/>
                  </a:lnTo>
                  <a:lnTo>
                    <a:pt x="60" y="318"/>
                  </a:lnTo>
                  <a:lnTo>
                    <a:pt x="120" y="358"/>
                  </a:lnTo>
                  <a:lnTo>
                    <a:pt x="179" y="377"/>
                  </a:lnTo>
                  <a:lnTo>
                    <a:pt x="259" y="358"/>
                  </a:lnTo>
                  <a:lnTo>
                    <a:pt x="318" y="318"/>
                  </a:lnTo>
                  <a:lnTo>
                    <a:pt x="358" y="258"/>
                  </a:lnTo>
                  <a:lnTo>
                    <a:pt x="378" y="199"/>
                  </a:lnTo>
                  <a:lnTo>
                    <a:pt x="358" y="119"/>
                  </a:lnTo>
                  <a:lnTo>
                    <a:pt x="318" y="60"/>
                  </a:lnTo>
                  <a:lnTo>
                    <a:pt x="259" y="2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6"/>
            <p:cNvSpPr/>
            <p:nvPr/>
          </p:nvSpPr>
          <p:spPr>
            <a:xfrm>
              <a:off x="6020375" y="1534275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80" y="1"/>
                  </a:moveTo>
                  <a:lnTo>
                    <a:pt x="40" y="40"/>
                  </a:lnTo>
                  <a:lnTo>
                    <a:pt x="0" y="80"/>
                  </a:lnTo>
                  <a:lnTo>
                    <a:pt x="0" y="140"/>
                  </a:lnTo>
                  <a:lnTo>
                    <a:pt x="0" y="199"/>
                  </a:lnTo>
                  <a:lnTo>
                    <a:pt x="40" y="259"/>
                  </a:lnTo>
                  <a:lnTo>
                    <a:pt x="80" y="279"/>
                  </a:lnTo>
                  <a:lnTo>
                    <a:pt x="139" y="298"/>
                  </a:lnTo>
                  <a:lnTo>
                    <a:pt x="199" y="279"/>
                  </a:lnTo>
                  <a:lnTo>
                    <a:pt x="258" y="259"/>
                  </a:lnTo>
                  <a:lnTo>
                    <a:pt x="278" y="199"/>
                  </a:lnTo>
                  <a:lnTo>
                    <a:pt x="298" y="140"/>
                  </a:lnTo>
                  <a:lnTo>
                    <a:pt x="278" y="80"/>
                  </a:lnTo>
                  <a:lnTo>
                    <a:pt x="258" y="40"/>
                  </a:lnTo>
                  <a:lnTo>
                    <a:pt x="1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6"/>
            <p:cNvSpPr/>
            <p:nvPr/>
          </p:nvSpPr>
          <p:spPr>
            <a:xfrm>
              <a:off x="6021350" y="1651850"/>
              <a:ext cx="5500" cy="5975"/>
            </a:xfrm>
            <a:custGeom>
              <a:avLst/>
              <a:gdLst/>
              <a:ahLst/>
              <a:cxnLst/>
              <a:rect l="l" t="t" r="r" b="b"/>
              <a:pathLst>
                <a:path w="220" h="239" extrusionOk="0">
                  <a:moveTo>
                    <a:pt x="100" y="0"/>
                  </a:moveTo>
                  <a:lnTo>
                    <a:pt x="60" y="20"/>
                  </a:lnTo>
                  <a:lnTo>
                    <a:pt x="21" y="40"/>
                  </a:lnTo>
                  <a:lnTo>
                    <a:pt x="1" y="80"/>
                  </a:lnTo>
                  <a:lnTo>
                    <a:pt x="1" y="119"/>
                  </a:lnTo>
                  <a:lnTo>
                    <a:pt x="1" y="159"/>
                  </a:lnTo>
                  <a:lnTo>
                    <a:pt x="21" y="199"/>
                  </a:lnTo>
                  <a:lnTo>
                    <a:pt x="60" y="219"/>
                  </a:lnTo>
                  <a:lnTo>
                    <a:pt x="100" y="238"/>
                  </a:lnTo>
                  <a:lnTo>
                    <a:pt x="160" y="219"/>
                  </a:lnTo>
                  <a:lnTo>
                    <a:pt x="180" y="199"/>
                  </a:lnTo>
                  <a:lnTo>
                    <a:pt x="219" y="159"/>
                  </a:lnTo>
                  <a:lnTo>
                    <a:pt x="219" y="119"/>
                  </a:lnTo>
                  <a:lnTo>
                    <a:pt x="219" y="80"/>
                  </a:lnTo>
                  <a:lnTo>
                    <a:pt x="180" y="40"/>
                  </a:lnTo>
                  <a:lnTo>
                    <a:pt x="160" y="20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6"/>
            <p:cNvSpPr/>
            <p:nvPr/>
          </p:nvSpPr>
          <p:spPr>
            <a:xfrm>
              <a:off x="6022350" y="1769900"/>
              <a:ext cx="3500" cy="3500"/>
            </a:xfrm>
            <a:custGeom>
              <a:avLst/>
              <a:gdLst/>
              <a:ahLst/>
              <a:cxnLst/>
              <a:rect l="l" t="t" r="r" b="b"/>
              <a:pathLst>
                <a:path w="140" h="140" extrusionOk="0">
                  <a:moveTo>
                    <a:pt x="40" y="1"/>
                  </a:moveTo>
                  <a:lnTo>
                    <a:pt x="20" y="21"/>
                  </a:lnTo>
                  <a:lnTo>
                    <a:pt x="1" y="40"/>
                  </a:lnTo>
                  <a:lnTo>
                    <a:pt x="1" y="80"/>
                  </a:lnTo>
                  <a:lnTo>
                    <a:pt x="1" y="100"/>
                  </a:lnTo>
                  <a:lnTo>
                    <a:pt x="20" y="120"/>
                  </a:lnTo>
                  <a:lnTo>
                    <a:pt x="40" y="140"/>
                  </a:lnTo>
                  <a:lnTo>
                    <a:pt x="100" y="140"/>
                  </a:lnTo>
                  <a:lnTo>
                    <a:pt x="120" y="120"/>
                  </a:lnTo>
                  <a:lnTo>
                    <a:pt x="140" y="100"/>
                  </a:lnTo>
                  <a:lnTo>
                    <a:pt x="140" y="80"/>
                  </a:lnTo>
                  <a:lnTo>
                    <a:pt x="140" y="40"/>
                  </a:lnTo>
                  <a:lnTo>
                    <a:pt x="120" y="21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6"/>
            <p:cNvSpPr/>
            <p:nvPr/>
          </p:nvSpPr>
          <p:spPr>
            <a:xfrm>
              <a:off x="6022850" y="1887475"/>
              <a:ext cx="2000" cy="2000"/>
            </a:xfrm>
            <a:custGeom>
              <a:avLst/>
              <a:gdLst/>
              <a:ahLst/>
              <a:cxnLst/>
              <a:rect l="l" t="t" r="r" b="b"/>
              <a:pathLst>
                <a:path w="80" h="80" extrusionOk="0">
                  <a:moveTo>
                    <a:pt x="40" y="0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20" y="60"/>
                  </a:lnTo>
                  <a:lnTo>
                    <a:pt x="40" y="80"/>
                  </a:lnTo>
                  <a:lnTo>
                    <a:pt x="80" y="60"/>
                  </a:lnTo>
                  <a:lnTo>
                    <a:pt x="80" y="40"/>
                  </a:lnTo>
                  <a:lnTo>
                    <a:pt x="8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6"/>
            <p:cNvSpPr/>
            <p:nvPr/>
          </p:nvSpPr>
          <p:spPr>
            <a:xfrm>
              <a:off x="602385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6"/>
            <p:cNvSpPr/>
            <p:nvPr/>
          </p:nvSpPr>
          <p:spPr>
            <a:xfrm>
              <a:off x="602385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6"/>
            <p:cNvSpPr/>
            <p:nvPr/>
          </p:nvSpPr>
          <p:spPr>
            <a:xfrm>
              <a:off x="6113125" y="238125"/>
              <a:ext cx="28300" cy="28275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457" y="0"/>
                  </a:moveTo>
                  <a:lnTo>
                    <a:pt x="338" y="40"/>
                  </a:lnTo>
                  <a:lnTo>
                    <a:pt x="239" y="99"/>
                  </a:lnTo>
                  <a:lnTo>
                    <a:pt x="159" y="159"/>
                  </a:lnTo>
                  <a:lnTo>
                    <a:pt x="80" y="238"/>
                  </a:lnTo>
                  <a:lnTo>
                    <a:pt x="40" y="337"/>
                  </a:lnTo>
                  <a:lnTo>
                    <a:pt x="1" y="456"/>
                  </a:lnTo>
                  <a:lnTo>
                    <a:pt x="1" y="556"/>
                  </a:lnTo>
                  <a:lnTo>
                    <a:pt x="1" y="675"/>
                  </a:lnTo>
                  <a:lnTo>
                    <a:pt x="40" y="794"/>
                  </a:lnTo>
                  <a:lnTo>
                    <a:pt x="80" y="873"/>
                  </a:lnTo>
                  <a:lnTo>
                    <a:pt x="159" y="972"/>
                  </a:lnTo>
                  <a:lnTo>
                    <a:pt x="239" y="1032"/>
                  </a:lnTo>
                  <a:lnTo>
                    <a:pt x="338" y="1091"/>
                  </a:lnTo>
                  <a:lnTo>
                    <a:pt x="457" y="1131"/>
                  </a:lnTo>
                  <a:lnTo>
                    <a:pt x="675" y="1131"/>
                  </a:lnTo>
                  <a:lnTo>
                    <a:pt x="775" y="1091"/>
                  </a:lnTo>
                  <a:lnTo>
                    <a:pt x="874" y="1032"/>
                  </a:lnTo>
                  <a:lnTo>
                    <a:pt x="973" y="972"/>
                  </a:lnTo>
                  <a:lnTo>
                    <a:pt x="1032" y="873"/>
                  </a:lnTo>
                  <a:lnTo>
                    <a:pt x="1092" y="794"/>
                  </a:lnTo>
                  <a:lnTo>
                    <a:pt x="1112" y="675"/>
                  </a:lnTo>
                  <a:lnTo>
                    <a:pt x="1132" y="556"/>
                  </a:lnTo>
                  <a:lnTo>
                    <a:pt x="1112" y="456"/>
                  </a:lnTo>
                  <a:lnTo>
                    <a:pt x="1092" y="337"/>
                  </a:lnTo>
                  <a:lnTo>
                    <a:pt x="1032" y="238"/>
                  </a:lnTo>
                  <a:lnTo>
                    <a:pt x="973" y="159"/>
                  </a:lnTo>
                  <a:lnTo>
                    <a:pt x="874" y="99"/>
                  </a:lnTo>
                  <a:lnTo>
                    <a:pt x="775" y="40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6"/>
            <p:cNvSpPr/>
            <p:nvPr/>
          </p:nvSpPr>
          <p:spPr>
            <a:xfrm>
              <a:off x="6113625" y="355675"/>
              <a:ext cx="26800" cy="26800"/>
            </a:xfrm>
            <a:custGeom>
              <a:avLst/>
              <a:gdLst/>
              <a:ahLst/>
              <a:cxnLst/>
              <a:rect l="l" t="t" r="r" b="b"/>
              <a:pathLst>
                <a:path w="1072" h="1072" extrusionOk="0">
                  <a:moveTo>
                    <a:pt x="536" y="1"/>
                  </a:moveTo>
                  <a:lnTo>
                    <a:pt x="437" y="20"/>
                  </a:lnTo>
                  <a:lnTo>
                    <a:pt x="338" y="40"/>
                  </a:lnTo>
                  <a:lnTo>
                    <a:pt x="239" y="100"/>
                  </a:lnTo>
                  <a:lnTo>
                    <a:pt x="159" y="159"/>
                  </a:lnTo>
                  <a:lnTo>
                    <a:pt x="100" y="239"/>
                  </a:lnTo>
                  <a:lnTo>
                    <a:pt x="60" y="338"/>
                  </a:lnTo>
                  <a:lnTo>
                    <a:pt x="20" y="437"/>
                  </a:lnTo>
                  <a:lnTo>
                    <a:pt x="1" y="536"/>
                  </a:lnTo>
                  <a:lnTo>
                    <a:pt x="20" y="635"/>
                  </a:lnTo>
                  <a:lnTo>
                    <a:pt x="60" y="735"/>
                  </a:lnTo>
                  <a:lnTo>
                    <a:pt x="100" y="834"/>
                  </a:lnTo>
                  <a:lnTo>
                    <a:pt x="159" y="913"/>
                  </a:lnTo>
                  <a:lnTo>
                    <a:pt x="239" y="973"/>
                  </a:lnTo>
                  <a:lnTo>
                    <a:pt x="338" y="1032"/>
                  </a:lnTo>
                  <a:lnTo>
                    <a:pt x="437" y="1052"/>
                  </a:lnTo>
                  <a:lnTo>
                    <a:pt x="536" y="1072"/>
                  </a:lnTo>
                  <a:lnTo>
                    <a:pt x="655" y="1052"/>
                  </a:lnTo>
                  <a:lnTo>
                    <a:pt x="755" y="1032"/>
                  </a:lnTo>
                  <a:lnTo>
                    <a:pt x="834" y="973"/>
                  </a:lnTo>
                  <a:lnTo>
                    <a:pt x="913" y="913"/>
                  </a:lnTo>
                  <a:lnTo>
                    <a:pt x="993" y="834"/>
                  </a:lnTo>
                  <a:lnTo>
                    <a:pt x="1032" y="735"/>
                  </a:lnTo>
                  <a:lnTo>
                    <a:pt x="1072" y="635"/>
                  </a:lnTo>
                  <a:lnTo>
                    <a:pt x="1072" y="536"/>
                  </a:lnTo>
                  <a:lnTo>
                    <a:pt x="1072" y="437"/>
                  </a:lnTo>
                  <a:lnTo>
                    <a:pt x="1032" y="338"/>
                  </a:lnTo>
                  <a:lnTo>
                    <a:pt x="993" y="239"/>
                  </a:lnTo>
                  <a:lnTo>
                    <a:pt x="913" y="159"/>
                  </a:lnTo>
                  <a:lnTo>
                    <a:pt x="834" y="100"/>
                  </a:lnTo>
                  <a:lnTo>
                    <a:pt x="755" y="40"/>
                  </a:lnTo>
                  <a:lnTo>
                    <a:pt x="655" y="20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6"/>
            <p:cNvSpPr/>
            <p:nvPr/>
          </p:nvSpPr>
          <p:spPr>
            <a:xfrm>
              <a:off x="6114625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318" y="41"/>
                  </a:lnTo>
                  <a:lnTo>
                    <a:pt x="218" y="80"/>
                  </a:lnTo>
                  <a:lnTo>
                    <a:pt x="159" y="140"/>
                  </a:lnTo>
                  <a:lnTo>
                    <a:pt x="99" y="219"/>
                  </a:lnTo>
                  <a:lnTo>
                    <a:pt x="40" y="299"/>
                  </a:lnTo>
                  <a:lnTo>
                    <a:pt x="20" y="398"/>
                  </a:lnTo>
                  <a:lnTo>
                    <a:pt x="0" y="497"/>
                  </a:lnTo>
                  <a:lnTo>
                    <a:pt x="20" y="596"/>
                  </a:lnTo>
                  <a:lnTo>
                    <a:pt x="40" y="676"/>
                  </a:lnTo>
                  <a:lnTo>
                    <a:pt x="99" y="775"/>
                  </a:lnTo>
                  <a:lnTo>
                    <a:pt x="159" y="834"/>
                  </a:lnTo>
                  <a:lnTo>
                    <a:pt x="218" y="894"/>
                  </a:lnTo>
                  <a:lnTo>
                    <a:pt x="318" y="953"/>
                  </a:lnTo>
                  <a:lnTo>
                    <a:pt x="397" y="973"/>
                  </a:lnTo>
                  <a:lnTo>
                    <a:pt x="496" y="993"/>
                  </a:lnTo>
                  <a:lnTo>
                    <a:pt x="595" y="973"/>
                  </a:lnTo>
                  <a:lnTo>
                    <a:pt x="695" y="953"/>
                  </a:lnTo>
                  <a:lnTo>
                    <a:pt x="774" y="894"/>
                  </a:lnTo>
                  <a:lnTo>
                    <a:pt x="853" y="834"/>
                  </a:lnTo>
                  <a:lnTo>
                    <a:pt x="913" y="775"/>
                  </a:lnTo>
                  <a:lnTo>
                    <a:pt x="953" y="676"/>
                  </a:lnTo>
                  <a:lnTo>
                    <a:pt x="992" y="596"/>
                  </a:lnTo>
                  <a:lnTo>
                    <a:pt x="992" y="497"/>
                  </a:lnTo>
                  <a:lnTo>
                    <a:pt x="992" y="398"/>
                  </a:lnTo>
                  <a:lnTo>
                    <a:pt x="953" y="299"/>
                  </a:lnTo>
                  <a:lnTo>
                    <a:pt x="913" y="219"/>
                  </a:lnTo>
                  <a:lnTo>
                    <a:pt x="853" y="140"/>
                  </a:lnTo>
                  <a:lnTo>
                    <a:pt x="774" y="80"/>
                  </a:lnTo>
                  <a:lnTo>
                    <a:pt x="695" y="41"/>
                  </a:lnTo>
                  <a:lnTo>
                    <a:pt x="5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6"/>
            <p:cNvSpPr/>
            <p:nvPr/>
          </p:nvSpPr>
          <p:spPr>
            <a:xfrm>
              <a:off x="6115600" y="591300"/>
              <a:ext cx="22850" cy="22850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457" y="0"/>
                  </a:moveTo>
                  <a:lnTo>
                    <a:pt x="378" y="20"/>
                  </a:lnTo>
                  <a:lnTo>
                    <a:pt x="279" y="40"/>
                  </a:lnTo>
                  <a:lnTo>
                    <a:pt x="199" y="80"/>
                  </a:lnTo>
                  <a:lnTo>
                    <a:pt x="140" y="139"/>
                  </a:lnTo>
                  <a:lnTo>
                    <a:pt x="80" y="199"/>
                  </a:lnTo>
                  <a:lnTo>
                    <a:pt x="41" y="278"/>
                  </a:lnTo>
                  <a:lnTo>
                    <a:pt x="21" y="377"/>
                  </a:lnTo>
                  <a:lnTo>
                    <a:pt x="1" y="457"/>
                  </a:lnTo>
                  <a:lnTo>
                    <a:pt x="21" y="556"/>
                  </a:lnTo>
                  <a:lnTo>
                    <a:pt x="41" y="635"/>
                  </a:lnTo>
                  <a:lnTo>
                    <a:pt x="80" y="715"/>
                  </a:lnTo>
                  <a:lnTo>
                    <a:pt x="140" y="794"/>
                  </a:lnTo>
                  <a:lnTo>
                    <a:pt x="199" y="834"/>
                  </a:lnTo>
                  <a:lnTo>
                    <a:pt x="279" y="873"/>
                  </a:lnTo>
                  <a:lnTo>
                    <a:pt x="378" y="913"/>
                  </a:lnTo>
                  <a:lnTo>
                    <a:pt x="556" y="913"/>
                  </a:lnTo>
                  <a:lnTo>
                    <a:pt x="636" y="873"/>
                  </a:lnTo>
                  <a:lnTo>
                    <a:pt x="715" y="834"/>
                  </a:lnTo>
                  <a:lnTo>
                    <a:pt x="795" y="794"/>
                  </a:lnTo>
                  <a:lnTo>
                    <a:pt x="834" y="715"/>
                  </a:lnTo>
                  <a:lnTo>
                    <a:pt x="874" y="635"/>
                  </a:lnTo>
                  <a:lnTo>
                    <a:pt x="914" y="556"/>
                  </a:lnTo>
                  <a:lnTo>
                    <a:pt x="914" y="457"/>
                  </a:lnTo>
                  <a:lnTo>
                    <a:pt x="914" y="377"/>
                  </a:lnTo>
                  <a:lnTo>
                    <a:pt x="874" y="278"/>
                  </a:lnTo>
                  <a:lnTo>
                    <a:pt x="834" y="199"/>
                  </a:lnTo>
                  <a:lnTo>
                    <a:pt x="795" y="139"/>
                  </a:lnTo>
                  <a:lnTo>
                    <a:pt x="715" y="80"/>
                  </a:lnTo>
                  <a:lnTo>
                    <a:pt x="636" y="40"/>
                  </a:lnTo>
                  <a:lnTo>
                    <a:pt x="55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6"/>
            <p:cNvSpPr/>
            <p:nvPr/>
          </p:nvSpPr>
          <p:spPr>
            <a:xfrm>
              <a:off x="6116600" y="709350"/>
              <a:ext cx="20850" cy="20875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338" y="1"/>
                  </a:moveTo>
                  <a:lnTo>
                    <a:pt x="259" y="21"/>
                  </a:lnTo>
                  <a:lnTo>
                    <a:pt x="199" y="60"/>
                  </a:lnTo>
                  <a:lnTo>
                    <a:pt x="120" y="120"/>
                  </a:lnTo>
                  <a:lnTo>
                    <a:pt x="80" y="179"/>
                  </a:lnTo>
                  <a:lnTo>
                    <a:pt x="40" y="259"/>
                  </a:lnTo>
                  <a:lnTo>
                    <a:pt x="20" y="338"/>
                  </a:lnTo>
                  <a:lnTo>
                    <a:pt x="1" y="417"/>
                  </a:lnTo>
                  <a:lnTo>
                    <a:pt x="20" y="497"/>
                  </a:lnTo>
                  <a:lnTo>
                    <a:pt x="40" y="576"/>
                  </a:lnTo>
                  <a:lnTo>
                    <a:pt x="80" y="656"/>
                  </a:lnTo>
                  <a:lnTo>
                    <a:pt x="120" y="715"/>
                  </a:lnTo>
                  <a:lnTo>
                    <a:pt x="199" y="755"/>
                  </a:lnTo>
                  <a:lnTo>
                    <a:pt x="259" y="794"/>
                  </a:lnTo>
                  <a:lnTo>
                    <a:pt x="338" y="834"/>
                  </a:lnTo>
                  <a:lnTo>
                    <a:pt x="516" y="834"/>
                  </a:lnTo>
                  <a:lnTo>
                    <a:pt x="576" y="794"/>
                  </a:lnTo>
                  <a:lnTo>
                    <a:pt x="655" y="755"/>
                  </a:lnTo>
                  <a:lnTo>
                    <a:pt x="715" y="715"/>
                  </a:lnTo>
                  <a:lnTo>
                    <a:pt x="774" y="656"/>
                  </a:lnTo>
                  <a:lnTo>
                    <a:pt x="814" y="576"/>
                  </a:lnTo>
                  <a:lnTo>
                    <a:pt x="834" y="497"/>
                  </a:lnTo>
                  <a:lnTo>
                    <a:pt x="834" y="417"/>
                  </a:lnTo>
                  <a:lnTo>
                    <a:pt x="834" y="338"/>
                  </a:lnTo>
                  <a:lnTo>
                    <a:pt x="814" y="259"/>
                  </a:lnTo>
                  <a:lnTo>
                    <a:pt x="774" y="179"/>
                  </a:lnTo>
                  <a:lnTo>
                    <a:pt x="715" y="120"/>
                  </a:lnTo>
                  <a:lnTo>
                    <a:pt x="655" y="60"/>
                  </a:lnTo>
                  <a:lnTo>
                    <a:pt x="576" y="21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6"/>
            <p:cNvSpPr/>
            <p:nvPr/>
          </p:nvSpPr>
          <p:spPr>
            <a:xfrm>
              <a:off x="6117600" y="826925"/>
              <a:ext cx="18875" cy="19375"/>
            </a:xfrm>
            <a:custGeom>
              <a:avLst/>
              <a:gdLst/>
              <a:ahLst/>
              <a:cxnLst/>
              <a:rect l="l" t="t" r="r" b="b"/>
              <a:pathLst>
                <a:path w="755" h="775" extrusionOk="0">
                  <a:moveTo>
                    <a:pt x="377" y="0"/>
                  </a:moveTo>
                  <a:lnTo>
                    <a:pt x="298" y="20"/>
                  </a:lnTo>
                  <a:lnTo>
                    <a:pt x="238" y="40"/>
                  </a:lnTo>
                  <a:lnTo>
                    <a:pt x="179" y="80"/>
                  </a:lnTo>
                  <a:lnTo>
                    <a:pt x="119" y="119"/>
                  </a:lnTo>
                  <a:lnTo>
                    <a:pt x="60" y="179"/>
                  </a:lnTo>
                  <a:lnTo>
                    <a:pt x="40" y="238"/>
                  </a:lnTo>
                  <a:lnTo>
                    <a:pt x="20" y="318"/>
                  </a:lnTo>
                  <a:lnTo>
                    <a:pt x="0" y="397"/>
                  </a:lnTo>
                  <a:lnTo>
                    <a:pt x="20" y="457"/>
                  </a:lnTo>
                  <a:lnTo>
                    <a:pt x="40" y="536"/>
                  </a:lnTo>
                  <a:lnTo>
                    <a:pt x="60" y="596"/>
                  </a:lnTo>
                  <a:lnTo>
                    <a:pt x="119" y="655"/>
                  </a:lnTo>
                  <a:lnTo>
                    <a:pt x="179" y="695"/>
                  </a:lnTo>
                  <a:lnTo>
                    <a:pt x="238" y="734"/>
                  </a:lnTo>
                  <a:lnTo>
                    <a:pt x="298" y="754"/>
                  </a:lnTo>
                  <a:lnTo>
                    <a:pt x="377" y="774"/>
                  </a:lnTo>
                  <a:lnTo>
                    <a:pt x="457" y="754"/>
                  </a:lnTo>
                  <a:lnTo>
                    <a:pt x="536" y="734"/>
                  </a:lnTo>
                  <a:lnTo>
                    <a:pt x="596" y="695"/>
                  </a:lnTo>
                  <a:lnTo>
                    <a:pt x="655" y="655"/>
                  </a:lnTo>
                  <a:lnTo>
                    <a:pt x="695" y="596"/>
                  </a:lnTo>
                  <a:lnTo>
                    <a:pt x="734" y="536"/>
                  </a:lnTo>
                  <a:lnTo>
                    <a:pt x="754" y="457"/>
                  </a:lnTo>
                  <a:lnTo>
                    <a:pt x="754" y="397"/>
                  </a:lnTo>
                  <a:lnTo>
                    <a:pt x="754" y="318"/>
                  </a:lnTo>
                  <a:lnTo>
                    <a:pt x="734" y="238"/>
                  </a:lnTo>
                  <a:lnTo>
                    <a:pt x="695" y="179"/>
                  </a:lnTo>
                  <a:lnTo>
                    <a:pt x="655" y="119"/>
                  </a:lnTo>
                  <a:lnTo>
                    <a:pt x="596" y="80"/>
                  </a:lnTo>
                  <a:lnTo>
                    <a:pt x="536" y="40"/>
                  </a:lnTo>
                  <a:lnTo>
                    <a:pt x="457" y="20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6"/>
            <p:cNvSpPr/>
            <p:nvPr/>
          </p:nvSpPr>
          <p:spPr>
            <a:xfrm>
              <a:off x="6118575" y="944975"/>
              <a:ext cx="17400" cy="16900"/>
            </a:xfrm>
            <a:custGeom>
              <a:avLst/>
              <a:gdLst/>
              <a:ahLst/>
              <a:cxnLst/>
              <a:rect l="l" t="t" r="r" b="b"/>
              <a:pathLst>
                <a:path w="696" h="676" extrusionOk="0">
                  <a:moveTo>
                    <a:pt x="279" y="1"/>
                  </a:moveTo>
                  <a:lnTo>
                    <a:pt x="219" y="21"/>
                  </a:lnTo>
                  <a:lnTo>
                    <a:pt x="160" y="60"/>
                  </a:lnTo>
                  <a:lnTo>
                    <a:pt x="100" y="100"/>
                  </a:lnTo>
                  <a:lnTo>
                    <a:pt x="60" y="159"/>
                  </a:lnTo>
                  <a:lnTo>
                    <a:pt x="21" y="199"/>
                  </a:lnTo>
                  <a:lnTo>
                    <a:pt x="1" y="278"/>
                  </a:lnTo>
                  <a:lnTo>
                    <a:pt x="1" y="338"/>
                  </a:lnTo>
                  <a:lnTo>
                    <a:pt x="1" y="417"/>
                  </a:lnTo>
                  <a:lnTo>
                    <a:pt x="21" y="477"/>
                  </a:lnTo>
                  <a:lnTo>
                    <a:pt x="60" y="536"/>
                  </a:lnTo>
                  <a:lnTo>
                    <a:pt x="100" y="576"/>
                  </a:lnTo>
                  <a:lnTo>
                    <a:pt x="160" y="616"/>
                  </a:lnTo>
                  <a:lnTo>
                    <a:pt x="219" y="655"/>
                  </a:lnTo>
                  <a:lnTo>
                    <a:pt x="279" y="675"/>
                  </a:lnTo>
                  <a:lnTo>
                    <a:pt x="418" y="675"/>
                  </a:lnTo>
                  <a:lnTo>
                    <a:pt x="477" y="655"/>
                  </a:lnTo>
                  <a:lnTo>
                    <a:pt x="537" y="616"/>
                  </a:lnTo>
                  <a:lnTo>
                    <a:pt x="576" y="576"/>
                  </a:lnTo>
                  <a:lnTo>
                    <a:pt x="636" y="536"/>
                  </a:lnTo>
                  <a:lnTo>
                    <a:pt x="656" y="477"/>
                  </a:lnTo>
                  <a:lnTo>
                    <a:pt x="676" y="417"/>
                  </a:lnTo>
                  <a:lnTo>
                    <a:pt x="695" y="338"/>
                  </a:lnTo>
                  <a:lnTo>
                    <a:pt x="676" y="278"/>
                  </a:lnTo>
                  <a:lnTo>
                    <a:pt x="656" y="199"/>
                  </a:lnTo>
                  <a:lnTo>
                    <a:pt x="636" y="159"/>
                  </a:lnTo>
                  <a:lnTo>
                    <a:pt x="576" y="100"/>
                  </a:lnTo>
                  <a:lnTo>
                    <a:pt x="537" y="60"/>
                  </a:lnTo>
                  <a:lnTo>
                    <a:pt x="477" y="21"/>
                  </a:lnTo>
                  <a:lnTo>
                    <a:pt x="4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6"/>
            <p:cNvSpPr/>
            <p:nvPr/>
          </p:nvSpPr>
          <p:spPr>
            <a:xfrm>
              <a:off x="6119575" y="1062550"/>
              <a:ext cx="15400" cy="15400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298" y="0"/>
                  </a:moveTo>
                  <a:lnTo>
                    <a:pt x="239" y="20"/>
                  </a:lnTo>
                  <a:lnTo>
                    <a:pt x="179" y="40"/>
                  </a:lnTo>
                  <a:lnTo>
                    <a:pt x="80" y="99"/>
                  </a:lnTo>
                  <a:lnTo>
                    <a:pt x="20" y="199"/>
                  </a:lnTo>
                  <a:lnTo>
                    <a:pt x="1" y="258"/>
                  </a:lnTo>
                  <a:lnTo>
                    <a:pt x="1" y="318"/>
                  </a:lnTo>
                  <a:lnTo>
                    <a:pt x="1" y="377"/>
                  </a:lnTo>
                  <a:lnTo>
                    <a:pt x="20" y="437"/>
                  </a:lnTo>
                  <a:lnTo>
                    <a:pt x="80" y="536"/>
                  </a:lnTo>
                  <a:lnTo>
                    <a:pt x="179" y="595"/>
                  </a:lnTo>
                  <a:lnTo>
                    <a:pt x="239" y="615"/>
                  </a:lnTo>
                  <a:lnTo>
                    <a:pt x="358" y="615"/>
                  </a:lnTo>
                  <a:lnTo>
                    <a:pt x="417" y="595"/>
                  </a:lnTo>
                  <a:lnTo>
                    <a:pt x="517" y="536"/>
                  </a:lnTo>
                  <a:lnTo>
                    <a:pt x="576" y="437"/>
                  </a:lnTo>
                  <a:lnTo>
                    <a:pt x="596" y="377"/>
                  </a:lnTo>
                  <a:lnTo>
                    <a:pt x="616" y="318"/>
                  </a:lnTo>
                  <a:lnTo>
                    <a:pt x="596" y="258"/>
                  </a:lnTo>
                  <a:lnTo>
                    <a:pt x="576" y="199"/>
                  </a:lnTo>
                  <a:lnTo>
                    <a:pt x="517" y="99"/>
                  </a:lnTo>
                  <a:lnTo>
                    <a:pt x="417" y="40"/>
                  </a:lnTo>
                  <a:lnTo>
                    <a:pt x="358" y="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6"/>
            <p:cNvSpPr/>
            <p:nvPr/>
          </p:nvSpPr>
          <p:spPr>
            <a:xfrm>
              <a:off x="6120575" y="1180600"/>
              <a:ext cx="13425" cy="13425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258" y="1"/>
                  </a:moveTo>
                  <a:lnTo>
                    <a:pt x="159" y="20"/>
                  </a:lnTo>
                  <a:lnTo>
                    <a:pt x="80" y="80"/>
                  </a:lnTo>
                  <a:lnTo>
                    <a:pt x="20" y="159"/>
                  </a:lnTo>
                  <a:lnTo>
                    <a:pt x="0" y="259"/>
                  </a:lnTo>
                  <a:lnTo>
                    <a:pt x="20" y="378"/>
                  </a:lnTo>
                  <a:lnTo>
                    <a:pt x="80" y="457"/>
                  </a:lnTo>
                  <a:lnTo>
                    <a:pt x="159" y="516"/>
                  </a:lnTo>
                  <a:lnTo>
                    <a:pt x="258" y="536"/>
                  </a:lnTo>
                  <a:lnTo>
                    <a:pt x="377" y="516"/>
                  </a:lnTo>
                  <a:lnTo>
                    <a:pt x="457" y="457"/>
                  </a:lnTo>
                  <a:lnTo>
                    <a:pt x="516" y="378"/>
                  </a:lnTo>
                  <a:lnTo>
                    <a:pt x="536" y="259"/>
                  </a:lnTo>
                  <a:lnTo>
                    <a:pt x="516" y="159"/>
                  </a:lnTo>
                  <a:lnTo>
                    <a:pt x="457" y="80"/>
                  </a:lnTo>
                  <a:lnTo>
                    <a:pt x="377" y="2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6"/>
            <p:cNvSpPr/>
            <p:nvPr/>
          </p:nvSpPr>
          <p:spPr>
            <a:xfrm>
              <a:off x="6121575" y="1298650"/>
              <a:ext cx="11425" cy="10950"/>
            </a:xfrm>
            <a:custGeom>
              <a:avLst/>
              <a:gdLst/>
              <a:ahLst/>
              <a:cxnLst/>
              <a:rect l="l" t="t" r="r" b="b"/>
              <a:pathLst>
                <a:path w="457" h="438" extrusionOk="0">
                  <a:moveTo>
                    <a:pt x="139" y="1"/>
                  </a:moveTo>
                  <a:lnTo>
                    <a:pt x="60" y="60"/>
                  </a:lnTo>
                  <a:lnTo>
                    <a:pt x="20" y="140"/>
                  </a:lnTo>
                  <a:lnTo>
                    <a:pt x="0" y="219"/>
                  </a:lnTo>
                  <a:lnTo>
                    <a:pt x="20" y="299"/>
                  </a:lnTo>
                  <a:lnTo>
                    <a:pt x="60" y="378"/>
                  </a:lnTo>
                  <a:lnTo>
                    <a:pt x="139" y="437"/>
                  </a:lnTo>
                  <a:lnTo>
                    <a:pt x="317" y="437"/>
                  </a:lnTo>
                  <a:lnTo>
                    <a:pt x="377" y="378"/>
                  </a:lnTo>
                  <a:lnTo>
                    <a:pt x="437" y="299"/>
                  </a:lnTo>
                  <a:lnTo>
                    <a:pt x="456" y="219"/>
                  </a:lnTo>
                  <a:lnTo>
                    <a:pt x="437" y="140"/>
                  </a:lnTo>
                  <a:lnTo>
                    <a:pt x="377" y="60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6"/>
            <p:cNvSpPr/>
            <p:nvPr/>
          </p:nvSpPr>
          <p:spPr>
            <a:xfrm>
              <a:off x="6122550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79" y="0"/>
                  </a:moveTo>
                  <a:lnTo>
                    <a:pt x="120" y="20"/>
                  </a:lnTo>
                  <a:lnTo>
                    <a:pt x="60" y="60"/>
                  </a:lnTo>
                  <a:lnTo>
                    <a:pt x="1" y="119"/>
                  </a:lnTo>
                  <a:lnTo>
                    <a:pt x="1" y="199"/>
                  </a:lnTo>
                  <a:lnTo>
                    <a:pt x="1" y="258"/>
                  </a:lnTo>
                  <a:lnTo>
                    <a:pt x="60" y="318"/>
                  </a:lnTo>
                  <a:lnTo>
                    <a:pt x="120" y="358"/>
                  </a:lnTo>
                  <a:lnTo>
                    <a:pt x="179" y="377"/>
                  </a:lnTo>
                  <a:lnTo>
                    <a:pt x="259" y="358"/>
                  </a:lnTo>
                  <a:lnTo>
                    <a:pt x="318" y="318"/>
                  </a:lnTo>
                  <a:lnTo>
                    <a:pt x="358" y="258"/>
                  </a:lnTo>
                  <a:lnTo>
                    <a:pt x="378" y="199"/>
                  </a:lnTo>
                  <a:lnTo>
                    <a:pt x="358" y="119"/>
                  </a:lnTo>
                  <a:lnTo>
                    <a:pt x="318" y="60"/>
                  </a:lnTo>
                  <a:lnTo>
                    <a:pt x="259" y="2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6"/>
            <p:cNvSpPr/>
            <p:nvPr/>
          </p:nvSpPr>
          <p:spPr>
            <a:xfrm>
              <a:off x="6123550" y="1534275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80" y="1"/>
                  </a:moveTo>
                  <a:lnTo>
                    <a:pt x="40" y="40"/>
                  </a:lnTo>
                  <a:lnTo>
                    <a:pt x="0" y="80"/>
                  </a:lnTo>
                  <a:lnTo>
                    <a:pt x="0" y="140"/>
                  </a:lnTo>
                  <a:lnTo>
                    <a:pt x="0" y="199"/>
                  </a:lnTo>
                  <a:lnTo>
                    <a:pt x="40" y="259"/>
                  </a:lnTo>
                  <a:lnTo>
                    <a:pt x="80" y="279"/>
                  </a:lnTo>
                  <a:lnTo>
                    <a:pt x="139" y="298"/>
                  </a:lnTo>
                  <a:lnTo>
                    <a:pt x="199" y="279"/>
                  </a:lnTo>
                  <a:lnTo>
                    <a:pt x="258" y="259"/>
                  </a:lnTo>
                  <a:lnTo>
                    <a:pt x="278" y="199"/>
                  </a:lnTo>
                  <a:lnTo>
                    <a:pt x="298" y="140"/>
                  </a:lnTo>
                  <a:lnTo>
                    <a:pt x="278" y="80"/>
                  </a:lnTo>
                  <a:lnTo>
                    <a:pt x="258" y="40"/>
                  </a:lnTo>
                  <a:lnTo>
                    <a:pt x="1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6"/>
            <p:cNvSpPr/>
            <p:nvPr/>
          </p:nvSpPr>
          <p:spPr>
            <a:xfrm>
              <a:off x="6124550" y="1651850"/>
              <a:ext cx="5475" cy="5975"/>
            </a:xfrm>
            <a:custGeom>
              <a:avLst/>
              <a:gdLst/>
              <a:ahLst/>
              <a:cxnLst/>
              <a:rect l="l" t="t" r="r" b="b"/>
              <a:pathLst>
                <a:path w="219" h="239" extrusionOk="0">
                  <a:moveTo>
                    <a:pt x="99" y="0"/>
                  </a:moveTo>
                  <a:lnTo>
                    <a:pt x="60" y="20"/>
                  </a:lnTo>
                  <a:lnTo>
                    <a:pt x="20" y="40"/>
                  </a:lnTo>
                  <a:lnTo>
                    <a:pt x="0" y="80"/>
                  </a:lnTo>
                  <a:lnTo>
                    <a:pt x="0" y="119"/>
                  </a:lnTo>
                  <a:lnTo>
                    <a:pt x="0" y="159"/>
                  </a:lnTo>
                  <a:lnTo>
                    <a:pt x="20" y="199"/>
                  </a:lnTo>
                  <a:lnTo>
                    <a:pt x="60" y="219"/>
                  </a:lnTo>
                  <a:lnTo>
                    <a:pt x="99" y="238"/>
                  </a:lnTo>
                  <a:lnTo>
                    <a:pt x="159" y="219"/>
                  </a:lnTo>
                  <a:lnTo>
                    <a:pt x="179" y="199"/>
                  </a:lnTo>
                  <a:lnTo>
                    <a:pt x="218" y="159"/>
                  </a:lnTo>
                  <a:lnTo>
                    <a:pt x="218" y="119"/>
                  </a:lnTo>
                  <a:lnTo>
                    <a:pt x="218" y="80"/>
                  </a:lnTo>
                  <a:lnTo>
                    <a:pt x="179" y="40"/>
                  </a:lnTo>
                  <a:lnTo>
                    <a:pt x="159" y="20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6"/>
            <p:cNvSpPr/>
            <p:nvPr/>
          </p:nvSpPr>
          <p:spPr>
            <a:xfrm>
              <a:off x="6125025" y="1769900"/>
              <a:ext cx="4000" cy="3500"/>
            </a:xfrm>
            <a:custGeom>
              <a:avLst/>
              <a:gdLst/>
              <a:ahLst/>
              <a:cxnLst/>
              <a:rect l="l" t="t" r="r" b="b"/>
              <a:pathLst>
                <a:path w="160" h="140" extrusionOk="0">
                  <a:moveTo>
                    <a:pt x="60" y="1"/>
                  </a:moveTo>
                  <a:lnTo>
                    <a:pt x="41" y="21"/>
                  </a:lnTo>
                  <a:lnTo>
                    <a:pt x="21" y="40"/>
                  </a:lnTo>
                  <a:lnTo>
                    <a:pt x="1" y="80"/>
                  </a:lnTo>
                  <a:lnTo>
                    <a:pt x="21" y="100"/>
                  </a:lnTo>
                  <a:lnTo>
                    <a:pt x="41" y="120"/>
                  </a:lnTo>
                  <a:lnTo>
                    <a:pt x="60" y="140"/>
                  </a:lnTo>
                  <a:lnTo>
                    <a:pt x="120" y="140"/>
                  </a:lnTo>
                  <a:lnTo>
                    <a:pt x="140" y="120"/>
                  </a:lnTo>
                  <a:lnTo>
                    <a:pt x="160" y="100"/>
                  </a:lnTo>
                  <a:lnTo>
                    <a:pt x="160" y="80"/>
                  </a:lnTo>
                  <a:lnTo>
                    <a:pt x="160" y="40"/>
                  </a:lnTo>
                  <a:lnTo>
                    <a:pt x="140" y="21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6"/>
            <p:cNvSpPr/>
            <p:nvPr/>
          </p:nvSpPr>
          <p:spPr>
            <a:xfrm>
              <a:off x="6126025" y="1887475"/>
              <a:ext cx="2000" cy="2000"/>
            </a:xfrm>
            <a:custGeom>
              <a:avLst/>
              <a:gdLst/>
              <a:ahLst/>
              <a:cxnLst/>
              <a:rect l="l" t="t" r="r" b="b"/>
              <a:pathLst>
                <a:path w="80" h="80" extrusionOk="0">
                  <a:moveTo>
                    <a:pt x="40" y="0"/>
                  </a:moveTo>
                  <a:lnTo>
                    <a:pt x="20" y="20"/>
                  </a:lnTo>
                  <a:lnTo>
                    <a:pt x="1" y="40"/>
                  </a:lnTo>
                  <a:lnTo>
                    <a:pt x="20" y="60"/>
                  </a:lnTo>
                  <a:lnTo>
                    <a:pt x="40" y="80"/>
                  </a:lnTo>
                  <a:lnTo>
                    <a:pt x="80" y="60"/>
                  </a:lnTo>
                  <a:lnTo>
                    <a:pt x="80" y="40"/>
                  </a:lnTo>
                  <a:lnTo>
                    <a:pt x="8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6"/>
            <p:cNvSpPr/>
            <p:nvPr/>
          </p:nvSpPr>
          <p:spPr>
            <a:xfrm>
              <a:off x="612702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6"/>
            <p:cNvSpPr/>
            <p:nvPr/>
          </p:nvSpPr>
          <p:spPr>
            <a:xfrm>
              <a:off x="612702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6"/>
            <p:cNvSpPr/>
            <p:nvPr/>
          </p:nvSpPr>
          <p:spPr>
            <a:xfrm>
              <a:off x="6215800" y="238125"/>
              <a:ext cx="28800" cy="28275"/>
            </a:xfrm>
            <a:custGeom>
              <a:avLst/>
              <a:gdLst/>
              <a:ahLst/>
              <a:cxnLst/>
              <a:rect l="l" t="t" r="r" b="b"/>
              <a:pathLst>
                <a:path w="1152" h="1131" extrusionOk="0">
                  <a:moveTo>
                    <a:pt x="457" y="0"/>
                  </a:moveTo>
                  <a:lnTo>
                    <a:pt x="358" y="40"/>
                  </a:lnTo>
                  <a:lnTo>
                    <a:pt x="259" y="99"/>
                  </a:lnTo>
                  <a:lnTo>
                    <a:pt x="180" y="159"/>
                  </a:lnTo>
                  <a:lnTo>
                    <a:pt x="100" y="238"/>
                  </a:lnTo>
                  <a:lnTo>
                    <a:pt x="60" y="337"/>
                  </a:lnTo>
                  <a:lnTo>
                    <a:pt x="21" y="456"/>
                  </a:lnTo>
                  <a:lnTo>
                    <a:pt x="1" y="556"/>
                  </a:lnTo>
                  <a:lnTo>
                    <a:pt x="21" y="675"/>
                  </a:lnTo>
                  <a:lnTo>
                    <a:pt x="60" y="794"/>
                  </a:lnTo>
                  <a:lnTo>
                    <a:pt x="100" y="873"/>
                  </a:lnTo>
                  <a:lnTo>
                    <a:pt x="180" y="972"/>
                  </a:lnTo>
                  <a:lnTo>
                    <a:pt x="259" y="1032"/>
                  </a:lnTo>
                  <a:lnTo>
                    <a:pt x="358" y="1091"/>
                  </a:lnTo>
                  <a:lnTo>
                    <a:pt x="457" y="1131"/>
                  </a:lnTo>
                  <a:lnTo>
                    <a:pt x="695" y="1131"/>
                  </a:lnTo>
                  <a:lnTo>
                    <a:pt x="795" y="1091"/>
                  </a:lnTo>
                  <a:lnTo>
                    <a:pt x="894" y="1032"/>
                  </a:lnTo>
                  <a:lnTo>
                    <a:pt x="993" y="972"/>
                  </a:lnTo>
                  <a:lnTo>
                    <a:pt x="1053" y="873"/>
                  </a:lnTo>
                  <a:lnTo>
                    <a:pt x="1112" y="794"/>
                  </a:lnTo>
                  <a:lnTo>
                    <a:pt x="1132" y="675"/>
                  </a:lnTo>
                  <a:lnTo>
                    <a:pt x="1152" y="556"/>
                  </a:lnTo>
                  <a:lnTo>
                    <a:pt x="1132" y="456"/>
                  </a:lnTo>
                  <a:lnTo>
                    <a:pt x="1112" y="337"/>
                  </a:lnTo>
                  <a:lnTo>
                    <a:pt x="1053" y="238"/>
                  </a:lnTo>
                  <a:lnTo>
                    <a:pt x="993" y="159"/>
                  </a:lnTo>
                  <a:lnTo>
                    <a:pt x="894" y="99"/>
                  </a:lnTo>
                  <a:lnTo>
                    <a:pt x="795" y="40"/>
                  </a:lnTo>
                  <a:lnTo>
                    <a:pt x="6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6"/>
            <p:cNvSpPr/>
            <p:nvPr/>
          </p:nvSpPr>
          <p:spPr>
            <a:xfrm>
              <a:off x="6216800" y="355675"/>
              <a:ext cx="26825" cy="26800"/>
            </a:xfrm>
            <a:custGeom>
              <a:avLst/>
              <a:gdLst/>
              <a:ahLst/>
              <a:cxnLst/>
              <a:rect l="l" t="t" r="r" b="b"/>
              <a:pathLst>
                <a:path w="1073" h="1072" extrusionOk="0">
                  <a:moveTo>
                    <a:pt x="536" y="1"/>
                  </a:moveTo>
                  <a:lnTo>
                    <a:pt x="437" y="20"/>
                  </a:lnTo>
                  <a:lnTo>
                    <a:pt x="338" y="40"/>
                  </a:lnTo>
                  <a:lnTo>
                    <a:pt x="239" y="100"/>
                  </a:lnTo>
                  <a:lnTo>
                    <a:pt x="159" y="159"/>
                  </a:lnTo>
                  <a:lnTo>
                    <a:pt x="100" y="239"/>
                  </a:lnTo>
                  <a:lnTo>
                    <a:pt x="40" y="338"/>
                  </a:lnTo>
                  <a:lnTo>
                    <a:pt x="20" y="437"/>
                  </a:lnTo>
                  <a:lnTo>
                    <a:pt x="1" y="536"/>
                  </a:lnTo>
                  <a:lnTo>
                    <a:pt x="20" y="635"/>
                  </a:lnTo>
                  <a:lnTo>
                    <a:pt x="40" y="735"/>
                  </a:lnTo>
                  <a:lnTo>
                    <a:pt x="100" y="834"/>
                  </a:lnTo>
                  <a:lnTo>
                    <a:pt x="159" y="913"/>
                  </a:lnTo>
                  <a:lnTo>
                    <a:pt x="239" y="973"/>
                  </a:lnTo>
                  <a:lnTo>
                    <a:pt x="338" y="1032"/>
                  </a:lnTo>
                  <a:lnTo>
                    <a:pt x="437" y="1052"/>
                  </a:lnTo>
                  <a:lnTo>
                    <a:pt x="536" y="1072"/>
                  </a:lnTo>
                  <a:lnTo>
                    <a:pt x="655" y="1052"/>
                  </a:lnTo>
                  <a:lnTo>
                    <a:pt x="755" y="1032"/>
                  </a:lnTo>
                  <a:lnTo>
                    <a:pt x="834" y="973"/>
                  </a:lnTo>
                  <a:lnTo>
                    <a:pt x="913" y="913"/>
                  </a:lnTo>
                  <a:lnTo>
                    <a:pt x="973" y="834"/>
                  </a:lnTo>
                  <a:lnTo>
                    <a:pt x="1032" y="735"/>
                  </a:lnTo>
                  <a:lnTo>
                    <a:pt x="1052" y="635"/>
                  </a:lnTo>
                  <a:lnTo>
                    <a:pt x="1072" y="536"/>
                  </a:lnTo>
                  <a:lnTo>
                    <a:pt x="1052" y="437"/>
                  </a:lnTo>
                  <a:lnTo>
                    <a:pt x="1032" y="338"/>
                  </a:lnTo>
                  <a:lnTo>
                    <a:pt x="973" y="239"/>
                  </a:lnTo>
                  <a:lnTo>
                    <a:pt x="913" y="159"/>
                  </a:lnTo>
                  <a:lnTo>
                    <a:pt x="834" y="100"/>
                  </a:lnTo>
                  <a:lnTo>
                    <a:pt x="755" y="40"/>
                  </a:lnTo>
                  <a:lnTo>
                    <a:pt x="655" y="20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6"/>
            <p:cNvSpPr/>
            <p:nvPr/>
          </p:nvSpPr>
          <p:spPr>
            <a:xfrm>
              <a:off x="6217800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318" y="41"/>
                  </a:lnTo>
                  <a:lnTo>
                    <a:pt x="219" y="80"/>
                  </a:lnTo>
                  <a:lnTo>
                    <a:pt x="159" y="140"/>
                  </a:lnTo>
                  <a:lnTo>
                    <a:pt x="100" y="219"/>
                  </a:lnTo>
                  <a:lnTo>
                    <a:pt x="40" y="299"/>
                  </a:lnTo>
                  <a:lnTo>
                    <a:pt x="20" y="398"/>
                  </a:lnTo>
                  <a:lnTo>
                    <a:pt x="0" y="497"/>
                  </a:lnTo>
                  <a:lnTo>
                    <a:pt x="20" y="596"/>
                  </a:lnTo>
                  <a:lnTo>
                    <a:pt x="40" y="676"/>
                  </a:lnTo>
                  <a:lnTo>
                    <a:pt x="100" y="775"/>
                  </a:lnTo>
                  <a:lnTo>
                    <a:pt x="159" y="834"/>
                  </a:lnTo>
                  <a:lnTo>
                    <a:pt x="219" y="894"/>
                  </a:lnTo>
                  <a:lnTo>
                    <a:pt x="318" y="953"/>
                  </a:lnTo>
                  <a:lnTo>
                    <a:pt x="397" y="973"/>
                  </a:lnTo>
                  <a:lnTo>
                    <a:pt x="496" y="993"/>
                  </a:lnTo>
                  <a:lnTo>
                    <a:pt x="596" y="973"/>
                  </a:lnTo>
                  <a:lnTo>
                    <a:pt x="695" y="953"/>
                  </a:lnTo>
                  <a:lnTo>
                    <a:pt x="774" y="894"/>
                  </a:lnTo>
                  <a:lnTo>
                    <a:pt x="854" y="834"/>
                  </a:lnTo>
                  <a:lnTo>
                    <a:pt x="913" y="775"/>
                  </a:lnTo>
                  <a:lnTo>
                    <a:pt x="953" y="676"/>
                  </a:lnTo>
                  <a:lnTo>
                    <a:pt x="992" y="596"/>
                  </a:lnTo>
                  <a:lnTo>
                    <a:pt x="992" y="497"/>
                  </a:lnTo>
                  <a:lnTo>
                    <a:pt x="992" y="398"/>
                  </a:lnTo>
                  <a:lnTo>
                    <a:pt x="953" y="299"/>
                  </a:lnTo>
                  <a:lnTo>
                    <a:pt x="913" y="219"/>
                  </a:lnTo>
                  <a:lnTo>
                    <a:pt x="854" y="140"/>
                  </a:lnTo>
                  <a:lnTo>
                    <a:pt x="774" y="80"/>
                  </a:lnTo>
                  <a:lnTo>
                    <a:pt x="695" y="41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6"/>
            <p:cNvSpPr/>
            <p:nvPr/>
          </p:nvSpPr>
          <p:spPr>
            <a:xfrm>
              <a:off x="6218800" y="591300"/>
              <a:ext cx="22825" cy="22850"/>
            </a:xfrm>
            <a:custGeom>
              <a:avLst/>
              <a:gdLst/>
              <a:ahLst/>
              <a:cxnLst/>
              <a:rect l="l" t="t" r="r" b="b"/>
              <a:pathLst>
                <a:path w="913" h="914" extrusionOk="0">
                  <a:moveTo>
                    <a:pt x="456" y="0"/>
                  </a:moveTo>
                  <a:lnTo>
                    <a:pt x="377" y="20"/>
                  </a:lnTo>
                  <a:lnTo>
                    <a:pt x="278" y="40"/>
                  </a:lnTo>
                  <a:lnTo>
                    <a:pt x="198" y="80"/>
                  </a:lnTo>
                  <a:lnTo>
                    <a:pt x="139" y="139"/>
                  </a:lnTo>
                  <a:lnTo>
                    <a:pt x="79" y="199"/>
                  </a:lnTo>
                  <a:lnTo>
                    <a:pt x="40" y="278"/>
                  </a:lnTo>
                  <a:lnTo>
                    <a:pt x="20" y="377"/>
                  </a:lnTo>
                  <a:lnTo>
                    <a:pt x="0" y="457"/>
                  </a:lnTo>
                  <a:lnTo>
                    <a:pt x="20" y="556"/>
                  </a:lnTo>
                  <a:lnTo>
                    <a:pt x="40" y="635"/>
                  </a:lnTo>
                  <a:lnTo>
                    <a:pt x="79" y="715"/>
                  </a:lnTo>
                  <a:lnTo>
                    <a:pt x="139" y="794"/>
                  </a:lnTo>
                  <a:lnTo>
                    <a:pt x="198" y="834"/>
                  </a:lnTo>
                  <a:lnTo>
                    <a:pt x="278" y="873"/>
                  </a:lnTo>
                  <a:lnTo>
                    <a:pt x="377" y="913"/>
                  </a:lnTo>
                  <a:lnTo>
                    <a:pt x="556" y="913"/>
                  </a:lnTo>
                  <a:lnTo>
                    <a:pt x="635" y="873"/>
                  </a:lnTo>
                  <a:lnTo>
                    <a:pt x="714" y="834"/>
                  </a:lnTo>
                  <a:lnTo>
                    <a:pt x="774" y="794"/>
                  </a:lnTo>
                  <a:lnTo>
                    <a:pt x="833" y="715"/>
                  </a:lnTo>
                  <a:lnTo>
                    <a:pt x="873" y="635"/>
                  </a:lnTo>
                  <a:lnTo>
                    <a:pt x="913" y="556"/>
                  </a:lnTo>
                  <a:lnTo>
                    <a:pt x="913" y="457"/>
                  </a:lnTo>
                  <a:lnTo>
                    <a:pt x="913" y="377"/>
                  </a:lnTo>
                  <a:lnTo>
                    <a:pt x="873" y="278"/>
                  </a:lnTo>
                  <a:lnTo>
                    <a:pt x="833" y="199"/>
                  </a:lnTo>
                  <a:lnTo>
                    <a:pt x="774" y="139"/>
                  </a:lnTo>
                  <a:lnTo>
                    <a:pt x="714" y="80"/>
                  </a:lnTo>
                  <a:lnTo>
                    <a:pt x="635" y="40"/>
                  </a:lnTo>
                  <a:lnTo>
                    <a:pt x="556" y="2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6"/>
            <p:cNvSpPr/>
            <p:nvPr/>
          </p:nvSpPr>
          <p:spPr>
            <a:xfrm>
              <a:off x="6219775" y="709350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338" y="1"/>
                  </a:moveTo>
                  <a:lnTo>
                    <a:pt x="259" y="21"/>
                  </a:lnTo>
                  <a:lnTo>
                    <a:pt x="179" y="60"/>
                  </a:lnTo>
                  <a:lnTo>
                    <a:pt x="120" y="120"/>
                  </a:lnTo>
                  <a:lnTo>
                    <a:pt x="80" y="179"/>
                  </a:lnTo>
                  <a:lnTo>
                    <a:pt x="40" y="259"/>
                  </a:lnTo>
                  <a:lnTo>
                    <a:pt x="21" y="338"/>
                  </a:lnTo>
                  <a:lnTo>
                    <a:pt x="1" y="417"/>
                  </a:lnTo>
                  <a:lnTo>
                    <a:pt x="21" y="497"/>
                  </a:lnTo>
                  <a:lnTo>
                    <a:pt x="40" y="576"/>
                  </a:lnTo>
                  <a:lnTo>
                    <a:pt x="80" y="656"/>
                  </a:lnTo>
                  <a:lnTo>
                    <a:pt x="120" y="715"/>
                  </a:lnTo>
                  <a:lnTo>
                    <a:pt x="179" y="755"/>
                  </a:lnTo>
                  <a:lnTo>
                    <a:pt x="259" y="794"/>
                  </a:lnTo>
                  <a:lnTo>
                    <a:pt x="338" y="834"/>
                  </a:lnTo>
                  <a:lnTo>
                    <a:pt x="497" y="834"/>
                  </a:lnTo>
                  <a:lnTo>
                    <a:pt x="576" y="794"/>
                  </a:lnTo>
                  <a:lnTo>
                    <a:pt x="655" y="755"/>
                  </a:lnTo>
                  <a:lnTo>
                    <a:pt x="715" y="715"/>
                  </a:lnTo>
                  <a:lnTo>
                    <a:pt x="775" y="656"/>
                  </a:lnTo>
                  <a:lnTo>
                    <a:pt x="814" y="576"/>
                  </a:lnTo>
                  <a:lnTo>
                    <a:pt x="834" y="497"/>
                  </a:lnTo>
                  <a:lnTo>
                    <a:pt x="834" y="417"/>
                  </a:lnTo>
                  <a:lnTo>
                    <a:pt x="834" y="338"/>
                  </a:lnTo>
                  <a:lnTo>
                    <a:pt x="814" y="259"/>
                  </a:lnTo>
                  <a:lnTo>
                    <a:pt x="775" y="179"/>
                  </a:lnTo>
                  <a:lnTo>
                    <a:pt x="715" y="120"/>
                  </a:lnTo>
                  <a:lnTo>
                    <a:pt x="655" y="60"/>
                  </a:lnTo>
                  <a:lnTo>
                    <a:pt x="576" y="21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6"/>
            <p:cNvSpPr/>
            <p:nvPr/>
          </p:nvSpPr>
          <p:spPr>
            <a:xfrm>
              <a:off x="6220775" y="826925"/>
              <a:ext cx="18875" cy="19375"/>
            </a:xfrm>
            <a:custGeom>
              <a:avLst/>
              <a:gdLst/>
              <a:ahLst/>
              <a:cxnLst/>
              <a:rect l="l" t="t" r="r" b="b"/>
              <a:pathLst>
                <a:path w="755" h="775" extrusionOk="0">
                  <a:moveTo>
                    <a:pt x="377" y="0"/>
                  </a:moveTo>
                  <a:lnTo>
                    <a:pt x="298" y="20"/>
                  </a:lnTo>
                  <a:lnTo>
                    <a:pt x="238" y="40"/>
                  </a:lnTo>
                  <a:lnTo>
                    <a:pt x="159" y="80"/>
                  </a:lnTo>
                  <a:lnTo>
                    <a:pt x="119" y="119"/>
                  </a:lnTo>
                  <a:lnTo>
                    <a:pt x="60" y="179"/>
                  </a:lnTo>
                  <a:lnTo>
                    <a:pt x="40" y="238"/>
                  </a:lnTo>
                  <a:lnTo>
                    <a:pt x="0" y="318"/>
                  </a:lnTo>
                  <a:lnTo>
                    <a:pt x="0" y="397"/>
                  </a:lnTo>
                  <a:lnTo>
                    <a:pt x="0" y="457"/>
                  </a:lnTo>
                  <a:lnTo>
                    <a:pt x="40" y="536"/>
                  </a:lnTo>
                  <a:lnTo>
                    <a:pt x="60" y="596"/>
                  </a:lnTo>
                  <a:lnTo>
                    <a:pt x="119" y="655"/>
                  </a:lnTo>
                  <a:lnTo>
                    <a:pt x="159" y="695"/>
                  </a:lnTo>
                  <a:lnTo>
                    <a:pt x="238" y="734"/>
                  </a:lnTo>
                  <a:lnTo>
                    <a:pt x="298" y="754"/>
                  </a:lnTo>
                  <a:lnTo>
                    <a:pt x="377" y="774"/>
                  </a:lnTo>
                  <a:lnTo>
                    <a:pt x="457" y="754"/>
                  </a:lnTo>
                  <a:lnTo>
                    <a:pt x="536" y="734"/>
                  </a:lnTo>
                  <a:lnTo>
                    <a:pt x="596" y="695"/>
                  </a:lnTo>
                  <a:lnTo>
                    <a:pt x="655" y="655"/>
                  </a:lnTo>
                  <a:lnTo>
                    <a:pt x="695" y="596"/>
                  </a:lnTo>
                  <a:lnTo>
                    <a:pt x="735" y="536"/>
                  </a:lnTo>
                  <a:lnTo>
                    <a:pt x="754" y="457"/>
                  </a:lnTo>
                  <a:lnTo>
                    <a:pt x="754" y="397"/>
                  </a:lnTo>
                  <a:lnTo>
                    <a:pt x="754" y="318"/>
                  </a:lnTo>
                  <a:lnTo>
                    <a:pt x="735" y="238"/>
                  </a:lnTo>
                  <a:lnTo>
                    <a:pt x="695" y="179"/>
                  </a:lnTo>
                  <a:lnTo>
                    <a:pt x="655" y="119"/>
                  </a:lnTo>
                  <a:lnTo>
                    <a:pt x="596" y="80"/>
                  </a:lnTo>
                  <a:lnTo>
                    <a:pt x="536" y="40"/>
                  </a:lnTo>
                  <a:lnTo>
                    <a:pt x="457" y="20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6"/>
            <p:cNvSpPr/>
            <p:nvPr/>
          </p:nvSpPr>
          <p:spPr>
            <a:xfrm>
              <a:off x="6221775" y="944975"/>
              <a:ext cx="16875" cy="1690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278" y="1"/>
                  </a:moveTo>
                  <a:lnTo>
                    <a:pt x="198" y="21"/>
                  </a:lnTo>
                  <a:lnTo>
                    <a:pt x="159" y="60"/>
                  </a:lnTo>
                  <a:lnTo>
                    <a:pt x="99" y="100"/>
                  </a:lnTo>
                  <a:lnTo>
                    <a:pt x="60" y="159"/>
                  </a:lnTo>
                  <a:lnTo>
                    <a:pt x="20" y="199"/>
                  </a:lnTo>
                  <a:lnTo>
                    <a:pt x="0" y="278"/>
                  </a:lnTo>
                  <a:lnTo>
                    <a:pt x="0" y="338"/>
                  </a:lnTo>
                  <a:lnTo>
                    <a:pt x="0" y="417"/>
                  </a:lnTo>
                  <a:lnTo>
                    <a:pt x="20" y="477"/>
                  </a:lnTo>
                  <a:lnTo>
                    <a:pt x="60" y="536"/>
                  </a:lnTo>
                  <a:lnTo>
                    <a:pt x="99" y="576"/>
                  </a:lnTo>
                  <a:lnTo>
                    <a:pt x="159" y="616"/>
                  </a:lnTo>
                  <a:lnTo>
                    <a:pt x="198" y="655"/>
                  </a:lnTo>
                  <a:lnTo>
                    <a:pt x="278" y="675"/>
                  </a:lnTo>
                  <a:lnTo>
                    <a:pt x="417" y="675"/>
                  </a:lnTo>
                  <a:lnTo>
                    <a:pt x="476" y="655"/>
                  </a:lnTo>
                  <a:lnTo>
                    <a:pt x="536" y="616"/>
                  </a:lnTo>
                  <a:lnTo>
                    <a:pt x="575" y="576"/>
                  </a:lnTo>
                  <a:lnTo>
                    <a:pt x="615" y="536"/>
                  </a:lnTo>
                  <a:lnTo>
                    <a:pt x="655" y="477"/>
                  </a:lnTo>
                  <a:lnTo>
                    <a:pt x="675" y="417"/>
                  </a:lnTo>
                  <a:lnTo>
                    <a:pt x="675" y="338"/>
                  </a:lnTo>
                  <a:lnTo>
                    <a:pt x="675" y="278"/>
                  </a:lnTo>
                  <a:lnTo>
                    <a:pt x="655" y="199"/>
                  </a:lnTo>
                  <a:lnTo>
                    <a:pt x="615" y="159"/>
                  </a:lnTo>
                  <a:lnTo>
                    <a:pt x="575" y="100"/>
                  </a:lnTo>
                  <a:lnTo>
                    <a:pt x="536" y="60"/>
                  </a:lnTo>
                  <a:lnTo>
                    <a:pt x="476" y="21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6"/>
            <p:cNvSpPr/>
            <p:nvPr/>
          </p:nvSpPr>
          <p:spPr>
            <a:xfrm>
              <a:off x="6222750" y="1062550"/>
              <a:ext cx="15400" cy="15400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298" y="0"/>
                  </a:moveTo>
                  <a:lnTo>
                    <a:pt x="239" y="20"/>
                  </a:lnTo>
                  <a:lnTo>
                    <a:pt x="179" y="40"/>
                  </a:lnTo>
                  <a:lnTo>
                    <a:pt x="80" y="99"/>
                  </a:lnTo>
                  <a:lnTo>
                    <a:pt x="21" y="199"/>
                  </a:lnTo>
                  <a:lnTo>
                    <a:pt x="1" y="258"/>
                  </a:lnTo>
                  <a:lnTo>
                    <a:pt x="1" y="318"/>
                  </a:lnTo>
                  <a:lnTo>
                    <a:pt x="1" y="377"/>
                  </a:lnTo>
                  <a:lnTo>
                    <a:pt x="21" y="437"/>
                  </a:lnTo>
                  <a:lnTo>
                    <a:pt x="80" y="536"/>
                  </a:lnTo>
                  <a:lnTo>
                    <a:pt x="179" y="595"/>
                  </a:lnTo>
                  <a:lnTo>
                    <a:pt x="239" y="615"/>
                  </a:lnTo>
                  <a:lnTo>
                    <a:pt x="358" y="615"/>
                  </a:lnTo>
                  <a:lnTo>
                    <a:pt x="417" y="595"/>
                  </a:lnTo>
                  <a:lnTo>
                    <a:pt x="517" y="536"/>
                  </a:lnTo>
                  <a:lnTo>
                    <a:pt x="576" y="437"/>
                  </a:lnTo>
                  <a:lnTo>
                    <a:pt x="596" y="377"/>
                  </a:lnTo>
                  <a:lnTo>
                    <a:pt x="616" y="318"/>
                  </a:lnTo>
                  <a:lnTo>
                    <a:pt x="596" y="258"/>
                  </a:lnTo>
                  <a:lnTo>
                    <a:pt x="576" y="199"/>
                  </a:lnTo>
                  <a:lnTo>
                    <a:pt x="517" y="99"/>
                  </a:lnTo>
                  <a:lnTo>
                    <a:pt x="417" y="40"/>
                  </a:lnTo>
                  <a:lnTo>
                    <a:pt x="358" y="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6"/>
            <p:cNvSpPr/>
            <p:nvPr/>
          </p:nvSpPr>
          <p:spPr>
            <a:xfrm>
              <a:off x="6223750" y="1180600"/>
              <a:ext cx="13425" cy="13425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258" y="1"/>
                  </a:moveTo>
                  <a:lnTo>
                    <a:pt x="159" y="20"/>
                  </a:lnTo>
                  <a:lnTo>
                    <a:pt x="80" y="80"/>
                  </a:lnTo>
                  <a:lnTo>
                    <a:pt x="20" y="159"/>
                  </a:lnTo>
                  <a:lnTo>
                    <a:pt x="0" y="259"/>
                  </a:lnTo>
                  <a:lnTo>
                    <a:pt x="20" y="378"/>
                  </a:lnTo>
                  <a:lnTo>
                    <a:pt x="80" y="457"/>
                  </a:lnTo>
                  <a:lnTo>
                    <a:pt x="159" y="516"/>
                  </a:lnTo>
                  <a:lnTo>
                    <a:pt x="258" y="536"/>
                  </a:lnTo>
                  <a:lnTo>
                    <a:pt x="358" y="516"/>
                  </a:lnTo>
                  <a:lnTo>
                    <a:pt x="457" y="457"/>
                  </a:lnTo>
                  <a:lnTo>
                    <a:pt x="516" y="378"/>
                  </a:lnTo>
                  <a:lnTo>
                    <a:pt x="536" y="259"/>
                  </a:lnTo>
                  <a:lnTo>
                    <a:pt x="516" y="159"/>
                  </a:lnTo>
                  <a:lnTo>
                    <a:pt x="457" y="80"/>
                  </a:lnTo>
                  <a:lnTo>
                    <a:pt x="358" y="2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6"/>
            <p:cNvSpPr/>
            <p:nvPr/>
          </p:nvSpPr>
          <p:spPr>
            <a:xfrm>
              <a:off x="6224750" y="1298650"/>
              <a:ext cx="11425" cy="10950"/>
            </a:xfrm>
            <a:custGeom>
              <a:avLst/>
              <a:gdLst/>
              <a:ahLst/>
              <a:cxnLst/>
              <a:rect l="l" t="t" r="r" b="b"/>
              <a:pathLst>
                <a:path w="457" h="438" extrusionOk="0">
                  <a:moveTo>
                    <a:pt x="139" y="1"/>
                  </a:moveTo>
                  <a:lnTo>
                    <a:pt x="60" y="60"/>
                  </a:lnTo>
                  <a:lnTo>
                    <a:pt x="20" y="140"/>
                  </a:lnTo>
                  <a:lnTo>
                    <a:pt x="0" y="219"/>
                  </a:lnTo>
                  <a:lnTo>
                    <a:pt x="20" y="299"/>
                  </a:lnTo>
                  <a:lnTo>
                    <a:pt x="60" y="378"/>
                  </a:lnTo>
                  <a:lnTo>
                    <a:pt x="139" y="437"/>
                  </a:lnTo>
                  <a:lnTo>
                    <a:pt x="318" y="437"/>
                  </a:lnTo>
                  <a:lnTo>
                    <a:pt x="377" y="378"/>
                  </a:lnTo>
                  <a:lnTo>
                    <a:pt x="437" y="299"/>
                  </a:lnTo>
                  <a:lnTo>
                    <a:pt x="456" y="219"/>
                  </a:lnTo>
                  <a:lnTo>
                    <a:pt x="437" y="140"/>
                  </a:lnTo>
                  <a:lnTo>
                    <a:pt x="377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6"/>
            <p:cNvSpPr/>
            <p:nvPr/>
          </p:nvSpPr>
          <p:spPr>
            <a:xfrm>
              <a:off x="6225725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7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119"/>
                  </a:lnTo>
                  <a:lnTo>
                    <a:pt x="1" y="199"/>
                  </a:lnTo>
                  <a:lnTo>
                    <a:pt x="1" y="258"/>
                  </a:lnTo>
                  <a:lnTo>
                    <a:pt x="40" y="318"/>
                  </a:lnTo>
                  <a:lnTo>
                    <a:pt x="100" y="358"/>
                  </a:lnTo>
                  <a:lnTo>
                    <a:pt x="179" y="377"/>
                  </a:lnTo>
                  <a:lnTo>
                    <a:pt x="259" y="358"/>
                  </a:lnTo>
                  <a:lnTo>
                    <a:pt x="318" y="318"/>
                  </a:lnTo>
                  <a:lnTo>
                    <a:pt x="358" y="258"/>
                  </a:lnTo>
                  <a:lnTo>
                    <a:pt x="378" y="199"/>
                  </a:lnTo>
                  <a:lnTo>
                    <a:pt x="358" y="119"/>
                  </a:lnTo>
                  <a:lnTo>
                    <a:pt x="318" y="60"/>
                  </a:lnTo>
                  <a:lnTo>
                    <a:pt x="259" y="2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6"/>
            <p:cNvSpPr/>
            <p:nvPr/>
          </p:nvSpPr>
          <p:spPr>
            <a:xfrm>
              <a:off x="6226725" y="1534275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80" y="1"/>
                  </a:moveTo>
                  <a:lnTo>
                    <a:pt x="40" y="40"/>
                  </a:lnTo>
                  <a:lnTo>
                    <a:pt x="0" y="80"/>
                  </a:lnTo>
                  <a:lnTo>
                    <a:pt x="0" y="140"/>
                  </a:lnTo>
                  <a:lnTo>
                    <a:pt x="0" y="199"/>
                  </a:lnTo>
                  <a:lnTo>
                    <a:pt x="40" y="259"/>
                  </a:lnTo>
                  <a:lnTo>
                    <a:pt x="80" y="279"/>
                  </a:lnTo>
                  <a:lnTo>
                    <a:pt x="139" y="298"/>
                  </a:lnTo>
                  <a:lnTo>
                    <a:pt x="199" y="279"/>
                  </a:lnTo>
                  <a:lnTo>
                    <a:pt x="258" y="259"/>
                  </a:lnTo>
                  <a:lnTo>
                    <a:pt x="278" y="199"/>
                  </a:lnTo>
                  <a:lnTo>
                    <a:pt x="298" y="140"/>
                  </a:lnTo>
                  <a:lnTo>
                    <a:pt x="278" y="80"/>
                  </a:lnTo>
                  <a:lnTo>
                    <a:pt x="258" y="40"/>
                  </a:lnTo>
                  <a:lnTo>
                    <a:pt x="1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6"/>
            <p:cNvSpPr/>
            <p:nvPr/>
          </p:nvSpPr>
          <p:spPr>
            <a:xfrm>
              <a:off x="6227225" y="1651850"/>
              <a:ext cx="5975" cy="5975"/>
            </a:xfrm>
            <a:custGeom>
              <a:avLst/>
              <a:gdLst/>
              <a:ahLst/>
              <a:cxnLst/>
              <a:rect l="l" t="t" r="r" b="b"/>
              <a:pathLst>
                <a:path w="239" h="239" extrusionOk="0">
                  <a:moveTo>
                    <a:pt x="119" y="0"/>
                  </a:moveTo>
                  <a:lnTo>
                    <a:pt x="80" y="20"/>
                  </a:lnTo>
                  <a:lnTo>
                    <a:pt x="40" y="40"/>
                  </a:lnTo>
                  <a:lnTo>
                    <a:pt x="20" y="80"/>
                  </a:lnTo>
                  <a:lnTo>
                    <a:pt x="0" y="119"/>
                  </a:lnTo>
                  <a:lnTo>
                    <a:pt x="20" y="159"/>
                  </a:lnTo>
                  <a:lnTo>
                    <a:pt x="40" y="199"/>
                  </a:lnTo>
                  <a:lnTo>
                    <a:pt x="80" y="219"/>
                  </a:lnTo>
                  <a:lnTo>
                    <a:pt x="119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9" y="159"/>
                  </a:lnTo>
                  <a:lnTo>
                    <a:pt x="238" y="119"/>
                  </a:lnTo>
                  <a:lnTo>
                    <a:pt x="219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6"/>
            <p:cNvSpPr/>
            <p:nvPr/>
          </p:nvSpPr>
          <p:spPr>
            <a:xfrm>
              <a:off x="6228225" y="1769900"/>
              <a:ext cx="3975" cy="3500"/>
            </a:xfrm>
            <a:custGeom>
              <a:avLst/>
              <a:gdLst/>
              <a:ahLst/>
              <a:cxnLst/>
              <a:rect l="l" t="t" r="r" b="b"/>
              <a:pathLst>
                <a:path w="159" h="140" extrusionOk="0">
                  <a:moveTo>
                    <a:pt x="60" y="1"/>
                  </a:moveTo>
                  <a:lnTo>
                    <a:pt x="20" y="21"/>
                  </a:lnTo>
                  <a:lnTo>
                    <a:pt x="20" y="40"/>
                  </a:lnTo>
                  <a:lnTo>
                    <a:pt x="0" y="80"/>
                  </a:lnTo>
                  <a:lnTo>
                    <a:pt x="20" y="100"/>
                  </a:lnTo>
                  <a:lnTo>
                    <a:pt x="20" y="120"/>
                  </a:lnTo>
                  <a:lnTo>
                    <a:pt x="60" y="140"/>
                  </a:lnTo>
                  <a:lnTo>
                    <a:pt x="119" y="140"/>
                  </a:lnTo>
                  <a:lnTo>
                    <a:pt x="139" y="120"/>
                  </a:lnTo>
                  <a:lnTo>
                    <a:pt x="159" y="100"/>
                  </a:lnTo>
                  <a:lnTo>
                    <a:pt x="159" y="80"/>
                  </a:lnTo>
                  <a:lnTo>
                    <a:pt x="159" y="40"/>
                  </a:lnTo>
                  <a:lnTo>
                    <a:pt x="139" y="2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6"/>
            <p:cNvSpPr/>
            <p:nvPr/>
          </p:nvSpPr>
          <p:spPr>
            <a:xfrm>
              <a:off x="6229200" y="1887475"/>
              <a:ext cx="2025" cy="2000"/>
            </a:xfrm>
            <a:custGeom>
              <a:avLst/>
              <a:gdLst/>
              <a:ahLst/>
              <a:cxnLst/>
              <a:rect l="l" t="t" r="r" b="b"/>
              <a:pathLst>
                <a:path w="81" h="80" extrusionOk="0">
                  <a:moveTo>
                    <a:pt x="40" y="0"/>
                  </a:moveTo>
                  <a:lnTo>
                    <a:pt x="21" y="20"/>
                  </a:lnTo>
                  <a:lnTo>
                    <a:pt x="1" y="40"/>
                  </a:lnTo>
                  <a:lnTo>
                    <a:pt x="21" y="60"/>
                  </a:lnTo>
                  <a:lnTo>
                    <a:pt x="40" y="80"/>
                  </a:lnTo>
                  <a:lnTo>
                    <a:pt x="80" y="60"/>
                  </a:lnTo>
                  <a:lnTo>
                    <a:pt x="80" y="40"/>
                  </a:lnTo>
                  <a:lnTo>
                    <a:pt x="8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6"/>
            <p:cNvSpPr/>
            <p:nvPr/>
          </p:nvSpPr>
          <p:spPr>
            <a:xfrm>
              <a:off x="623020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6"/>
            <p:cNvSpPr/>
            <p:nvPr/>
          </p:nvSpPr>
          <p:spPr>
            <a:xfrm>
              <a:off x="623020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6"/>
            <p:cNvSpPr/>
            <p:nvPr/>
          </p:nvSpPr>
          <p:spPr>
            <a:xfrm>
              <a:off x="6319000" y="238125"/>
              <a:ext cx="28775" cy="28275"/>
            </a:xfrm>
            <a:custGeom>
              <a:avLst/>
              <a:gdLst/>
              <a:ahLst/>
              <a:cxnLst/>
              <a:rect l="l" t="t" r="r" b="b"/>
              <a:pathLst>
                <a:path w="1151" h="1131" extrusionOk="0">
                  <a:moveTo>
                    <a:pt x="456" y="0"/>
                  </a:moveTo>
                  <a:lnTo>
                    <a:pt x="357" y="40"/>
                  </a:lnTo>
                  <a:lnTo>
                    <a:pt x="258" y="99"/>
                  </a:lnTo>
                  <a:lnTo>
                    <a:pt x="179" y="159"/>
                  </a:lnTo>
                  <a:lnTo>
                    <a:pt x="99" y="238"/>
                  </a:lnTo>
                  <a:lnTo>
                    <a:pt x="60" y="337"/>
                  </a:lnTo>
                  <a:lnTo>
                    <a:pt x="20" y="456"/>
                  </a:lnTo>
                  <a:lnTo>
                    <a:pt x="0" y="556"/>
                  </a:lnTo>
                  <a:lnTo>
                    <a:pt x="20" y="675"/>
                  </a:lnTo>
                  <a:lnTo>
                    <a:pt x="60" y="794"/>
                  </a:lnTo>
                  <a:lnTo>
                    <a:pt x="99" y="873"/>
                  </a:lnTo>
                  <a:lnTo>
                    <a:pt x="179" y="972"/>
                  </a:lnTo>
                  <a:lnTo>
                    <a:pt x="258" y="1032"/>
                  </a:lnTo>
                  <a:lnTo>
                    <a:pt x="357" y="1091"/>
                  </a:lnTo>
                  <a:lnTo>
                    <a:pt x="456" y="1131"/>
                  </a:lnTo>
                  <a:lnTo>
                    <a:pt x="695" y="1131"/>
                  </a:lnTo>
                  <a:lnTo>
                    <a:pt x="794" y="1091"/>
                  </a:lnTo>
                  <a:lnTo>
                    <a:pt x="893" y="1032"/>
                  </a:lnTo>
                  <a:lnTo>
                    <a:pt x="972" y="972"/>
                  </a:lnTo>
                  <a:lnTo>
                    <a:pt x="1052" y="873"/>
                  </a:lnTo>
                  <a:lnTo>
                    <a:pt x="1111" y="794"/>
                  </a:lnTo>
                  <a:lnTo>
                    <a:pt x="1131" y="675"/>
                  </a:lnTo>
                  <a:lnTo>
                    <a:pt x="1151" y="556"/>
                  </a:lnTo>
                  <a:lnTo>
                    <a:pt x="1131" y="456"/>
                  </a:lnTo>
                  <a:lnTo>
                    <a:pt x="1111" y="337"/>
                  </a:lnTo>
                  <a:lnTo>
                    <a:pt x="1052" y="238"/>
                  </a:lnTo>
                  <a:lnTo>
                    <a:pt x="972" y="159"/>
                  </a:lnTo>
                  <a:lnTo>
                    <a:pt x="893" y="99"/>
                  </a:lnTo>
                  <a:lnTo>
                    <a:pt x="794" y="40"/>
                  </a:lnTo>
                  <a:lnTo>
                    <a:pt x="6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6"/>
            <p:cNvSpPr/>
            <p:nvPr/>
          </p:nvSpPr>
          <p:spPr>
            <a:xfrm>
              <a:off x="6319975" y="355675"/>
              <a:ext cx="26825" cy="26800"/>
            </a:xfrm>
            <a:custGeom>
              <a:avLst/>
              <a:gdLst/>
              <a:ahLst/>
              <a:cxnLst/>
              <a:rect l="l" t="t" r="r" b="b"/>
              <a:pathLst>
                <a:path w="1073" h="1072" extrusionOk="0">
                  <a:moveTo>
                    <a:pt x="536" y="1"/>
                  </a:moveTo>
                  <a:lnTo>
                    <a:pt x="437" y="20"/>
                  </a:lnTo>
                  <a:lnTo>
                    <a:pt x="338" y="40"/>
                  </a:lnTo>
                  <a:lnTo>
                    <a:pt x="239" y="100"/>
                  </a:lnTo>
                  <a:lnTo>
                    <a:pt x="159" y="159"/>
                  </a:lnTo>
                  <a:lnTo>
                    <a:pt x="100" y="239"/>
                  </a:lnTo>
                  <a:lnTo>
                    <a:pt x="40" y="338"/>
                  </a:lnTo>
                  <a:lnTo>
                    <a:pt x="21" y="437"/>
                  </a:lnTo>
                  <a:lnTo>
                    <a:pt x="1" y="536"/>
                  </a:lnTo>
                  <a:lnTo>
                    <a:pt x="21" y="635"/>
                  </a:lnTo>
                  <a:lnTo>
                    <a:pt x="40" y="735"/>
                  </a:lnTo>
                  <a:lnTo>
                    <a:pt x="100" y="834"/>
                  </a:lnTo>
                  <a:lnTo>
                    <a:pt x="159" y="913"/>
                  </a:lnTo>
                  <a:lnTo>
                    <a:pt x="239" y="973"/>
                  </a:lnTo>
                  <a:lnTo>
                    <a:pt x="338" y="1032"/>
                  </a:lnTo>
                  <a:lnTo>
                    <a:pt x="437" y="1052"/>
                  </a:lnTo>
                  <a:lnTo>
                    <a:pt x="536" y="1072"/>
                  </a:lnTo>
                  <a:lnTo>
                    <a:pt x="636" y="1052"/>
                  </a:lnTo>
                  <a:lnTo>
                    <a:pt x="755" y="1032"/>
                  </a:lnTo>
                  <a:lnTo>
                    <a:pt x="834" y="973"/>
                  </a:lnTo>
                  <a:lnTo>
                    <a:pt x="913" y="913"/>
                  </a:lnTo>
                  <a:lnTo>
                    <a:pt x="973" y="834"/>
                  </a:lnTo>
                  <a:lnTo>
                    <a:pt x="1033" y="735"/>
                  </a:lnTo>
                  <a:lnTo>
                    <a:pt x="1052" y="635"/>
                  </a:lnTo>
                  <a:lnTo>
                    <a:pt x="1072" y="536"/>
                  </a:lnTo>
                  <a:lnTo>
                    <a:pt x="1052" y="437"/>
                  </a:lnTo>
                  <a:lnTo>
                    <a:pt x="1033" y="338"/>
                  </a:lnTo>
                  <a:lnTo>
                    <a:pt x="973" y="239"/>
                  </a:lnTo>
                  <a:lnTo>
                    <a:pt x="913" y="159"/>
                  </a:lnTo>
                  <a:lnTo>
                    <a:pt x="834" y="100"/>
                  </a:lnTo>
                  <a:lnTo>
                    <a:pt x="755" y="40"/>
                  </a:lnTo>
                  <a:lnTo>
                    <a:pt x="636" y="20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6"/>
            <p:cNvSpPr/>
            <p:nvPr/>
          </p:nvSpPr>
          <p:spPr>
            <a:xfrm>
              <a:off x="6320975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298" y="41"/>
                  </a:lnTo>
                  <a:lnTo>
                    <a:pt x="219" y="80"/>
                  </a:lnTo>
                  <a:lnTo>
                    <a:pt x="139" y="140"/>
                  </a:lnTo>
                  <a:lnTo>
                    <a:pt x="80" y="219"/>
                  </a:lnTo>
                  <a:lnTo>
                    <a:pt x="40" y="299"/>
                  </a:lnTo>
                  <a:lnTo>
                    <a:pt x="20" y="398"/>
                  </a:lnTo>
                  <a:lnTo>
                    <a:pt x="0" y="497"/>
                  </a:lnTo>
                  <a:lnTo>
                    <a:pt x="20" y="596"/>
                  </a:lnTo>
                  <a:lnTo>
                    <a:pt x="40" y="676"/>
                  </a:lnTo>
                  <a:lnTo>
                    <a:pt x="80" y="775"/>
                  </a:lnTo>
                  <a:lnTo>
                    <a:pt x="139" y="834"/>
                  </a:lnTo>
                  <a:lnTo>
                    <a:pt x="219" y="894"/>
                  </a:lnTo>
                  <a:lnTo>
                    <a:pt x="298" y="953"/>
                  </a:lnTo>
                  <a:lnTo>
                    <a:pt x="397" y="973"/>
                  </a:lnTo>
                  <a:lnTo>
                    <a:pt x="496" y="993"/>
                  </a:lnTo>
                  <a:lnTo>
                    <a:pt x="596" y="973"/>
                  </a:lnTo>
                  <a:lnTo>
                    <a:pt x="695" y="953"/>
                  </a:lnTo>
                  <a:lnTo>
                    <a:pt x="774" y="894"/>
                  </a:lnTo>
                  <a:lnTo>
                    <a:pt x="854" y="834"/>
                  </a:lnTo>
                  <a:lnTo>
                    <a:pt x="913" y="775"/>
                  </a:lnTo>
                  <a:lnTo>
                    <a:pt x="953" y="676"/>
                  </a:lnTo>
                  <a:lnTo>
                    <a:pt x="973" y="596"/>
                  </a:lnTo>
                  <a:lnTo>
                    <a:pt x="993" y="497"/>
                  </a:lnTo>
                  <a:lnTo>
                    <a:pt x="973" y="398"/>
                  </a:lnTo>
                  <a:lnTo>
                    <a:pt x="953" y="299"/>
                  </a:lnTo>
                  <a:lnTo>
                    <a:pt x="913" y="219"/>
                  </a:lnTo>
                  <a:lnTo>
                    <a:pt x="854" y="140"/>
                  </a:lnTo>
                  <a:lnTo>
                    <a:pt x="774" y="80"/>
                  </a:lnTo>
                  <a:lnTo>
                    <a:pt x="695" y="41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6321975" y="591300"/>
              <a:ext cx="22825" cy="22850"/>
            </a:xfrm>
            <a:custGeom>
              <a:avLst/>
              <a:gdLst/>
              <a:ahLst/>
              <a:cxnLst/>
              <a:rect l="l" t="t" r="r" b="b"/>
              <a:pathLst>
                <a:path w="913" h="914" extrusionOk="0">
                  <a:moveTo>
                    <a:pt x="456" y="0"/>
                  </a:moveTo>
                  <a:lnTo>
                    <a:pt x="357" y="20"/>
                  </a:lnTo>
                  <a:lnTo>
                    <a:pt x="278" y="40"/>
                  </a:lnTo>
                  <a:lnTo>
                    <a:pt x="199" y="80"/>
                  </a:lnTo>
                  <a:lnTo>
                    <a:pt x="139" y="139"/>
                  </a:lnTo>
                  <a:lnTo>
                    <a:pt x="79" y="199"/>
                  </a:lnTo>
                  <a:lnTo>
                    <a:pt x="40" y="278"/>
                  </a:lnTo>
                  <a:lnTo>
                    <a:pt x="20" y="377"/>
                  </a:lnTo>
                  <a:lnTo>
                    <a:pt x="0" y="457"/>
                  </a:lnTo>
                  <a:lnTo>
                    <a:pt x="20" y="556"/>
                  </a:lnTo>
                  <a:lnTo>
                    <a:pt x="40" y="635"/>
                  </a:lnTo>
                  <a:lnTo>
                    <a:pt x="79" y="715"/>
                  </a:lnTo>
                  <a:lnTo>
                    <a:pt x="139" y="794"/>
                  </a:lnTo>
                  <a:lnTo>
                    <a:pt x="199" y="834"/>
                  </a:lnTo>
                  <a:lnTo>
                    <a:pt x="278" y="873"/>
                  </a:lnTo>
                  <a:lnTo>
                    <a:pt x="357" y="913"/>
                  </a:lnTo>
                  <a:lnTo>
                    <a:pt x="556" y="913"/>
                  </a:lnTo>
                  <a:lnTo>
                    <a:pt x="635" y="873"/>
                  </a:lnTo>
                  <a:lnTo>
                    <a:pt x="714" y="834"/>
                  </a:lnTo>
                  <a:lnTo>
                    <a:pt x="774" y="794"/>
                  </a:lnTo>
                  <a:lnTo>
                    <a:pt x="833" y="715"/>
                  </a:lnTo>
                  <a:lnTo>
                    <a:pt x="873" y="635"/>
                  </a:lnTo>
                  <a:lnTo>
                    <a:pt x="913" y="556"/>
                  </a:lnTo>
                  <a:lnTo>
                    <a:pt x="913" y="457"/>
                  </a:lnTo>
                  <a:lnTo>
                    <a:pt x="913" y="377"/>
                  </a:lnTo>
                  <a:lnTo>
                    <a:pt x="873" y="278"/>
                  </a:lnTo>
                  <a:lnTo>
                    <a:pt x="833" y="199"/>
                  </a:lnTo>
                  <a:lnTo>
                    <a:pt x="774" y="139"/>
                  </a:lnTo>
                  <a:lnTo>
                    <a:pt x="714" y="80"/>
                  </a:lnTo>
                  <a:lnTo>
                    <a:pt x="635" y="40"/>
                  </a:lnTo>
                  <a:lnTo>
                    <a:pt x="556" y="2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6322950" y="709350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338" y="1"/>
                  </a:moveTo>
                  <a:lnTo>
                    <a:pt x="259" y="21"/>
                  </a:lnTo>
                  <a:lnTo>
                    <a:pt x="179" y="60"/>
                  </a:lnTo>
                  <a:lnTo>
                    <a:pt x="120" y="120"/>
                  </a:lnTo>
                  <a:lnTo>
                    <a:pt x="80" y="179"/>
                  </a:lnTo>
                  <a:lnTo>
                    <a:pt x="40" y="259"/>
                  </a:lnTo>
                  <a:lnTo>
                    <a:pt x="1" y="338"/>
                  </a:lnTo>
                  <a:lnTo>
                    <a:pt x="1" y="417"/>
                  </a:lnTo>
                  <a:lnTo>
                    <a:pt x="1" y="497"/>
                  </a:lnTo>
                  <a:lnTo>
                    <a:pt x="40" y="576"/>
                  </a:lnTo>
                  <a:lnTo>
                    <a:pt x="80" y="656"/>
                  </a:lnTo>
                  <a:lnTo>
                    <a:pt x="120" y="715"/>
                  </a:lnTo>
                  <a:lnTo>
                    <a:pt x="179" y="755"/>
                  </a:lnTo>
                  <a:lnTo>
                    <a:pt x="259" y="794"/>
                  </a:lnTo>
                  <a:lnTo>
                    <a:pt x="338" y="834"/>
                  </a:lnTo>
                  <a:lnTo>
                    <a:pt x="497" y="834"/>
                  </a:lnTo>
                  <a:lnTo>
                    <a:pt x="576" y="794"/>
                  </a:lnTo>
                  <a:lnTo>
                    <a:pt x="656" y="755"/>
                  </a:lnTo>
                  <a:lnTo>
                    <a:pt x="715" y="715"/>
                  </a:lnTo>
                  <a:lnTo>
                    <a:pt x="775" y="656"/>
                  </a:lnTo>
                  <a:lnTo>
                    <a:pt x="814" y="576"/>
                  </a:lnTo>
                  <a:lnTo>
                    <a:pt x="834" y="497"/>
                  </a:lnTo>
                  <a:lnTo>
                    <a:pt x="834" y="417"/>
                  </a:lnTo>
                  <a:lnTo>
                    <a:pt x="834" y="338"/>
                  </a:lnTo>
                  <a:lnTo>
                    <a:pt x="814" y="259"/>
                  </a:lnTo>
                  <a:lnTo>
                    <a:pt x="775" y="179"/>
                  </a:lnTo>
                  <a:lnTo>
                    <a:pt x="715" y="120"/>
                  </a:lnTo>
                  <a:lnTo>
                    <a:pt x="656" y="60"/>
                  </a:lnTo>
                  <a:lnTo>
                    <a:pt x="576" y="21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6323950" y="826925"/>
              <a:ext cx="18875" cy="19375"/>
            </a:xfrm>
            <a:custGeom>
              <a:avLst/>
              <a:gdLst/>
              <a:ahLst/>
              <a:cxnLst/>
              <a:rect l="l" t="t" r="r" b="b"/>
              <a:pathLst>
                <a:path w="755" h="775" extrusionOk="0">
                  <a:moveTo>
                    <a:pt x="377" y="0"/>
                  </a:moveTo>
                  <a:lnTo>
                    <a:pt x="298" y="20"/>
                  </a:lnTo>
                  <a:lnTo>
                    <a:pt x="239" y="40"/>
                  </a:lnTo>
                  <a:lnTo>
                    <a:pt x="159" y="80"/>
                  </a:lnTo>
                  <a:lnTo>
                    <a:pt x="120" y="119"/>
                  </a:lnTo>
                  <a:lnTo>
                    <a:pt x="60" y="179"/>
                  </a:lnTo>
                  <a:lnTo>
                    <a:pt x="20" y="238"/>
                  </a:lnTo>
                  <a:lnTo>
                    <a:pt x="0" y="318"/>
                  </a:lnTo>
                  <a:lnTo>
                    <a:pt x="0" y="397"/>
                  </a:lnTo>
                  <a:lnTo>
                    <a:pt x="0" y="457"/>
                  </a:lnTo>
                  <a:lnTo>
                    <a:pt x="20" y="536"/>
                  </a:lnTo>
                  <a:lnTo>
                    <a:pt x="60" y="596"/>
                  </a:lnTo>
                  <a:lnTo>
                    <a:pt x="120" y="655"/>
                  </a:lnTo>
                  <a:lnTo>
                    <a:pt x="159" y="695"/>
                  </a:lnTo>
                  <a:lnTo>
                    <a:pt x="239" y="734"/>
                  </a:lnTo>
                  <a:lnTo>
                    <a:pt x="298" y="754"/>
                  </a:lnTo>
                  <a:lnTo>
                    <a:pt x="377" y="774"/>
                  </a:lnTo>
                  <a:lnTo>
                    <a:pt x="457" y="754"/>
                  </a:lnTo>
                  <a:lnTo>
                    <a:pt x="536" y="734"/>
                  </a:lnTo>
                  <a:lnTo>
                    <a:pt x="596" y="695"/>
                  </a:lnTo>
                  <a:lnTo>
                    <a:pt x="655" y="655"/>
                  </a:lnTo>
                  <a:lnTo>
                    <a:pt x="695" y="596"/>
                  </a:lnTo>
                  <a:lnTo>
                    <a:pt x="735" y="536"/>
                  </a:lnTo>
                  <a:lnTo>
                    <a:pt x="754" y="457"/>
                  </a:lnTo>
                  <a:lnTo>
                    <a:pt x="754" y="397"/>
                  </a:lnTo>
                  <a:lnTo>
                    <a:pt x="754" y="318"/>
                  </a:lnTo>
                  <a:lnTo>
                    <a:pt x="735" y="238"/>
                  </a:lnTo>
                  <a:lnTo>
                    <a:pt x="695" y="179"/>
                  </a:lnTo>
                  <a:lnTo>
                    <a:pt x="655" y="119"/>
                  </a:lnTo>
                  <a:lnTo>
                    <a:pt x="596" y="80"/>
                  </a:lnTo>
                  <a:lnTo>
                    <a:pt x="536" y="40"/>
                  </a:lnTo>
                  <a:lnTo>
                    <a:pt x="457" y="20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6324950" y="944975"/>
              <a:ext cx="16875" cy="1690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278" y="1"/>
                  </a:moveTo>
                  <a:lnTo>
                    <a:pt x="199" y="21"/>
                  </a:lnTo>
                  <a:lnTo>
                    <a:pt x="139" y="60"/>
                  </a:lnTo>
                  <a:lnTo>
                    <a:pt x="99" y="100"/>
                  </a:lnTo>
                  <a:lnTo>
                    <a:pt x="60" y="159"/>
                  </a:lnTo>
                  <a:lnTo>
                    <a:pt x="20" y="199"/>
                  </a:lnTo>
                  <a:lnTo>
                    <a:pt x="0" y="278"/>
                  </a:lnTo>
                  <a:lnTo>
                    <a:pt x="0" y="338"/>
                  </a:lnTo>
                  <a:lnTo>
                    <a:pt x="0" y="417"/>
                  </a:lnTo>
                  <a:lnTo>
                    <a:pt x="20" y="477"/>
                  </a:lnTo>
                  <a:lnTo>
                    <a:pt x="60" y="536"/>
                  </a:lnTo>
                  <a:lnTo>
                    <a:pt x="99" y="576"/>
                  </a:lnTo>
                  <a:lnTo>
                    <a:pt x="139" y="616"/>
                  </a:lnTo>
                  <a:lnTo>
                    <a:pt x="199" y="655"/>
                  </a:lnTo>
                  <a:lnTo>
                    <a:pt x="278" y="675"/>
                  </a:lnTo>
                  <a:lnTo>
                    <a:pt x="417" y="675"/>
                  </a:lnTo>
                  <a:lnTo>
                    <a:pt x="476" y="655"/>
                  </a:lnTo>
                  <a:lnTo>
                    <a:pt x="536" y="616"/>
                  </a:lnTo>
                  <a:lnTo>
                    <a:pt x="576" y="576"/>
                  </a:lnTo>
                  <a:lnTo>
                    <a:pt x="615" y="536"/>
                  </a:lnTo>
                  <a:lnTo>
                    <a:pt x="655" y="477"/>
                  </a:lnTo>
                  <a:lnTo>
                    <a:pt x="675" y="417"/>
                  </a:lnTo>
                  <a:lnTo>
                    <a:pt x="675" y="338"/>
                  </a:lnTo>
                  <a:lnTo>
                    <a:pt x="675" y="278"/>
                  </a:lnTo>
                  <a:lnTo>
                    <a:pt x="655" y="199"/>
                  </a:lnTo>
                  <a:lnTo>
                    <a:pt x="615" y="159"/>
                  </a:lnTo>
                  <a:lnTo>
                    <a:pt x="576" y="100"/>
                  </a:lnTo>
                  <a:lnTo>
                    <a:pt x="536" y="60"/>
                  </a:lnTo>
                  <a:lnTo>
                    <a:pt x="476" y="21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6325925" y="1062550"/>
              <a:ext cx="14925" cy="15400"/>
            </a:xfrm>
            <a:custGeom>
              <a:avLst/>
              <a:gdLst/>
              <a:ahLst/>
              <a:cxnLst/>
              <a:rect l="l" t="t" r="r" b="b"/>
              <a:pathLst>
                <a:path w="597" h="616" extrusionOk="0">
                  <a:moveTo>
                    <a:pt x="298" y="0"/>
                  </a:moveTo>
                  <a:lnTo>
                    <a:pt x="239" y="20"/>
                  </a:lnTo>
                  <a:lnTo>
                    <a:pt x="179" y="40"/>
                  </a:lnTo>
                  <a:lnTo>
                    <a:pt x="80" y="99"/>
                  </a:lnTo>
                  <a:lnTo>
                    <a:pt x="21" y="199"/>
                  </a:lnTo>
                  <a:lnTo>
                    <a:pt x="1" y="258"/>
                  </a:lnTo>
                  <a:lnTo>
                    <a:pt x="1" y="318"/>
                  </a:lnTo>
                  <a:lnTo>
                    <a:pt x="1" y="377"/>
                  </a:lnTo>
                  <a:lnTo>
                    <a:pt x="21" y="437"/>
                  </a:lnTo>
                  <a:lnTo>
                    <a:pt x="80" y="536"/>
                  </a:lnTo>
                  <a:lnTo>
                    <a:pt x="179" y="595"/>
                  </a:lnTo>
                  <a:lnTo>
                    <a:pt x="239" y="615"/>
                  </a:lnTo>
                  <a:lnTo>
                    <a:pt x="358" y="615"/>
                  </a:lnTo>
                  <a:lnTo>
                    <a:pt x="418" y="595"/>
                  </a:lnTo>
                  <a:lnTo>
                    <a:pt x="517" y="536"/>
                  </a:lnTo>
                  <a:lnTo>
                    <a:pt x="576" y="437"/>
                  </a:lnTo>
                  <a:lnTo>
                    <a:pt x="596" y="377"/>
                  </a:lnTo>
                  <a:lnTo>
                    <a:pt x="596" y="318"/>
                  </a:lnTo>
                  <a:lnTo>
                    <a:pt x="596" y="258"/>
                  </a:lnTo>
                  <a:lnTo>
                    <a:pt x="576" y="199"/>
                  </a:lnTo>
                  <a:lnTo>
                    <a:pt x="517" y="99"/>
                  </a:lnTo>
                  <a:lnTo>
                    <a:pt x="418" y="40"/>
                  </a:lnTo>
                  <a:lnTo>
                    <a:pt x="358" y="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6326925" y="1180600"/>
              <a:ext cx="13425" cy="13425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258" y="1"/>
                  </a:moveTo>
                  <a:lnTo>
                    <a:pt x="159" y="20"/>
                  </a:lnTo>
                  <a:lnTo>
                    <a:pt x="80" y="80"/>
                  </a:lnTo>
                  <a:lnTo>
                    <a:pt x="20" y="159"/>
                  </a:lnTo>
                  <a:lnTo>
                    <a:pt x="1" y="259"/>
                  </a:lnTo>
                  <a:lnTo>
                    <a:pt x="20" y="378"/>
                  </a:lnTo>
                  <a:lnTo>
                    <a:pt x="80" y="457"/>
                  </a:lnTo>
                  <a:lnTo>
                    <a:pt x="159" y="516"/>
                  </a:lnTo>
                  <a:lnTo>
                    <a:pt x="258" y="536"/>
                  </a:lnTo>
                  <a:lnTo>
                    <a:pt x="358" y="516"/>
                  </a:lnTo>
                  <a:lnTo>
                    <a:pt x="457" y="457"/>
                  </a:lnTo>
                  <a:lnTo>
                    <a:pt x="497" y="378"/>
                  </a:lnTo>
                  <a:lnTo>
                    <a:pt x="536" y="259"/>
                  </a:lnTo>
                  <a:lnTo>
                    <a:pt x="497" y="159"/>
                  </a:lnTo>
                  <a:lnTo>
                    <a:pt x="457" y="80"/>
                  </a:lnTo>
                  <a:lnTo>
                    <a:pt x="358" y="2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6327925" y="1298650"/>
              <a:ext cx="11425" cy="10950"/>
            </a:xfrm>
            <a:custGeom>
              <a:avLst/>
              <a:gdLst/>
              <a:ahLst/>
              <a:cxnLst/>
              <a:rect l="l" t="t" r="r" b="b"/>
              <a:pathLst>
                <a:path w="457" h="438" extrusionOk="0">
                  <a:moveTo>
                    <a:pt x="139" y="1"/>
                  </a:moveTo>
                  <a:lnTo>
                    <a:pt x="60" y="60"/>
                  </a:lnTo>
                  <a:lnTo>
                    <a:pt x="20" y="140"/>
                  </a:lnTo>
                  <a:lnTo>
                    <a:pt x="0" y="219"/>
                  </a:lnTo>
                  <a:lnTo>
                    <a:pt x="20" y="299"/>
                  </a:lnTo>
                  <a:lnTo>
                    <a:pt x="60" y="378"/>
                  </a:lnTo>
                  <a:lnTo>
                    <a:pt x="139" y="437"/>
                  </a:lnTo>
                  <a:lnTo>
                    <a:pt x="318" y="437"/>
                  </a:lnTo>
                  <a:lnTo>
                    <a:pt x="377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77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6328900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79" y="0"/>
                  </a:moveTo>
                  <a:lnTo>
                    <a:pt x="100" y="20"/>
                  </a:lnTo>
                  <a:lnTo>
                    <a:pt x="41" y="60"/>
                  </a:lnTo>
                  <a:lnTo>
                    <a:pt x="1" y="119"/>
                  </a:lnTo>
                  <a:lnTo>
                    <a:pt x="1" y="199"/>
                  </a:lnTo>
                  <a:lnTo>
                    <a:pt x="1" y="258"/>
                  </a:lnTo>
                  <a:lnTo>
                    <a:pt x="41" y="318"/>
                  </a:lnTo>
                  <a:lnTo>
                    <a:pt x="100" y="358"/>
                  </a:lnTo>
                  <a:lnTo>
                    <a:pt x="179" y="377"/>
                  </a:lnTo>
                  <a:lnTo>
                    <a:pt x="259" y="358"/>
                  </a:lnTo>
                  <a:lnTo>
                    <a:pt x="318" y="318"/>
                  </a:lnTo>
                  <a:lnTo>
                    <a:pt x="358" y="258"/>
                  </a:lnTo>
                  <a:lnTo>
                    <a:pt x="378" y="199"/>
                  </a:lnTo>
                  <a:lnTo>
                    <a:pt x="358" y="119"/>
                  </a:lnTo>
                  <a:lnTo>
                    <a:pt x="318" y="60"/>
                  </a:lnTo>
                  <a:lnTo>
                    <a:pt x="259" y="2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6329400" y="1534275"/>
              <a:ext cx="7975" cy="7475"/>
            </a:xfrm>
            <a:custGeom>
              <a:avLst/>
              <a:gdLst/>
              <a:ahLst/>
              <a:cxnLst/>
              <a:rect l="l" t="t" r="r" b="b"/>
              <a:pathLst>
                <a:path w="319" h="299" extrusionOk="0">
                  <a:moveTo>
                    <a:pt x="100" y="1"/>
                  </a:moveTo>
                  <a:lnTo>
                    <a:pt x="60" y="40"/>
                  </a:lnTo>
                  <a:lnTo>
                    <a:pt x="21" y="80"/>
                  </a:lnTo>
                  <a:lnTo>
                    <a:pt x="1" y="140"/>
                  </a:lnTo>
                  <a:lnTo>
                    <a:pt x="21" y="199"/>
                  </a:lnTo>
                  <a:lnTo>
                    <a:pt x="60" y="259"/>
                  </a:lnTo>
                  <a:lnTo>
                    <a:pt x="100" y="279"/>
                  </a:lnTo>
                  <a:lnTo>
                    <a:pt x="159" y="298"/>
                  </a:lnTo>
                  <a:lnTo>
                    <a:pt x="219" y="279"/>
                  </a:lnTo>
                  <a:lnTo>
                    <a:pt x="279" y="259"/>
                  </a:lnTo>
                  <a:lnTo>
                    <a:pt x="298" y="199"/>
                  </a:lnTo>
                  <a:lnTo>
                    <a:pt x="318" y="140"/>
                  </a:lnTo>
                  <a:lnTo>
                    <a:pt x="298" y="80"/>
                  </a:lnTo>
                  <a:lnTo>
                    <a:pt x="279" y="40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6330400" y="1651850"/>
              <a:ext cx="5975" cy="5975"/>
            </a:xfrm>
            <a:custGeom>
              <a:avLst/>
              <a:gdLst/>
              <a:ahLst/>
              <a:cxnLst/>
              <a:rect l="l" t="t" r="r" b="b"/>
              <a:pathLst>
                <a:path w="239" h="239" extrusionOk="0">
                  <a:moveTo>
                    <a:pt x="119" y="0"/>
                  </a:moveTo>
                  <a:lnTo>
                    <a:pt x="80" y="20"/>
                  </a:lnTo>
                  <a:lnTo>
                    <a:pt x="40" y="40"/>
                  </a:lnTo>
                  <a:lnTo>
                    <a:pt x="20" y="80"/>
                  </a:lnTo>
                  <a:lnTo>
                    <a:pt x="0" y="119"/>
                  </a:lnTo>
                  <a:lnTo>
                    <a:pt x="20" y="159"/>
                  </a:lnTo>
                  <a:lnTo>
                    <a:pt x="40" y="199"/>
                  </a:lnTo>
                  <a:lnTo>
                    <a:pt x="80" y="219"/>
                  </a:lnTo>
                  <a:lnTo>
                    <a:pt x="119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9" y="159"/>
                  </a:lnTo>
                  <a:lnTo>
                    <a:pt x="239" y="119"/>
                  </a:lnTo>
                  <a:lnTo>
                    <a:pt x="219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6331400" y="1769900"/>
              <a:ext cx="3975" cy="3500"/>
            </a:xfrm>
            <a:custGeom>
              <a:avLst/>
              <a:gdLst/>
              <a:ahLst/>
              <a:cxnLst/>
              <a:rect l="l" t="t" r="r" b="b"/>
              <a:pathLst>
                <a:path w="159" h="140" extrusionOk="0">
                  <a:moveTo>
                    <a:pt x="60" y="1"/>
                  </a:moveTo>
                  <a:lnTo>
                    <a:pt x="20" y="21"/>
                  </a:lnTo>
                  <a:lnTo>
                    <a:pt x="20" y="40"/>
                  </a:lnTo>
                  <a:lnTo>
                    <a:pt x="0" y="80"/>
                  </a:lnTo>
                  <a:lnTo>
                    <a:pt x="20" y="100"/>
                  </a:lnTo>
                  <a:lnTo>
                    <a:pt x="20" y="120"/>
                  </a:lnTo>
                  <a:lnTo>
                    <a:pt x="60" y="140"/>
                  </a:lnTo>
                  <a:lnTo>
                    <a:pt x="119" y="140"/>
                  </a:lnTo>
                  <a:lnTo>
                    <a:pt x="139" y="120"/>
                  </a:lnTo>
                  <a:lnTo>
                    <a:pt x="159" y="100"/>
                  </a:lnTo>
                  <a:lnTo>
                    <a:pt x="159" y="80"/>
                  </a:lnTo>
                  <a:lnTo>
                    <a:pt x="159" y="40"/>
                  </a:lnTo>
                  <a:lnTo>
                    <a:pt x="139" y="2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6332375" y="1887475"/>
              <a:ext cx="2025" cy="2000"/>
            </a:xfrm>
            <a:custGeom>
              <a:avLst/>
              <a:gdLst/>
              <a:ahLst/>
              <a:cxnLst/>
              <a:rect l="l" t="t" r="r" b="b"/>
              <a:pathLst>
                <a:path w="81" h="80" extrusionOk="0">
                  <a:moveTo>
                    <a:pt x="40" y="0"/>
                  </a:moveTo>
                  <a:lnTo>
                    <a:pt x="21" y="20"/>
                  </a:lnTo>
                  <a:lnTo>
                    <a:pt x="1" y="40"/>
                  </a:lnTo>
                  <a:lnTo>
                    <a:pt x="21" y="60"/>
                  </a:lnTo>
                  <a:lnTo>
                    <a:pt x="40" y="80"/>
                  </a:lnTo>
                  <a:lnTo>
                    <a:pt x="60" y="60"/>
                  </a:lnTo>
                  <a:lnTo>
                    <a:pt x="80" y="40"/>
                  </a:lnTo>
                  <a:lnTo>
                    <a:pt x="6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633337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633337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6422175" y="238125"/>
              <a:ext cx="28775" cy="28275"/>
            </a:xfrm>
            <a:custGeom>
              <a:avLst/>
              <a:gdLst/>
              <a:ahLst/>
              <a:cxnLst/>
              <a:rect l="l" t="t" r="r" b="b"/>
              <a:pathLst>
                <a:path w="1151" h="1131" extrusionOk="0">
                  <a:moveTo>
                    <a:pt x="457" y="0"/>
                  </a:moveTo>
                  <a:lnTo>
                    <a:pt x="357" y="40"/>
                  </a:lnTo>
                  <a:lnTo>
                    <a:pt x="258" y="99"/>
                  </a:lnTo>
                  <a:lnTo>
                    <a:pt x="179" y="159"/>
                  </a:lnTo>
                  <a:lnTo>
                    <a:pt x="99" y="238"/>
                  </a:lnTo>
                  <a:lnTo>
                    <a:pt x="60" y="337"/>
                  </a:lnTo>
                  <a:lnTo>
                    <a:pt x="20" y="456"/>
                  </a:lnTo>
                  <a:lnTo>
                    <a:pt x="0" y="556"/>
                  </a:lnTo>
                  <a:lnTo>
                    <a:pt x="20" y="675"/>
                  </a:lnTo>
                  <a:lnTo>
                    <a:pt x="60" y="794"/>
                  </a:lnTo>
                  <a:lnTo>
                    <a:pt x="99" y="873"/>
                  </a:lnTo>
                  <a:lnTo>
                    <a:pt x="179" y="972"/>
                  </a:lnTo>
                  <a:lnTo>
                    <a:pt x="258" y="1032"/>
                  </a:lnTo>
                  <a:lnTo>
                    <a:pt x="357" y="1091"/>
                  </a:lnTo>
                  <a:lnTo>
                    <a:pt x="457" y="1131"/>
                  </a:lnTo>
                  <a:lnTo>
                    <a:pt x="695" y="1131"/>
                  </a:lnTo>
                  <a:lnTo>
                    <a:pt x="794" y="1091"/>
                  </a:lnTo>
                  <a:lnTo>
                    <a:pt x="893" y="1032"/>
                  </a:lnTo>
                  <a:lnTo>
                    <a:pt x="972" y="972"/>
                  </a:lnTo>
                  <a:lnTo>
                    <a:pt x="1052" y="873"/>
                  </a:lnTo>
                  <a:lnTo>
                    <a:pt x="1091" y="794"/>
                  </a:lnTo>
                  <a:lnTo>
                    <a:pt x="1131" y="675"/>
                  </a:lnTo>
                  <a:lnTo>
                    <a:pt x="1151" y="556"/>
                  </a:lnTo>
                  <a:lnTo>
                    <a:pt x="1131" y="456"/>
                  </a:lnTo>
                  <a:lnTo>
                    <a:pt x="1091" y="337"/>
                  </a:lnTo>
                  <a:lnTo>
                    <a:pt x="1052" y="238"/>
                  </a:lnTo>
                  <a:lnTo>
                    <a:pt x="972" y="159"/>
                  </a:lnTo>
                  <a:lnTo>
                    <a:pt x="893" y="99"/>
                  </a:lnTo>
                  <a:lnTo>
                    <a:pt x="794" y="40"/>
                  </a:lnTo>
                  <a:lnTo>
                    <a:pt x="6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6423150" y="355675"/>
              <a:ext cx="26825" cy="26800"/>
            </a:xfrm>
            <a:custGeom>
              <a:avLst/>
              <a:gdLst/>
              <a:ahLst/>
              <a:cxnLst/>
              <a:rect l="l" t="t" r="r" b="b"/>
              <a:pathLst>
                <a:path w="1073" h="1072" extrusionOk="0">
                  <a:moveTo>
                    <a:pt x="537" y="1"/>
                  </a:moveTo>
                  <a:lnTo>
                    <a:pt x="437" y="20"/>
                  </a:lnTo>
                  <a:lnTo>
                    <a:pt x="338" y="40"/>
                  </a:lnTo>
                  <a:lnTo>
                    <a:pt x="239" y="100"/>
                  </a:lnTo>
                  <a:lnTo>
                    <a:pt x="160" y="159"/>
                  </a:lnTo>
                  <a:lnTo>
                    <a:pt x="100" y="239"/>
                  </a:lnTo>
                  <a:lnTo>
                    <a:pt x="41" y="338"/>
                  </a:lnTo>
                  <a:lnTo>
                    <a:pt x="21" y="437"/>
                  </a:lnTo>
                  <a:lnTo>
                    <a:pt x="1" y="536"/>
                  </a:lnTo>
                  <a:lnTo>
                    <a:pt x="21" y="635"/>
                  </a:lnTo>
                  <a:lnTo>
                    <a:pt x="41" y="735"/>
                  </a:lnTo>
                  <a:lnTo>
                    <a:pt x="100" y="834"/>
                  </a:lnTo>
                  <a:lnTo>
                    <a:pt x="160" y="913"/>
                  </a:lnTo>
                  <a:lnTo>
                    <a:pt x="239" y="973"/>
                  </a:lnTo>
                  <a:lnTo>
                    <a:pt x="338" y="1032"/>
                  </a:lnTo>
                  <a:lnTo>
                    <a:pt x="437" y="1052"/>
                  </a:lnTo>
                  <a:lnTo>
                    <a:pt x="537" y="1072"/>
                  </a:lnTo>
                  <a:lnTo>
                    <a:pt x="636" y="1052"/>
                  </a:lnTo>
                  <a:lnTo>
                    <a:pt x="735" y="1032"/>
                  </a:lnTo>
                  <a:lnTo>
                    <a:pt x="834" y="973"/>
                  </a:lnTo>
                  <a:lnTo>
                    <a:pt x="914" y="913"/>
                  </a:lnTo>
                  <a:lnTo>
                    <a:pt x="973" y="834"/>
                  </a:lnTo>
                  <a:lnTo>
                    <a:pt x="1033" y="735"/>
                  </a:lnTo>
                  <a:lnTo>
                    <a:pt x="1052" y="635"/>
                  </a:lnTo>
                  <a:lnTo>
                    <a:pt x="1072" y="536"/>
                  </a:lnTo>
                  <a:lnTo>
                    <a:pt x="1052" y="437"/>
                  </a:lnTo>
                  <a:lnTo>
                    <a:pt x="1033" y="338"/>
                  </a:lnTo>
                  <a:lnTo>
                    <a:pt x="973" y="239"/>
                  </a:lnTo>
                  <a:lnTo>
                    <a:pt x="914" y="159"/>
                  </a:lnTo>
                  <a:lnTo>
                    <a:pt x="834" y="100"/>
                  </a:lnTo>
                  <a:lnTo>
                    <a:pt x="735" y="40"/>
                  </a:lnTo>
                  <a:lnTo>
                    <a:pt x="636" y="20"/>
                  </a:lnTo>
                  <a:lnTo>
                    <a:pt x="5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6424150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298" y="41"/>
                  </a:lnTo>
                  <a:lnTo>
                    <a:pt x="219" y="80"/>
                  </a:lnTo>
                  <a:lnTo>
                    <a:pt x="139" y="140"/>
                  </a:lnTo>
                  <a:lnTo>
                    <a:pt x="80" y="219"/>
                  </a:lnTo>
                  <a:lnTo>
                    <a:pt x="40" y="299"/>
                  </a:lnTo>
                  <a:lnTo>
                    <a:pt x="20" y="398"/>
                  </a:lnTo>
                  <a:lnTo>
                    <a:pt x="1" y="497"/>
                  </a:lnTo>
                  <a:lnTo>
                    <a:pt x="20" y="596"/>
                  </a:lnTo>
                  <a:lnTo>
                    <a:pt x="40" y="676"/>
                  </a:lnTo>
                  <a:lnTo>
                    <a:pt x="80" y="775"/>
                  </a:lnTo>
                  <a:lnTo>
                    <a:pt x="139" y="834"/>
                  </a:lnTo>
                  <a:lnTo>
                    <a:pt x="219" y="894"/>
                  </a:lnTo>
                  <a:lnTo>
                    <a:pt x="298" y="953"/>
                  </a:lnTo>
                  <a:lnTo>
                    <a:pt x="397" y="973"/>
                  </a:lnTo>
                  <a:lnTo>
                    <a:pt x="497" y="993"/>
                  </a:lnTo>
                  <a:lnTo>
                    <a:pt x="596" y="973"/>
                  </a:lnTo>
                  <a:lnTo>
                    <a:pt x="695" y="953"/>
                  </a:lnTo>
                  <a:lnTo>
                    <a:pt x="774" y="894"/>
                  </a:lnTo>
                  <a:lnTo>
                    <a:pt x="854" y="834"/>
                  </a:lnTo>
                  <a:lnTo>
                    <a:pt x="913" y="775"/>
                  </a:lnTo>
                  <a:lnTo>
                    <a:pt x="953" y="676"/>
                  </a:lnTo>
                  <a:lnTo>
                    <a:pt x="973" y="596"/>
                  </a:lnTo>
                  <a:lnTo>
                    <a:pt x="993" y="497"/>
                  </a:lnTo>
                  <a:lnTo>
                    <a:pt x="973" y="398"/>
                  </a:lnTo>
                  <a:lnTo>
                    <a:pt x="953" y="299"/>
                  </a:lnTo>
                  <a:lnTo>
                    <a:pt x="913" y="219"/>
                  </a:lnTo>
                  <a:lnTo>
                    <a:pt x="854" y="140"/>
                  </a:lnTo>
                  <a:lnTo>
                    <a:pt x="774" y="80"/>
                  </a:lnTo>
                  <a:lnTo>
                    <a:pt x="695" y="41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6425150" y="591300"/>
              <a:ext cx="22825" cy="22850"/>
            </a:xfrm>
            <a:custGeom>
              <a:avLst/>
              <a:gdLst/>
              <a:ahLst/>
              <a:cxnLst/>
              <a:rect l="l" t="t" r="r" b="b"/>
              <a:pathLst>
                <a:path w="913" h="914" extrusionOk="0">
                  <a:moveTo>
                    <a:pt x="457" y="0"/>
                  </a:moveTo>
                  <a:lnTo>
                    <a:pt x="357" y="20"/>
                  </a:lnTo>
                  <a:lnTo>
                    <a:pt x="278" y="40"/>
                  </a:lnTo>
                  <a:lnTo>
                    <a:pt x="199" y="80"/>
                  </a:lnTo>
                  <a:lnTo>
                    <a:pt x="139" y="139"/>
                  </a:lnTo>
                  <a:lnTo>
                    <a:pt x="80" y="199"/>
                  </a:lnTo>
                  <a:lnTo>
                    <a:pt x="40" y="278"/>
                  </a:lnTo>
                  <a:lnTo>
                    <a:pt x="0" y="377"/>
                  </a:lnTo>
                  <a:lnTo>
                    <a:pt x="0" y="457"/>
                  </a:lnTo>
                  <a:lnTo>
                    <a:pt x="0" y="556"/>
                  </a:lnTo>
                  <a:lnTo>
                    <a:pt x="40" y="635"/>
                  </a:lnTo>
                  <a:lnTo>
                    <a:pt x="80" y="715"/>
                  </a:lnTo>
                  <a:lnTo>
                    <a:pt x="139" y="794"/>
                  </a:lnTo>
                  <a:lnTo>
                    <a:pt x="199" y="834"/>
                  </a:lnTo>
                  <a:lnTo>
                    <a:pt x="278" y="873"/>
                  </a:lnTo>
                  <a:lnTo>
                    <a:pt x="357" y="913"/>
                  </a:lnTo>
                  <a:lnTo>
                    <a:pt x="556" y="913"/>
                  </a:lnTo>
                  <a:lnTo>
                    <a:pt x="635" y="873"/>
                  </a:lnTo>
                  <a:lnTo>
                    <a:pt x="715" y="834"/>
                  </a:lnTo>
                  <a:lnTo>
                    <a:pt x="774" y="794"/>
                  </a:lnTo>
                  <a:lnTo>
                    <a:pt x="834" y="715"/>
                  </a:lnTo>
                  <a:lnTo>
                    <a:pt x="873" y="635"/>
                  </a:lnTo>
                  <a:lnTo>
                    <a:pt x="913" y="556"/>
                  </a:lnTo>
                  <a:lnTo>
                    <a:pt x="913" y="457"/>
                  </a:lnTo>
                  <a:lnTo>
                    <a:pt x="913" y="377"/>
                  </a:lnTo>
                  <a:lnTo>
                    <a:pt x="873" y="278"/>
                  </a:lnTo>
                  <a:lnTo>
                    <a:pt x="834" y="199"/>
                  </a:lnTo>
                  <a:lnTo>
                    <a:pt x="774" y="139"/>
                  </a:lnTo>
                  <a:lnTo>
                    <a:pt x="715" y="80"/>
                  </a:lnTo>
                  <a:lnTo>
                    <a:pt x="635" y="40"/>
                  </a:lnTo>
                  <a:lnTo>
                    <a:pt x="55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6426125" y="709350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338" y="1"/>
                  </a:moveTo>
                  <a:lnTo>
                    <a:pt x="259" y="21"/>
                  </a:lnTo>
                  <a:lnTo>
                    <a:pt x="179" y="60"/>
                  </a:lnTo>
                  <a:lnTo>
                    <a:pt x="120" y="120"/>
                  </a:lnTo>
                  <a:lnTo>
                    <a:pt x="80" y="179"/>
                  </a:lnTo>
                  <a:lnTo>
                    <a:pt x="41" y="259"/>
                  </a:lnTo>
                  <a:lnTo>
                    <a:pt x="1" y="338"/>
                  </a:lnTo>
                  <a:lnTo>
                    <a:pt x="1" y="417"/>
                  </a:lnTo>
                  <a:lnTo>
                    <a:pt x="1" y="497"/>
                  </a:lnTo>
                  <a:lnTo>
                    <a:pt x="41" y="576"/>
                  </a:lnTo>
                  <a:lnTo>
                    <a:pt x="80" y="656"/>
                  </a:lnTo>
                  <a:lnTo>
                    <a:pt x="120" y="715"/>
                  </a:lnTo>
                  <a:lnTo>
                    <a:pt x="179" y="755"/>
                  </a:lnTo>
                  <a:lnTo>
                    <a:pt x="259" y="794"/>
                  </a:lnTo>
                  <a:lnTo>
                    <a:pt x="338" y="834"/>
                  </a:lnTo>
                  <a:lnTo>
                    <a:pt x="497" y="834"/>
                  </a:lnTo>
                  <a:lnTo>
                    <a:pt x="576" y="794"/>
                  </a:lnTo>
                  <a:lnTo>
                    <a:pt x="656" y="755"/>
                  </a:lnTo>
                  <a:lnTo>
                    <a:pt x="715" y="715"/>
                  </a:lnTo>
                  <a:lnTo>
                    <a:pt x="755" y="656"/>
                  </a:lnTo>
                  <a:lnTo>
                    <a:pt x="795" y="576"/>
                  </a:lnTo>
                  <a:lnTo>
                    <a:pt x="834" y="497"/>
                  </a:lnTo>
                  <a:lnTo>
                    <a:pt x="834" y="417"/>
                  </a:lnTo>
                  <a:lnTo>
                    <a:pt x="834" y="338"/>
                  </a:lnTo>
                  <a:lnTo>
                    <a:pt x="795" y="259"/>
                  </a:lnTo>
                  <a:lnTo>
                    <a:pt x="755" y="179"/>
                  </a:lnTo>
                  <a:lnTo>
                    <a:pt x="715" y="120"/>
                  </a:lnTo>
                  <a:lnTo>
                    <a:pt x="656" y="60"/>
                  </a:lnTo>
                  <a:lnTo>
                    <a:pt x="576" y="21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6427125" y="826925"/>
              <a:ext cx="18875" cy="19375"/>
            </a:xfrm>
            <a:custGeom>
              <a:avLst/>
              <a:gdLst/>
              <a:ahLst/>
              <a:cxnLst/>
              <a:rect l="l" t="t" r="r" b="b"/>
              <a:pathLst>
                <a:path w="755" h="775" extrusionOk="0">
                  <a:moveTo>
                    <a:pt x="378" y="0"/>
                  </a:moveTo>
                  <a:lnTo>
                    <a:pt x="298" y="20"/>
                  </a:lnTo>
                  <a:lnTo>
                    <a:pt x="239" y="40"/>
                  </a:lnTo>
                  <a:lnTo>
                    <a:pt x="159" y="80"/>
                  </a:lnTo>
                  <a:lnTo>
                    <a:pt x="100" y="119"/>
                  </a:lnTo>
                  <a:lnTo>
                    <a:pt x="60" y="179"/>
                  </a:lnTo>
                  <a:lnTo>
                    <a:pt x="20" y="238"/>
                  </a:lnTo>
                  <a:lnTo>
                    <a:pt x="1" y="318"/>
                  </a:lnTo>
                  <a:lnTo>
                    <a:pt x="1" y="397"/>
                  </a:lnTo>
                  <a:lnTo>
                    <a:pt x="1" y="457"/>
                  </a:lnTo>
                  <a:lnTo>
                    <a:pt x="20" y="536"/>
                  </a:lnTo>
                  <a:lnTo>
                    <a:pt x="60" y="596"/>
                  </a:lnTo>
                  <a:lnTo>
                    <a:pt x="100" y="655"/>
                  </a:lnTo>
                  <a:lnTo>
                    <a:pt x="159" y="695"/>
                  </a:lnTo>
                  <a:lnTo>
                    <a:pt x="239" y="734"/>
                  </a:lnTo>
                  <a:lnTo>
                    <a:pt x="298" y="754"/>
                  </a:lnTo>
                  <a:lnTo>
                    <a:pt x="378" y="774"/>
                  </a:lnTo>
                  <a:lnTo>
                    <a:pt x="457" y="754"/>
                  </a:lnTo>
                  <a:lnTo>
                    <a:pt x="516" y="734"/>
                  </a:lnTo>
                  <a:lnTo>
                    <a:pt x="596" y="695"/>
                  </a:lnTo>
                  <a:lnTo>
                    <a:pt x="655" y="655"/>
                  </a:lnTo>
                  <a:lnTo>
                    <a:pt x="695" y="596"/>
                  </a:lnTo>
                  <a:lnTo>
                    <a:pt x="735" y="536"/>
                  </a:lnTo>
                  <a:lnTo>
                    <a:pt x="755" y="457"/>
                  </a:lnTo>
                  <a:lnTo>
                    <a:pt x="755" y="397"/>
                  </a:lnTo>
                  <a:lnTo>
                    <a:pt x="755" y="318"/>
                  </a:lnTo>
                  <a:lnTo>
                    <a:pt x="735" y="238"/>
                  </a:lnTo>
                  <a:lnTo>
                    <a:pt x="695" y="179"/>
                  </a:lnTo>
                  <a:lnTo>
                    <a:pt x="655" y="119"/>
                  </a:lnTo>
                  <a:lnTo>
                    <a:pt x="596" y="80"/>
                  </a:lnTo>
                  <a:lnTo>
                    <a:pt x="516" y="40"/>
                  </a:lnTo>
                  <a:lnTo>
                    <a:pt x="457" y="20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6428125" y="944975"/>
              <a:ext cx="16875" cy="1690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278" y="1"/>
                  </a:moveTo>
                  <a:lnTo>
                    <a:pt x="199" y="21"/>
                  </a:lnTo>
                  <a:lnTo>
                    <a:pt x="139" y="60"/>
                  </a:lnTo>
                  <a:lnTo>
                    <a:pt x="99" y="100"/>
                  </a:lnTo>
                  <a:lnTo>
                    <a:pt x="60" y="159"/>
                  </a:lnTo>
                  <a:lnTo>
                    <a:pt x="20" y="199"/>
                  </a:lnTo>
                  <a:lnTo>
                    <a:pt x="0" y="278"/>
                  </a:lnTo>
                  <a:lnTo>
                    <a:pt x="0" y="338"/>
                  </a:lnTo>
                  <a:lnTo>
                    <a:pt x="0" y="417"/>
                  </a:lnTo>
                  <a:lnTo>
                    <a:pt x="20" y="477"/>
                  </a:lnTo>
                  <a:lnTo>
                    <a:pt x="60" y="536"/>
                  </a:lnTo>
                  <a:lnTo>
                    <a:pt x="99" y="576"/>
                  </a:lnTo>
                  <a:lnTo>
                    <a:pt x="139" y="616"/>
                  </a:lnTo>
                  <a:lnTo>
                    <a:pt x="199" y="655"/>
                  </a:lnTo>
                  <a:lnTo>
                    <a:pt x="278" y="675"/>
                  </a:lnTo>
                  <a:lnTo>
                    <a:pt x="397" y="675"/>
                  </a:lnTo>
                  <a:lnTo>
                    <a:pt x="476" y="655"/>
                  </a:lnTo>
                  <a:lnTo>
                    <a:pt x="536" y="616"/>
                  </a:lnTo>
                  <a:lnTo>
                    <a:pt x="576" y="576"/>
                  </a:lnTo>
                  <a:lnTo>
                    <a:pt x="615" y="536"/>
                  </a:lnTo>
                  <a:lnTo>
                    <a:pt x="655" y="477"/>
                  </a:lnTo>
                  <a:lnTo>
                    <a:pt x="675" y="417"/>
                  </a:lnTo>
                  <a:lnTo>
                    <a:pt x="675" y="338"/>
                  </a:lnTo>
                  <a:lnTo>
                    <a:pt x="675" y="278"/>
                  </a:lnTo>
                  <a:lnTo>
                    <a:pt x="655" y="199"/>
                  </a:lnTo>
                  <a:lnTo>
                    <a:pt x="615" y="159"/>
                  </a:lnTo>
                  <a:lnTo>
                    <a:pt x="576" y="100"/>
                  </a:lnTo>
                  <a:lnTo>
                    <a:pt x="536" y="60"/>
                  </a:lnTo>
                  <a:lnTo>
                    <a:pt x="476" y="21"/>
                  </a:lnTo>
                  <a:lnTo>
                    <a:pt x="3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6429100" y="1062550"/>
              <a:ext cx="14925" cy="15400"/>
            </a:xfrm>
            <a:custGeom>
              <a:avLst/>
              <a:gdLst/>
              <a:ahLst/>
              <a:cxnLst/>
              <a:rect l="l" t="t" r="r" b="b"/>
              <a:pathLst>
                <a:path w="597" h="616" extrusionOk="0">
                  <a:moveTo>
                    <a:pt x="299" y="0"/>
                  </a:moveTo>
                  <a:lnTo>
                    <a:pt x="239" y="20"/>
                  </a:lnTo>
                  <a:lnTo>
                    <a:pt x="180" y="40"/>
                  </a:lnTo>
                  <a:lnTo>
                    <a:pt x="80" y="99"/>
                  </a:lnTo>
                  <a:lnTo>
                    <a:pt x="21" y="199"/>
                  </a:lnTo>
                  <a:lnTo>
                    <a:pt x="1" y="258"/>
                  </a:lnTo>
                  <a:lnTo>
                    <a:pt x="1" y="318"/>
                  </a:lnTo>
                  <a:lnTo>
                    <a:pt x="1" y="377"/>
                  </a:lnTo>
                  <a:lnTo>
                    <a:pt x="21" y="437"/>
                  </a:lnTo>
                  <a:lnTo>
                    <a:pt x="80" y="536"/>
                  </a:lnTo>
                  <a:lnTo>
                    <a:pt x="180" y="595"/>
                  </a:lnTo>
                  <a:lnTo>
                    <a:pt x="239" y="615"/>
                  </a:lnTo>
                  <a:lnTo>
                    <a:pt x="358" y="615"/>
                  </a:lnTo>
                  <a:lnTo>
                    <a:pt x="418" y="595"/>
                  </a:lnTo>
                  <a:lnTo>
                    <a:pt x="517" y="536"/>
                  </a:lnTo>
                  <a:lnTo>
                    <a:pt x="576" y="437"/>
                  </a:lnTo>
                  <a:lnTo>
                    <a:pt x="596" y="377"/>
                  </a:lnTo>
                  <a:lnTo>
                    <a:pt x="596" y="318"/>
                  </a:lnTo>
                  <a:lnTo>
                    <a:pt x="596" y="258"/>
                  </a:lnTo>
                  <a:lnTo>
                    <a:pt x="576" y="199"/>
                  </a:lnTo>
                  <a:lnTo>
                    <a:pt x="517" y="99"/>
                  </a:lnTo>
                  <a:lnTo>
                    <a:pt x="418" y="40"/>
                  </a:lnTo>
                  <a:lnTo>
                    <a:pt x="358" y="20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6430100" y="1180600"/>
              <a:ext cx="12925" cy="13425"/>
            </a:xfrm>
            <a:custGeom>
              <a:avLst/>
              <a:gdLst/>
              <a:ahLst/>
              <a:cxnLst/>
              <a:rect l="l" t="t" r="r" b="b"/>
              <a:pathLst>
                <a:path w="517" h="537" extrusionOk="0">
                  <a:moveTo>
                    <a:pt x="259" y="1"/>
                  </a:moveTo>
                  <a:lnTo>
                    <a:pt x="159" y="20"/>
                  </a:lnTo>
                  <a:lnTo>
                    <a:pt x="80" y="80"/>
                  </a:lnTo>
                  <a:lnTo>
                    <a:pt x="20" y="159"/>
                  </a:lnTo>
                  <a:lnTo>
                    <a:pt x="1" y="259"/>
                  </a:lnTo>
                  <a:lnTo>
                    <a:pt x="20" y="378"/>
                  </a:lnTo>
                  <a:lnTo>
                    <a:pt x="80" y="457"/>
                  </a:lnTo>
                  <a:lnTo>
                    <a:pt x="159" y="516"/>
                  </a:lnTo>
                  <a:lnTo>
                    <a:pt x="259" y="536"/>
                  </a:lnTo>
                  <a:lnTo>
                    <a:pt x="358" y="516"/>
                  </a:lnTo>
                  <a:lnTo>
                    <a:pt x="437" y="457"/>
                  </a:lnTo>
                  <a:lnTo>
                    <a:pt x="497" y="378"/>
                  </a:lnTo>
                  <a:lnTo>
                    <a:pt x="517" y="259"/>
                  </a:lnTo>
                  <a:lnTo>
                    <a:pt x="497" y="159"/>
                  </a:lnTo>
                  <a:lnTo>
                    <a:pt x="437" y="80"/>
                  </a:lnTo>
                  <a:lnTo>
                    <a:pt x="358" y="20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6431100" y="1298650"/>
              <a:ext cx="10925" cy="10950"/>
            </a:xfrm>
            <a:custGeom>
              <a:avLst/>
              <a:gdLst/>
              <a:ahLst/>
              <a:cxnLst/>
              <a:rect l="l" t="t" r="r" b="b"/>
              <a:pathLst>
                <a:path w="437" h="438" extrusionOk="0">
                  <a:moveTo>
                    <a:pt x="139" y="1"/>
                  </a:moveTo>
                  <a:lnTo>
                    <a:pt x="60" y="60"/>
                  </a:lnTo>
                  <a:lnTo>
                    <a:pt x="0" y="140"/>
                  </a:lnTo>
                  <a:lnTo>
                    <a:pt x="0" y="219"/>
                  </a:lnTo>
                  <a:lnTo>
                    <a:pt x="0" y="299"/>
                  </a:lnTo>
                  <a:lnTo>
                    <a:pt x="60" y="378"/>
                  </a:lnTo>
                  <a:lnTo>
                    <a:pt x="139" y="437"/>
                  </a:lnTo>
                  <a:lnTo>
                    <a:pt x="298" y="437"/>
                  </a:lnTo>
                  <a:lnTo>
                    <a:pt x="377" y="378"/>
                  </a:lnTo>
                  <a:lnTo>
                    <a:pt x="437" y="299"/>
                  </a:lnTo>
                  <a:lnTo>
                    <a:pt x="437" y="219"/>
                  </a:lnTo>
                  <a:lnTo>
                    <a:pt x="437" y="140"/>
                  </a:lnTo>
                  <a:lnTo>
                    <a:pt x="377" y="60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6431600" y="1416225"/>
              <a:ext cx="9925" cy="9450"/>
            </a:xfrm>
            <a:custGeom>
              <a:avLst/>
              <a:gdLst/>
              <a:ahLst/>
              <a:cxnLst/>
              <a:rect l="l" t="t" r="r" b="b"/>
              <a:pathLst>
                <a:path w="397" h="378" extrusionOk="0">
                  <a:moveTo>
                    <a:pt x="19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99"/>
                  </a:lnTo>
                  <a:lnTo>
                    <a:pt x="20" y="258"/>
                  </a:lnTo>
                  <a:lnTo>
                    <a:pt x="60" y="318"/>
                  </a:lnTo>
                  <a:lnTo>
                    <a:pt x="119" y="358"/>
                  </a:lnTo>
                  <a:lnTo>
                    <a:pt x="199" y="377"/>
                  </a:lnTo>
                  <a:lnTo>
                    <a:pt x="278" y="358"/>
                  </a:lnTo>
                  <a:lnTo>
                    <a:pt x="337" y="318"/>
                  </a:lnTo>
                  <a:lnTo>
                    <a:pt x="377" y="258"/>
                  </a:lnTo>
                  <a:lnTo>
                    <a:pt x="397" y="199"/>
                  </a:lnTo>
                  <a:lnTo>
                    <a:pt x="377" y="119"/>
                  </a:lnTo>
                  <a:lnTo>
                    <a:pt x="337" y="60"/>
                  </a:lnTo>
                  <a:lnTo>
                    <a:pt x="278" y="20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6432575" y="1534275"/>
              <a:ext cx="7975" cy="7475"/>
            </a:xfrm>
            <a:custGeom>
              <a:avLst/>
              <a:gdLst/>
              <a:ahLst/>
              <a:cxnLst/>
              <a:rect l="l" t="t" r="r" b="b"/>
              <a:pathLst>
                <a:path w="319" h="299" extrusionOk="0">
                  <a:moveTo>
                    <a:pt x="100" y="1"/>
                  </a:moveTo>
                  <a:lnTo>
                    <a:pt x="60" y="40"/>
                  </a:lnTo>
                  <a:lnTo>
                    <a:pt x="21" y="80"/>
                  </a:lnTo>
                  <a:lnTo>
                    <a:pt x="1" y="140"/>
                  </a:lnTo>
                  <a:lnTo>
                    <a:pt x="21" y="199"/>
                  </a:lnTo>
                  <a:lnTo>
                    <a:pt x="60" y="259"/>
                  </a:lnTo>
                  <a:lnTo>
                    <a:pt x="100" y="279"/>
                  </a:lnTo>
                  <a:lnTo>
                    <a:pt x="160" y="298"/>
                  </a:lnTo>
                  <a:lnTo>
                    <a:pt x="219" y="279"/>
                  </a:lnTo>
                  <a:lnTo>
                    <a:pt x="259" y="259"/>
                  </a:lnTo>
                  <a:lnTo>
                    <a:pt x="298" y="199"/>
                  </a:lnTo>
                  <a:lnTo>
                    <a:pt x="318" y="140"/>
                  </a:lnTo>
                  <a:lnTo>
                    <a:pt x="298" y="80"/>
                  </a:lnTo>
                  <a:lnTo>
                    <a:pt x="259" y="40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6433575" y="1651850"/>
              <a:ext cx="5975" cy="5975"/>
            </a:xfrm>
            <a:custGeom>
              <a:avLst/>
              <a:gdLst/>
              <a:ahLst/>
              <a:cxnLst/>
              <a:rect l="l" t="t" r="r" b="b"/>
              <a:pathLst>
                <a:path w="239" h="239" extrusionOk="0">
                  <a:moveTo>
                    <a:pt x="120" y="0"/>
                  </a:moveTo>
                  <a:lnTo>
                    <a:pt x="80" y="20"/>
                  </a:lnTo>
                  <a:lnTo>
                    <a:pt x="40" y="40"/>
                  </a:lnTo>
                  <a:lnTo>
                    <a:pt x="20" y="80"/>
                  </a:lnTo>
                  <a:lnTo>
                    <a:pt x="1" y="119"/>
                  </a:lnTo>
                  <a:lnTo>
                    <a:pt x="20" y="159"/>
                  </a:lnTo>
                  <a:lnTo>
                    <a:pt x="40" y="199"/>
                  </a:lnTo>
                  <a:lnTo>
                    <a:pt x="80" y="219"/>
                  </a:lnTo>
                  <a:lnTo>
                    <a:pt x="120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9" y="159"/>
                  </a:lnTo>
                  <a:lnTo>
                    <a:pt x="239" y="119"/>
                  </a:lnTo>
                  <a:lnTo>
                    <a:pt x="219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6434575" y="1769900"/>
              <a:ext cx="3975" cy="3500"/>
            </a:xfrm>
            <a:custGeom>
              <a:avLst/>
              <a:gdLst/>
              <a:ahLst/>
              <a:cxnLst/>
              <a:rect l="l" t="t" r="r" b="b"/>
              <a:pathLst>
                <a:path w="159" h="140" extrusionOk="0">
                  <a:moveTo>
                    <a:pt x="60" y="1"/>
                  </a:moveTo>
                  <a:lnTo>
                    <a:pt x="20" y="21"/>
                  </a:lnTo>
                  <a:lnTo>
                    <a:pt x="0" y="40"/>
                  </a:lnTo>
                  <a:lnTo>
                    <a:pt x="0" y="80"/>
                  </a:lnTo>
                  <a:lnTo>
                    <a:pt x="0" y="100"/>
                  </a:lnTo>
                  <a:lnTo>
                    <a:pt x="20" y="120"/>
                  </a:lnTo>
                  <a:lnTo>
                    <a:pt x="60" y="140"/>
                  </a:lnTo>
                  <a:lnTo>
                    <a:pt x="99" y="140"/>
                  </a:lnTo>
                  <a:lnTo>
                    <a:pt x="139" y="120"/>
                  </a:lnTo>
                  <a:lnTo>
                    <a:pt x="159" y="100"/>
                  </a:lnTo>
                  <a:lnTo>
                    <a:pt x="159" y="80"/>
                  </a:lnTo>
                  <a:lnTo>
                    <a:pt x="159" y="40"/>
                  </a:lnTo>
                  <a:lnTo>
                    <a:pt x="139" y="21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6435550" y="1887475"/>
              <a:ext cx="2025" cy="2000"/>
            </a:xfrm>
            <a:custGeom>
              <a:avLst/>
              <a:gdLst/>
              <a:ahLst/>
              <a:cxnLst/>
              <a:rect l="l" t="t" r="r" b="b"/>
              <a:pathLst>
                <a:path w="81" h="80" extrusionOk="0">
                  <a:moveTo>
                    <a:pt x="41" y="0"/>
                  </a:moveTo>
                  <a:lnTo>
                    <a:pt x="21" y="20"/>
                  </a:lnTo>
                  <a:lnTo>
                    <a:pt x="1" y="40"/>
                  </a:lnTo>
                  <a:lnTo>
                    <a:pt x="21" y="60"/>
                  </a:lnTo>
                  <a:lnTo>
                    <a:pt x="41" y="80"/>
                  </a:lnTo>
                  <a:lnTo>
                    <a:pt x="60" y="60"/>
                  </a:lnTo>
                  <a:lnTo>
                    <a:pt x="80" y="40"/>
                  </a:lnTo>
                  <a:lnTo>
                    <a:pt x="60" y="2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643655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643655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"/>
          <p:cNvSpPr/>
          <p:nvPr/>
        </p:nvSpPr>
        <p:spPr>
          <a:xfrm>
            <a:off x="7913600" y="-1432975"/>
            <a:ext cx="2111100" cy="2111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7"/>
          <p:cNvSpPr/>
          <p:nvPr/>
        </p:nvSpPr>
        <p:spPr>
          <a:xfrm>
            <a:off x="8727075" y="774425"/>
            <a:ext cx="192600" cy="19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7"/>
          <p:cNvSpPr/>
          <p:nvPr/>
        </p:nvSpPr>
        <p:spPr>
          <a:xfrm>
            <a:off x="7797200" y="173150"/>
            <a:ext cx="118800" cy="118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6" name="Google Shape;446;p7"/>
          <p:cNvGrpSpPr/>
          <p:nvPr/>
        </p:nvGrpSpPr>
        <p:grpSpPr>
          <a:xfrm flipH="1">
            <a:off x="8547321" y="4219198"/>
            <a:ext cx="552100" cy="760450"/>
            <a:chOff x="1169050" y="238125"/>
            <a:chExt cx="552100" cy="760450"/>
          </a:xfrm>
        </p:grpSpPr>
        <p:sp>
          <p:nvSpPr>
            <p:cNvPr id="447" name="Google Shape;447;p7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7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7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7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7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7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7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7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7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7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7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7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7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7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7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7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3" name="Google Shape;463;p7"/>
          <p:cNvSpPr/>
          <p:nvPr/>
        </p:nvSpPr>
        <p:spPr>
          <a:xfrm>
            <a:off x="0" y="0"/>
            <a:ext cx="720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4" name="Google Shape;464;p7"/>
          <p:cNvGrpSpPr/>
          <p:nvPr/>
        </p:nvGrpSpPr>
        <p:grpSpPr>
          <a:xfrm rot="-5400000">
            <a:off x="-407150" y="4227079"/>
            <a:ext cx="1534300" cy="69950"/>
            <a:chOff x="1213675" y="3814125"/>
            <a:chExt cx="1534300" cy="69950"/>
          </a:xfrm>
        </p:grpSpPr>
        <p:sp>
          <p:nvSpPr>
            <p:cNvPr id="465" name="Google Shape;465;p7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7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7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8" name="Google Shape;468;p7"/>
          <p:cNvSpPr txBox="1">
            <a:spLocks noGrp="1"/>
          </p:cNvSpPr>
          <p:nvPr>
            <p:ph type="body" idx="1"/>
          </p:nvPr>
        </p:nvSpPr>
        <p:spPr>
          <a:xfrm>
            <a:off x="2238000" y="1633800"/>
            <a:ext cx="4668000" cy="219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69" name="Google Shape;469;p7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8"/>
          <p:cNvSpPr/>
          <p:nvPr/>
        </p:nvSpPr>
        <p:spPr>
          <a:xfrm flipH="1">
            <a:off x="-871591" y="-1432975"/>
            <a:ext cx="2111100" cy="2111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8"/>
          <p:cNvSpPr/>
          <p:nvPr/>
        </p:nvSpPr>
        <p:spPr>
          <a:xfrm flipH="1">
            <a:off x="233434" y="774425"/>
            <a:ext cx="192600" cy="19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8"/>
          <p:cNvSpPr/>
          <p:nvPr/>
        </p:nvSpPr>
        <p:spPr>
          <a:xfrm flipH="1">
            <a:off x="1237109" y="173150"/>
            <a:ext cx="118800" cy="118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4" name="Google Shape;474;p8"/>
          <p:cNvGrpSpPr/>
          <p:nvPr/>
        </p:nvGrpSpPr>
        <p:grpSpPr>
          <a:xfrm>
            <a:off x="53688" y="4219198"/>
            <a:ext cx="552100" cy="760450"/>
            <a:chOff x="1169050" y="238125"/>
            <a:chExt cx="552100" cy="760450"/>
          </a:xfrm>
        </p:grpSpPr>
        <p:sp>
          <p:nvSpPr>
            <p:cNvPr id="475" name="Google Shape;475;p8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8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8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8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8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8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8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8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8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8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8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8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8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8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8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8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1" name="Google Shape;491;p8"/>
          <p:cNvSpPr/>
          <p:nvPr/>
        </p:nvSpPr>
        <p:spPr>
          <a:xfrm flipH="1">
            <a:off x="8433109" y="0"/>
            <a:ext cx="720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2" name="Google Shape;492;p8"/>
          <p:cNvGrpSpPr/>
          <p:nvPr/>
        </p:nvGrpSpPr>
        <p:grpSpPr>
          <a:xfrm rot="5400000" flipH="1">
            <a:off x="8025959" y="4227079"/>
            <a:ext cx="1534300" cy="69950"/>
            <a:chOff x="1213675" y="3814125"/>
            <a:chExt cx="1534300" cy="69950"/>
          </a:xfrm>
        </p:grpSpPr>
        <p:sp>
          <p:nvSpPr>
            <p:cNvPr id="493" name="Google Shape;493;p8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8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8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6" name="Google Shape;496;p8"/>
          <p:cNvSpPr txBox="1">
            <a:spLocks noGrp="1"/>
          </p:cNvSpPr>
          <p:nvPr>
            <p:ph type="title"/>
          </p:nvPr>
        </p:nvSpPr>
        <p:spPr>
          <a:xfrm>
            <a:off x="1280250" y="1482300"/>
            <a:ext cx="6583500" cy="21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9"/>
          <p:cNvSpPr txBox="1">
            <a:spLocks noGrp="1"/>
          </p:cNvSpPr>
          <p:nvPr>
            <p:ph type="title"/>
          </p:nvPr>
        </p:nvSpPr>
        <p:spPr>
          <a:xfrm>
            <a:off x="4378200" y="1235850"/>
            <a:ext cx="4049700" cy="139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9"/>
          <p:cNvSpPr txBox="1">
            <a:spLocks noGrp="1"/>
          </p:cNvSpPr>
          <p:nvPr>
            <p:ph type="subTitle" idx="1"/>
          </p:nvPr>
        </p:nvSpPr>
        <p:spPr>
          <a:xfrm>
            <a:off x="4378200" y="2745750"/>
            <a:ext cx="4049700" cy="11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9"/>
          <p:cNvSpPr>
            <a:spLocks noGrp="1"/>
          </p:cNvSpPr>
          <p:nvPr>
            <p:ph type="pic" idx="2"/>
          </p:nvPr>
        </p:nvSpPr>
        <p:spPr>
          <a:xfrm>
            <a:off x="0" y="696150"/>
            <a:ext cx="4130700" cy="3751200"/>
          </a:xfrm>
          <a:prstGeom prst="rect">
            <a:avLst/>
          </a:prstGeom>
          <a:noFill/>
          <a:ln>
            <a:noFill/>
          </a:ln>
        </p:spPr>
      </p:sp>
      <p:pic>
        <p:nvPicPr>
          <p:cNvPr id="501" name="Google Shape;50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87553" y="-30921"/>
            <a:ext cx="4609976" cy="268397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9"/>
          <p:cNvSpPr/>
          <p:nvPr/>
        </p:nvSpPr>
        <p:spPr>
          <a:xfrm>
            <a:off x="0" y="0"/>
            <a:ext cx="2236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3" name="Google Shape;503;p9"/>
          <p:cNvGrpSpPr/>
          <p:nvPr/>
        </p:nvGrpSpPr>
        <p:grpSpPr>
          <a:xfrm>
            <a:off x="7408850" y="245829"/>
            <a:ext cx="1534300" cy="69950"/>
            <a:chOff x="1213675" y="3814125"/>
            <a:chExt cx="1534300" cy="69950"/>
          </a:xfrm>
        </p:grpSpPr>
        <p:sp>
          <p:nvSpPr>
            <p:cNvPr id="504" name="Google Shape;504;p9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9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9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7" name="Google Shape;507;p9"/>
          <p:cNvSpPr/>
          <p:nvPr/>
        </p:nvSpPr>
        <p:spPr>
          <a:xfrm>
            <a:off x="8750550" y="3867450"/>
            <a:ext cx="192600" cy="192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9"/>
          <p:cNvSpPr/>
          <p:nvPr/>
        </p:nvSpPr>
        <p:spPr>
          <a:xfrm>
            <a:off x="8299000" y="4060050"/>
            <a:ext cx="2111100" cy="2111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9"/>
          <p:cNvSpPr/>
          <p:nvPr/>
        </p:nvSpPr>
        <p:spPr>
          <a:xfrm>
            <a:off x="7999325" y="4787750"/>
            <a:ext cx="192600" cy="19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12" name="Google Shape;512;p10"/>
          <p:cNvSpPr txBox="1">
            <a:spLocks noGrp="1"/>
          </p:cNvSpPr>
          <p:nvPr>
            <p:ph type="title"/>
          </p:nvPr>
        </p:nvSpPr>
        <p:spPr>
          <a:xfrm>
            <a:off x="3434700" y="3592925"/>
            <a:ext cx="4996200" cy="1006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1"/>
          <p:cNvSpPr/>
          <p:nvPr/>
        </p:nvSpPr>
        <p:spPr>
          <a:xfrm flipH="1">
            <a:off x="-38374" y="0"/>
            <a:ext cx="2236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1"/>
          <p:cNvSpPr/>
          <p:nvPr/>
        </p:nvSpPr>
        <p:spPr>
          <a:xfrm flipH="1">
            <a:off x="8092026" y="-1229625"/>
            <a:ext cx="2111100" cy="2111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1"/>
          <p:cNvSpPr/>
          <p:nvPr/>
        </p:nvSpPr>
        <p:spPr>
          <a:xfrm flipH="1">
            <a:off x="7848676" y="207200"/>
            <a:ext cx="192600" cy="19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7" name="Google Shape;517;p11"/>
          <p:cNvGrpSpPr/>
          <p:nvPr/>
        </p:nvGrpSpPr>
        <p:grpSpPr>
          <a:xfrm flipH="1">
            <a:off x="2367076" y="213729"/>
            <a:ext cx="1534300" cy="69950"/>
            <a:chOff x="1213675" y="3814125"/>
            <a:chExt cx="1534300" cy="69950"/>
          </a:xfrm>
        </p:grpSpPr>
        <p:sp>
          <p:nvSpPr>
            <p:cNvPr id="518" name="Google Shape;518;p11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1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1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1" name="Google Shape;521;p11"/>
          <p:cNvGrpSpPr/>
          <p:nvPr/>
        </p:nvGrpSpPr>
        <p:grpSpPr>
          <a:xfrm>
            <a:off x="8480806" y="4216148"/>
            <a:ext cx="552100" cy="760450"/>
            <a:chOff x="1169050" y="238125"/>
            <a:chExt cx="552100" cy="760450"/>
          </a:xfrm>
        </p:grpSpPr>
        <p:sp>
          <p:nvSpPr>
            <p:cNvPr id="522" name="Google Shape;522;p11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1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1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1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1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1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1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1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1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1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1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1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1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1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1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1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8" name="Google Shape;538;p11"/>
          <p:cNvGrpSpPr/>
          <p:nvPr/>
        </p:nvGrpSpPr>
        <p:grpSpPr>
          <a:xfrm flipH="1">
            <a:off x="228401" y="511350"/>
            <a:ext cx="552100" cy="760450"/>
            <a:chOff x="1169050" y="238125"/>
            <a:chExt cx="552100" cy="760450"/>
          </a:xfrm>
        </p:grpSpPr>
        <p:sp>
          <p:nvSpPr>
            <p:cNvPr id="539" name="Google Shape;539;p11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1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1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1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1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1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1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1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1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1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1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1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1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1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11"/>
          <p:cNvSpPr txBox="1">
            <a:spLocks noGrp="1"/>
          </p:cNvSpPr>
          <p:nvPr>
            <p:ph type="title" hasCustomPrompt="1"/>
          </p:nvPr>
        </p:nvSpPr>
        <p:spPr>
          <a:xfrm>
            <a:off x="998550" y="1486159"/>
            <a:ext cx="7146900" cy="18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56" name="Google Shape;556;p11"/>
          <p:cNvSpPr txBox="1">
            <a:spLocks noGrp="1"/>
          </p:cNvSpPr>
          <p:nvPr>
            <p:ph type="subTitle" idx="1"/>
          </p:nvPr>
        </p:nvSpPr>
        <p:spPr>
          <a:xfrm>
            <a:off x="996750" y="3291641"/>
            <a:ext cx="7150500" cy="36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3"/>
          <p:cNvSpPr txBox="1">
            <a:spLocks noGrp="1"/>
          </p:cNvSpPr>
          <p:nvPr>
            <p:ph type="title"/>
          </p:nvPr>
        </p:nvSpPr>
        <p:spPr>
          <a:xfrm>
            <a:off x="1597105" y="1250809"/>
            <a:ext cx="29376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i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60" name="Google Shape;560;p13"/>
          <p:cNvSpPr txBox="1">
            <a:spLocks noGrp="1"/>
          </p:cNvSpPr>
          <p:nvPr>
            <p:ph type="subTitle" idx="1"/>
          </p:nvPr>
        </p:nvSpPr>
        <p:spPr>
          <a:xfrm>
            <a:off x="1597105" y="1465609"/>
            <a:ext cx="29376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1" name="Google Shape;561;p13"/>
          <p:cNvSpPr txBox="1">
            <a:spLocks noGrp="1"/>
          </p:cNvSpPr>
          <p:nvPr>
            <p:ph type="title" idx="2"/>
          </p:nvPr>
        </p:nvSpPr>
        <p:spPr>
          <a:xfrm flipH="1">
            <a:off x="5419294" y="1250800"/>
            <a:ext cx="29379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i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62" name="Google Shape;562;p13"/>
          <p:cNvSpPr txBox="1">
            <a:spLocks noGrp="1"/>
          </p:cNvSpPr>
          <p:nvPr>
            <p:ph type="subTitle" idx="3"/>
          </p:nvPr>
        </p:nvSpPr>
        <p:spPr>
          <a:xfrm flipH="1">
            <a:off x="5419217" y="1465599"/>
            <a:ext cx="29376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13"/>
          <p:cNvSpPr txBox="1">
            <a:spLocks noGrp="1"/>
          </p:cNvSpPr>
          <p:nvPr>
            <p:ph type="title" idx="4" hasCustomPrompt="1"/>
          </p:nvPr>
        </p:nvSpPr>
        <p:spPr>
          <a:xfrm>
            <a:off x="798932" y="1403950"/>
            <a:ext cx="734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4" name="Google Shape;564;p13"/>
          <p:cNvSpPr txBox="1">
            <a:spLocks noGrp="1"/>
          </p:cNvSpPr>
          <p:nvPr>
            <p:ph type="title" idx="5" hasCustomPrompt="1"/>
          </p:nvPr>
        </p:nvSpPr>
        <p:spPr>
          <a:xfrm flipH="1">
            <a:off x="4603373" y="1403950"/>
            <a:ext cx="734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5" name="Google Shape;565;p13"/>
          <p:cNvSpPr txBox="1">
            <a:spLocks noGrp="1"/>
          </p:cNvSpPr>
          <p:nvPr>
            <p:ph type="title" idx="6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66" name="Google Shape;566;p13"/>
          <p:cNvSpPr txBox="1">
            <a:spLocks noGrp="1"/>
          </p:cNvSpPr>
          <p:nvPr>
            <p:ph type="title" idx="7"/>
          </p:nvPr>
        </p:nvSpPr>
        <p:spPr>
          <a:xfrm>
            <a:off x="1597105" y="2326691"/>
            <a:ext cx="29376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i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67" name="Google Shape;567;p13"/>
          <p:cNvSpPr txBox="1">
            <a:spLocks noGrp="1"/>
          </p:cNvSpPr>
          <p:nvPr>
            <p:ph type="subTitle" idx="8"/>
          </p:nvPr>
        </p:nvSpPr>
        <p:spPr>
          <a:xfrm>
            <a:off x="1597105" y="2542725"/>
            <a:ext cx="2937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8" name="Google Shape;568;p13"/>
          <p:cNvSpPr txBox="1">
            <a:spLocks noGrp="1"/>
          </p:cNvSpPr>
          <p:nvPr>
            <p:ph type="title" idx="9"/>
          </p:nvPr>
        </p:nvSpPr>
        <p:spPr>
          <a:xfrm flipH="1">
            <a:off x="5419294" y="2326691"/>
            <a:ext cx="29379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i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69" name="Google Shape;569;p13"/>
          <p:cNvSpPr txBox="1">
            <a:spLocks noGrp="1"/>
          </p:cNvSpPr>
          <p:nvPr>
            <p:ph type="subTitle" idx="13"/>
          </p:nvPr>
        </p:nvSpPr>
        <p:spPr>
          <a:xfrm flipH="1">
            <a:off x="5419217" y="2542726"/>
            <a:ext cx="29376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13"/>
          <p:cNvSpPr txBox="1">
            <a:spLocks noGrp="1"/>
          </p:cNvSpPr>
          <p:nvPr>
            <p:ph type="title" idx="14" hasCustomPrompt="1"/>
          </p:nvPr>
        </p:nvSpPr>
        <p:spPr>
          <a:xfrm>
            <a:off x="798932" y="2480450"/>
            <a:ext cx="734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1" name="Google Shape;571;p13"/>
          <p:cNvSpPr txBox="1">
            <a:spLocks noGrp="1"/>
          </p:cNvSpPr>
          <p:nvPr>
            <p:ph type="title" idx="15" hasCustomPrompt="1"/>
          </p:nvPr>
        </p:nvSpPr>
        <p:spPr>
          <a:xfrm flipH="1">
            <a:off x="4603373" y="2480450"/>
            <a:ext cx="734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2" name="Google Shape;572;p13"/>
          <p:cNvSpPr txBox="1">
            <a:spLocks noGrp="1"/>
          </p:cNvSpPr>
          <p:nvPr>
            <p:ph type="title" idx="16"/>
          </p:nvPr>
        </p:nvSpPr>
        <p:spPr>
          <a:xfrm>
            <a:off x="1597105" y="3393490"/>
            <a:ext cx="29376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i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73" name="Google Shape;573;p13"/>
          <p:cNvSpPr txBox="1">
            <a:spLocks noGrp="1"/>
          </p:cNvSpPr>
          <p:nvPr>
            <p:ph type="subTitle" idx="17"/>
          </p:nvPr>
        </p:nvSpPr>
        <p:spPr>
          <a:xfrm>
            <a:off x="1597105" y="3609524"/>
            <a:ext cx="2937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4" name="Google Shape;574;p13"/>
          <p:cNvSpPr txBox="1">
            <a:spLocks noGrp="1"/>
          </p:cNvSpPr>
          <p:nvPr>
            <p:ph type="title" idx="18"/>
          </p:nvPr>
        </p:nvSpPr>
        <p:spPr>
          <a:xfrm flipH="1">
            <a:off x="5419294" y="3393490"/>
            <a:ext cx="29379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i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75" name="Google Shape;575;p13"/>
          <p:cNvSpPr txBox="1">
            <a:spLocks noGrp="1"/>
          </p:cNvSpPr>
          <p:nvPr>
            <p:ph type="subTitle" idx="19"/>
          </p:nvPr>
        </p:nvSpPr>
        <p:spPr>
          <a:xfrm flipH="1">
            <a:off x="5419217" y="3609525"/>
            <a:ext cx="29376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6" name="Google Shape;576;p13"/>
          <p:cNvSpPr txBox="1">
            <a:spLocks noGrp="1"/>
          </p:cNvSpPr>
          <p:nvPr>
            <p:ph type="title" idx="20" hasCustomPrompt="1"/>
          </p:nvPr>
        </p:nvSpPr>
        <p:spPr>
          <a:xfrm>
            <a:off x="798932" y="3547250"/>
            <a:ext cx="734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7" name="Google Shape;577;p13"/>
          <p:cNvSpPr txBox="1">
            <a:spLocks noGrp="1"/>
          </p:cNvSpPr>
          <p:nvPr>
            <p:ph type="title" idx="21" hasCustomPrompt="1"/>
          </p:nvPr>
        </p:nvSpPr>
        <p:spPr>
          <a:xfrm flipH="1">
            <a:off x="4603373" y="3547250"/>
            <a:ext cx="734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578" name="Google Shape;578;p13"/>
          <p:cNvGrpSpPr/>
          <p:nvPr/>
        </p:nvGrpSpPr>
        <p:grpSpPr>
          <a:xfrm rot="-5400000">
            <a:off x="-425175" y="814379"/>
            <a:ext cx="1534300" cy="69950"/>
            <a:chOff x="1213675" y="3814125"/>
            <a:chExt cx="1534300" cy="69950"/>
          </a:xfrm>
        </p:grpSpPr>
        <p:sp>
          <p:nvSpPr>
            <p:cNvPr id="579" name="Google Shape;579;p13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3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3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2" name="Google Shape;582;p13"/>
          <p:cNvGrpSpPr/>
          <p:nvPr/>
        </p:nvGrpSpPr>
        <p:grpSpPr>
          <a:xfrm>
            <a:off x="8726486" y="2260126"/>
            <a:ext cx="2024838" cy="2008502"/>
            <a:chOff x="4669150" y="238125"/>
            <a:chExt cx="1781800" cy="1767425"/>
          </a:xfrm>
        </p:grpSpPr>
        <p:sp>
          <p:nvSpPr>
            <p:cNvPr id="583" name="Google Shape;583;p13"/>
            <p:cNvSpPr/>
            <p:nvPr/>
          </p:nvSpPr>
          <p:spPr>
            <a:xfrm>
              <a:off x="4669150" y="238125"/>
              <a:ext cx="28300" cy="28275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456" y="0"/>
                  </a:moveTo>
                  <a:lnTo>
                    <a:pt x="337" y="40"/>
                  </a:lnTo>
                  <a:lnTo>
                    <a:pt x="258" y="99"/>
                  </a:lnTo>
                  <a:lnTo>
                    <a:pt x="159" y="159"/>
                  </a:lnTo>
                  <a:lnTo>
                    <a:pt x="99" y="238"/>
                  </a:lnTo>
                  <a:lnTo>
                    <a:pt x="40" y="337"/>
                  </a:lnTo>
                  <a:lnTo>
                    <a:pt x="20" y="456"/>
                  </a:lnTo>
                  <a:lnTo>
                    <a:pt x="0" y="556"/>
                  </a:lnTo>
                  <a:lnTo>
                    <a:pt x="20" y="675"/>
                  </a:lnTo>
                  <a:lnTo>
                    <a:pt x="40" y="794"/>
                  </a:lnTo>
                  <a:lnTo>
                    <a:pt x="99" y="873"/>
                  </a:lnTo>
                  <a:lnTo>
                    <a:pt x="159" y="972"/>
                  </a:lnTo>
                  <a:lnTo>
                    <a:pt x="258" y="1032"/>
                  </a:lnTo>
                  <a:lnTo>
                    <a:pt x="337" y="1091"/>
                  </a:lnTo>
                  <a:lnTo>
                    <a:pt x="456" y="1131"/>
                  </a:lnTo>
                  <a:lnTo>
                    <a:pt x="675" y="1131"/>
                  </a:lnTo>
                  <a:lnTo>
                    <a:pt x="794" y="1091"/>
                  </a:lnTo>
                  <a:lnTo>
                    <a:pt x="893" y="1032"/>
                  </a:lnTo>
                  <a:lnTo>
                    <a:pt x="972" y="972"/>
                  </a:lnTo>
                  <a:lnTo>
                    <a:pt x="1032" y="873"/>
                  </a:lnTo>
                  <a:lnTo>
                    <a:pt x="1091" y="794"/>
                  </a:lnTo>
                  <a:lnTo>
                    <a:pt x="1131" y="675"/>
                  </a:lnTo>
                  <a:lnTo>
                    <a:pt x="1131" y="556"/>
                  </a:lnTo>
                  <a:lnTo>
                    <a:pt x="1131" y="456"/>
                  </a:lnTo>
                  <a:lnTo>
                    <a:pt x="1091" y="337"/>
                  </a:lnTo>
                  <a:lnTo>
                    <a:pt x="1032" y="238"/>
                  </a:lnTo>
                  <a:lnTo>
                    <a:pt x="972" y="159"/>
                  </a:lnTo>
                  <a:lnTo>
                    <a:pt x="893" y="99"/>
                  </a:lnTo>
                  <a:lnTo>
                    <a:pt x="794" y="40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3"/>
            <p:cNvSpPr/>
            <p:nvPr/>
          </p:nvSpPr>
          <p:spPr>
            <a:xfrm>
              <a:off x="4772325" y="238125"/>
              <a:ext cx="28300" cy="28275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457" y="0"/>
                  </a:moveTo>
                  <a:lnTo>
                    <a:pt x="338" y="40"/>
                  </a:lnTo>
                  <a:lnTo>
                    <a:pt x="238" y="99"/>
                  </a:lnTo>
                  <a:lnTo>
                    <a:pt x="159" y="159"/>
                  </a:lnTo>
                  <a:lnTo>
                    <a:pt x="99" y="238"/>
                  </a:lnTo>
                  <a:lnTo>
                    <a:pt x="40" y="337"/>
                  </a:lnTo>
                  <a:lnTo>
                    <a:pt x="0" y="456"/>
                  </a:lnTo>
                  <a:lnTo>
                    <a:pt x="0" y="556"/>
                  </a:lnTo>
                  <a:lnTo>
                    <a:pt x="0" y="675"/>
                  </a:lnTo>
                  <a:lnTo>
                    <a:pt x="40" y="794"/>
                  </a:lnTo>
                  <a:lnTo>
                    <a:pt x="99" y="873"/>
                  </a:lnTo>
                  <a:lnTo>
                    <a:pt x="159" y="972"/>
                  </a:lnTo>
                  <a:lnTo>
                    <a:pt x="238" y="1032"/>
                  </a:lnTo>
                  <a:lnTo>
                    <a:pt x="338" y="1091"/>
                  </a:lnTo>
                  <a:lnTo>
                    <a:pt x="457" y="1131"/>
                  </a:lnTo>
                  <a:lnTo>
                    <a:pt x="675" y="1131"/>
                  </a:lnTo>
                  <a:lnTo>
                    <a:pt x="794" y="1091"/>
                  </a:lnTo>
                  <a:lnTo>
                    <a:pt x="893" y="1032"/>
                  </a:lnTo>
                  <a:lnTo>
                    <a:pt x="972" y="972"/>
                  </a:lnTo>
                  <a:lnTo>
                    <a:pt x="1032" y="873"/>
                  </a:lnTo>
                  <a:lnTo>
                    <a:pt x="1091" y="794"/>
                  </a:lnTo>
                  <a:lnTo>
                    <a:pt x="1131" y="675"/>
                  </a:lnTo>
                  <a:lnTo>
                    <a:pt x="1131" y="556"/>
                  </a:lnTo>
                  <a:lnTo>
                    <a:pt x="1131" y="456"/>
                  </a:lnTo>
                  <a:lnTo>
                    <a:pt x="1091" y="337"/>
                  </a:lnTo>
                  <a:lnTo>
                    <a:pt x="1032" y="238"/>
                  </a:lnTo>
                  <a:lnTo>
                    <a:pt x="972" y="159"/>
                  </a:lnTo>
                  <a:lnTo>
                    <a:pt x="893" y="99"/>
                  </a:lnTo>
                  <a:lnTo>
                    <a:pt x="794" y="40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3"/>
            <p:cNvSpPr/>
            <p:nvPr/>
          </p:nvSpPr>
          <p:spPr>
            <a:xfrm>
              <a:off x="4875500" y="238125"/>
              <a:ext cx="28300" cy="28275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457" y="0"/>
                  </a:moveTo>
                  <a:lnTo>
                    <a:pt x="338" y="40"/>
                  </a:lnTo>
                  <a:lnTo>
                    <a:pt x="238" y="99"/>
                  </a:lnTo>
                  <a:lnTo>
                    <a:pt x="159" y="159"/>
                  </a:lnTo>
                  <a:lnTo>
                    <a:pt x="100" y="238"/>
                  </a:lnTo>
                  <a:lnTo>
                    <a:pt x="40" y="337"/>
                  </a:lnTo>
                  <a:lnTo>
                    <a:pt x="0" y="456"/>
                  </a:lnTo>
                  <a:lnTo>
                    <a:pt x="0" y="556"/>
                  </a:lnTo>
                  <a:lnTo>
                    <a:pt x="0" y="675"/>
                  </a:lnTo>
                  <a:lnTo>
                    <a:pt x="40" y="794"/>
                  </a:lnTo>
                  <a:lnTo>
                    <a:pt x="100" y="873"/>
                  </a:lnTo>
                  <a:lnTo>
                    <a:pt x="159" y="972"/>
                  </a:lnTo>
                  <a:lnTo>
                    <a:pt x="238" y="1032"/>
                  </a:lnTo>
                  <a:lnTo>
                    <a:pt x="338" y="1091"/>
                  </a:lnTo>
                  <a:lnTo>
                    <a:pt x="457" y="1131"/>
                  </a:lnTo>
                  <a:lnTo>
                    <a:pt x="675" y="1131"/>
                  </a:lnTo>
                  <a:lnTo>
                    <a:pt x="794" y="1091"/>
                  </a:lnTo>
                  <a:lnTo>
                    <a:pt x="893" y="1032"/>
                  </a:lnTo>
                  <a:lnTo>
                    <a:pt x="973" y="972"/>
                  </a:lnTo>
                  <a:lnTo>
                    <a:pt x="1032" y="873"/>
                  </a:lnTo>
                  <a:lnTo>
                    <a:pt x="1092" y="794"/>
                  </a:lnTo>
                  <a:lnTo>
                    <a:pt x="1131" y="675"/>
                  </a:lnTo>
                  <a:lnTo>
                    <a:pt x="1131" y="556"/>
                  </a:lnTo>
                  <a:lnTo>
                    <a:pt x="1131" y="456"/>
                  </a:lnTo>
                  <a:lnTo>
                    <a:pt x="1092" y="337"/>
                  </a:lnTo>
                  <a:lnTo>
                    <a:pt x="1032" y="238"/>
                  </a:lnTo>
                  <a:lnTo>
                    <a:pt x="973" y="159"/>
                  </a:lnTo>
                  <a:lnTo>
                    <a:pt x="893" y="99"/>
                  </a:lnTo>
                  <a:lnTo>
                    <a:pt x="794" y="40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3"/>
            <p:cNvSpPr/>
            <p:nvPr/>
          </p:nvSpPr>
          <p:spPr>
            <a:xfrm>
              <a:off x="4978675" y="238125"/>
              <a:ext cx="28300" cy="28275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457" y="0"/>
                  </a:moveTo>
                  <a:lnTo>
                    <a:pt x="338" y="40"/>
                  </a:lnTo>
                  <a:lnTo>
                    <a:pt x="239" y="99"/>
                  </a:lnTo>
                  <a:lnTo>
                    <a:pt x="159" y="159"/>
                  </a:lnTo>
                  <a:lnTo>
                    <a:pt x="100" y="238"/>
                  </a:lnTo>
                  <a:lnTo>
                    <a:pt x="40" y="337"/>
                  </a:lnTo>
                  <a:lnTo>
                    <a:pt x="0" y="456"/>
                  </a:lnTo>
                  <a:lnTo>
                    <a:pt x="0" y="556"/>
                  </a:lnTo>
                  <a:lnTo>
                    <a:pt x="0" y="675"/>
                  </a:lnTo>
                  <a:lnTo>
                    <a:pt x="40" y="794"/>
                  </a:lnTo>
                  <a:lnTo>
                    <a:pt x="100" y="873"/>
                  </a:lnTo>
                  <a:lnTo>
                    <a:pt x="159" y="972"/>
                  </a:lnTo>
                  <a:lnTo>
                    <a:pt x="239" y="1032"/>
                  </a:lnTo>
                  <a:lnTo>
                    <a:pt x="338" y="1091"/>
                  </a:lnTo>
                  <a:lnTo>
                    <a:pt x="457" y="1131"/>
                  </a:lnTo>
                  <a:lnTo>
                    <a:pt x="675" y="1131"/>
                  </a:lnTo>
                  <a:lnTo>
                    <a:pt x="794" y="1091"/>
                  </a:lnTo>
                  <a:lnTo>
                    <a:pt x="873" y="1032"/>
                  </a:lnTo>
                  <a:lnTo>
                    <a:pt x="973" y="972"/>
                  </a:lnTo>
                  <a:lnTo>
                    <a:pt x="1032" y="873"/>
                  </a:lnTo>
                  <a:lnTo>
                    <a:pt x="1092" y="794"/>
                  </a:lnTo>
                  <a:lnTo>
                    <a:pt x="1131" y="675"/>
                  </a:lnTo>
                  <a:lnTo>
                    <a:pt x="1131" y="556"/>
                  </a:lnTo>
                  <a:lnTo>
                    <a:pt x="1131" y="456"/>
                  </a:lnTo>
                  <a:lnTo>
                    <a:pt x="1092" y="337"/>
                  </a:lnTo>
                  <a:lnTo>
                    <a:pt x="1032" y="238"/>
                  </a:lnTo>
                  <a:lnTo>
                    <a:pt x="973" y="159"/>
                  </a:lnTo>
                  <a:lnTo>
                    <a:pt x="873" y="99"/>
                  </a:lnTo>
                  <a:lnTo>
                    <a:pt x="794" y="40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3"/>
            <p:cNvSpPr/>
            <p:nvPr/>
          </p:nvSpPr>
          <p:spPr>
            <a:xfrm>
              <a:off x="5081850" y="238125"/>
              <a:ext cx="28300" cy="28275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437" y="0"/>
                  </a:moveTo>
                  <a:lnTo>
                    <a:pt x="338" y="40"/>
                  </a:lnTo>
                  <a:lnTo>
                    <a:pt x="239" y="99"/>
                  </a:lnTo>
                  <a:lnTo>
                    <a:pt x="159" y="159"/>
                  </a:lnTo>
                  <a:lnTo>
                    <a:pt x="80" y="238"/>
                  </a:lnTo>
                  <a:lnTo>
                    <a:pt x="40" y="337"/>
                  </a:lnTo>
                  <a:lnTo>
                    <a:pt x="1" y="456"/>
                  </a:lnTo>
                  <a:lnTo>
                    <a:pt x="1" y="556"/>
                  </a:lnTo>
                  <a:lnTo>
                    <a:pt x="1" y="675"/>
                  </a:lnTo>
                  <a:lnTo>
                    <a:pt x="40" y="794"/>
                  </a:lnTo>
                  <a:lnTo>
                    <a:pt x="80" y="873"/>
                  </a:lnTo>
                  <a:lnTo>
                    <a:pt x="159" y="972"/>
                  </a:lnTo>
                  <a:lnTo>
                    <a:pt x="239" y="1032"/>
                  </a:lnTo>
                  <a:lnTo>
                    <a:pt x="338" y="1091"/>
                  </a:lnTo>
                  <a:lnTo>
                    <a:pt x="437" y="1131"/>
                  </a:lnTo>
                  <a:lnTo>
                    <a:pt x="675" y="1131"/>
                  </a:lnTo>
                  <a:lnTo>
                    <a:pt x="774" y="1091"/>
                  </a:lnTo>
                  <a:lnTo>
                    <a:pt x="874" y="1032"/>
                  </a:lnTo>
                  <a:lnTo>
                    <a:pt x="973" y="972"/>
                  </a:lnTo>
                  <a:lnTo>
                    <a:pt x="1032" y="873"/>
                  </a:lnTo>
                  <a:lnTo>
                    <a:pt x="1092" y="794"/>
                  </a:lnTo>
                  <a:lnTo>
                    <a:pt x="1112" y="675"/>
                  </a:lnTo>
                  <a:lnTo>
                    <a:pt x="1131" y="556"/>
                  </a:lnTo>
                  <a:lnTo>
                    <a:pt x="1112" y="456"/>
                  </a:lnTo>
                  <a:lnTo>
                    <a:pt x="1092" y="337"/>
                  </a:lnTo>
                  <a:lnTo>
                    <a:pt x="1032" y="238"/>
                  </a:lnTo>
                  <a:lnTo>
                    <a:pt x="973" y="159"/>
                  </a:lnTo>
                  <a:lnTo>
                    <a:pt x="874" y="99"/>
                  </a:lnTo>
                  <a:lnTo>
                    <a:pt x="774" y="40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3"/>
            <p:cNvSpPr/>
            <p:nvPr/>
          </p:nvSpPr>
          <p:spPr>
            <a:xfrm>
              <a:off x="5184525" y="238125"/>
              <a:ext cx="28800" cy="28275"/>
            </a:xfrm>
            <a:custGeom>
              <a:avLst/>
              <a:gdLst/>
              <a:ahLst/>
              <a:cxnLst/>
              <a:rect l="l" t="t" r="r" b="b"/>
              <a:pathLst>
                <a:path w="1152" h="1131" extrusionOk="0">
                  <a:moveTo>
                    <a:pt x="457" y="0"/>
                  </a:moveTo>
                  <a:lnTo>
                    <a:pt x="358" y="40"/>
                  </a:lnTo>
                  <a:lnTo>
                    <a:pt x="259" y="99"/>
                  </a:lnTo>
                  <a:lnTo>
                    <a:pt x="179" y="159"/>
                  </a:lnTo>
                  <a:lnTo>
                    <a:pt x="100" y="238"/>
                  </a:lnTo>
                  <a:lnTo>
                    <a:pt x="60" y="337"/>
                  </a:lnTo>
                  <a:lnTo>
                    <a:pt x="21" y="456"/>
                  </a:lnTo>
                  <a:lnTo>
                    <a:pt x="1" y="556"/>
                  </a:lnTo>
                  <a:lnTo>
                    <a:pt x="21" y="675"/>
                  </a:lnTo>
                  <a:lnTo>
                    <a:pt x="60" y="794"/>
                  </a:lnTo>
                  <a:lnTo>
                    <a:pt x="100" y="873"/>
                  </a:lnTo>
                  <a:lnTo>
                    <a:pt x="179" y="972"/>
                  </a:lnTo>
                  <a:lnTo>
                    <a:pt x="259" y="1032"/>
                  </a:lnTo>
                  <a:lnTo>
                    <a:pt x="358" y="1091"/>
                  </a:lnTo>
                  <a:lnTo>
                    <a:pt x="457" y="1131"/>
                  </a:lnTo>
                  <a:lnTo>
                    <a:pt x="695" y="1131"/>
                  </a:lnTo>
                  <a:lnTo>
                    <a:pt x="794" y="1091"/>
                  </a:lnTo>
                  <a:lnTo>
                    <a:pt x="894" y="1032"/>
                  </a:lnTo>
                  <a:lnTo>
                    <a:pt x="973" y="972"/>
                  </a:lnTo>
                  <a:lnTo>
                    <a:pt x="1052" y="873"/>
                  </a:lnTo>
                  <a:lnTo>
                    <a:pt x="1112" y="794"/>
                  </a:lnTo>
                  <a:lnTo>
                    <a:pt x="1132" y="675"/>
                  </a:lnTo>
                  <a:lnTo>
                    <a:pt x="1152" y="556"/>
                  </a:lnTo>
                  <a:lnTo>
                    <a:pt x="1132" y="456"/>
                  </a:lnTo>
                  <a:lnTo>
                    <a:pt x="1112" y="337"/>
                  </a:lnTo>
                  <a:lnTo>
                    <a:pt x="1052" y="238"/>
                  </a:lnTo>
                  <a:lnTo>
                    <a:pt x="973" y="159"/>
                  </a:lnTo>
                  <a:lnTo>
                    <a:pt x="894" y="99"/>
                  </a:lnTo>
                  <a:lnTo>
                    <a:pt x="794" y="40"/>
                  </a:lnTo>
                  <a:lnTo>
                    <a:pt x="6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3"/>
            <p:cNvSpPr/>
            <p:nvPr/>
          </p:nvSpPr>
          <p:spPr>
            <a:xfrm>
              <a:off x="5287700" y="238125"/>
              <a:ext cx="28800" cy="28275"/>
            </a:xfrm>
            <a:custGeom>
              <a:avLst/>
              <a:gdLst/>
              <a:ahLst/>
              <a:cxnLst/>
              <a:rect l="l" t="t" r="r" b="b"/>
              <a:pathLst>
                <a:path w="1152" h="1131" extrusionOk="0">
                  <a:moveTo>
                    <a:pt x="457" y="0"/>
                  </a:moveTo>
                  <a:lnTo>
                    <a:pt x="358" y="40"/>
                  </a:lnTo>
                  <a:lnTo>
                    <a:pt x="259" y="99"/>
                  </a:lnTo>
                  <a:lnTo>
                    <a:pt x="179" y="159"/>
                  </a:lnTo>
                  <a:lnTo>
                    <a:pt x="100" y="238"/>
                  </a:lnTo>
                  <a:lnTo>
                    <a:pt x="60" y="337"/>
                  </a:lnTo>
                  <a:lnTo>
                    <a:pt x="21" y="456"/>
                  </a:lnTo>
                  <a:lnTo>
                    <a:pt x="1" y="556"/>
                  </a:lnTo>
                  <a:lnTo>
                    <a:pt x="21" y="675"/>
                  </a:lnTo>
                  <a:lnTo>
                    <a:pt x="60" y="794"/>
                  </a:lnTo>
                  <a:lnTo>
                    <a:pt x="100" y="873"/>
                  </a:lnTo>
                  <a:lnTo>
                    <a:pt x="179" y="972"/>
                  </a:lnTo>
                  <a:lnTo>
                    <a:pt x="259" y="1032"/>
                  </a:lnTo>
                  <a:lnTo>
                    <a:pt x="358" y="1091"/>
                  </a:lnTo>
                  <a:lnTo>
                    <a:pt x="457" y="1131"/>
                  </a:lnTo>
                  <a:lnTo>
                    <a:pt x="695" y="1131"/>
                  </a:lnTo>
                  <a:lnTo>
                    <a:pt x="795" y="1091"/>
                  </a:lnTo>
                  <a:lnTo>
                    <a:pt x="894" y="1032"/>
                  </a:lnTo>
                  <a:lnTo>
                    <a:pt x="973" y="972"/>
                  </a:lnTo>
                  <a:lnTo>
                    <a:pt x="1052" y="873"/>
                  </a:lnTo>
                  <a:lnTo>
                    <a:pt x="1112" y="794"/>
                  </a:lnTo>
                  <a:lnTo>
                    <a:pt x="1132" y="675"/>
                  </a:lnTo>
                  <a:lnTo>
                    <a:pt x="1152" y="556"/>
                  </a:lnTo>
                  <a:lnTo>
                    <a:pt x="1132" y="456"/>
                  </a:lnTo>
                  <a:lnTo>
                    <a:pt x="1112" y="337"/>
                  </a:lnTo>
                  <a:lnTo>
                    <a:pt x="1052" y="238"/>
                  </a:lnTo>
                  <a:lnTo>
                    <a:pt x="973" y="159"/>
                  </a:lnTo>
                  <a:lnTo>
                    <a:pt x="894" y="99"/>
                  </a:lnTo>
                  <a:lnTo>
                    <a:pt x="795" y="40"/>
                  </a:lnTo>
                  <a:lnTo>
                    <a:pt x="6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3"/>
            <p:cNvSpPr/>
            <p:nvPr/>
          </p:nvSpPr>
          <p:spPr>
            <a:xfrm>
              <a:off x="5390875" y="238125"/>
              <a:ext cx="28800" cy="28275"/>
            </a:xfrm>
            <a:custGeom>
              <a:avLst/>
              <a:gdLst/>
              <a:ahLst/>
              <a:cxnLst/>
              <a:rect l="l" t="t" r="r" b="b"/>
              <a:pathLst>
                <a:path w="1152" h="1131" extrusionOk="0">
                  <a:moveTo>
                    <a:pt x="457" y="0"/>
                  </a:moveTo>
                  <a:lnTo>
                    <a:pt x="358" y="40"/>
                  </a:lnTo>
                  <a:lnTo>
                    <a:pt x="259" y="99"/>
                  </a:lnTo>
                  <a:lnTo>
                    <a:pt x="180" y="159"/>
                  </a:lnTo>
                  <a:lnTo>
                    <a:pt x="100" y="238"/>
                  </a:lnTo>
                  <a:lnTo>
                    <a:pt x="61" y="337"/>
                  </a:lnTo>
                  <a:lnTo>
                    <a:pt x="21" y="456"/>
                  </a:lnTo>
                  <a:lnTo>
                    <a:pt x="1" y="556"/>
                  </a:lnTo>
                  <a:lnTo>
                    <a:pt x="21" y="675"/>
                  </a:lnTo>
                  <a:lnTo>
                    <a:pt x="61" y="794"/>
                  </a:lnTo>
                  <a:lnTo>
                    <a:pt x="100" y="873"/>
                  </a:lnTo>
                  <a:lnTo>
                    <a:pt x="180" y="972"/>
                  </a:lnTo>
                  <a:lnTo>
                    <a:pt x="259" y="1032"/>
                  </a:lnTo>
                  <a:lnTo>
                    <a:pt x="358" y="1091"/>
                  </a:lnTo>
                  <a:lnTo>
                    <a:pt x="457" y="1131"/>
                  </a:lnTo>
                  <a:lnTo>
                    <a:pt x="695" y="1131"/>
                  </a:lnTo>
                  <a:lnTo>
                    <a:pt x="795" y="1091"/>
                  </a:lnTo>
                  <a:lnTo>
                    <a:pt x="894" y="1032"/>
                  </a:lnTo>
                  <a:lnTo>
                    <a:pt x="973" y="972"/>
                  </a:lnTo>
                  <a:lnTo>
                    <a:pt x="1053" y="873"/>
                  </a:lnTo>
                  <a:lnTo>
                    <a:pt x="1092" y="794"/>
                  </a:lnTo>
                  <a:lnTo>
                    <a:pt x="1132" y="675"/>
                  </a:lnTo>
                  <a:lnTo>
                    <a:pt x="1152" y="556"/>
                  </a:lnTo>
                  <a:lnTo>
                    <a:pt x="1132" y="456"/>
                  </a:lnTo>
                  <a:lnTo>
                    <a:pt x="1092" y="337"/>
                  </a:lnTo>
                  <a:lnTo>
                    <a:pt x="1053" y="238"/>
                  </a:lnTo>
                  <a:lnTo>
                    <a:pt x="973" y="159"/>
                  </a:lnTo>
                  <a:lnTo>
                    <a:pt x="894" y="99"/>
                  </a:lnTo>
                  <a:lnTo>
                    <a:pt x="795" y="40"/>
                  </a:lnTo>
                  <a:lnTo>
                    <a:pt x="6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3"/>
            <p:cNvSpPr/>
            <p:nvPr/>
          </p:nvSpPr>
          <p:spPr>
            <a:xfrm>
              <a:off x="5494075" y="238125"/>
              <a:ext cx="28775" cy="28275"/>
            </a:xfrm>
            <a:custGeom>
              <a:avLst/>
              <a:gdLst/>
              <a:ahLst/>
              <a:cxnLst/>
              <a:rect l="l" t="t" r="r" b="b"/>
              <a:pathLst>
                <a:path w="1151" h="1131" extrusionOk="0">
                  <a:moveTo>
                    <a:pt x="456" y="0"/>
                  </a:moveTo>
                  <a:lnTo>
                    <a:pt x="357" y="40"/>
                  </a:lnTo>
                  <a:lnTo>
                    <a:pt x="258" y="99"/>
                  </a:lnTo>
                  <a:lnTo>
                    <a:pt x="179" y="159"/>
                  </a:lnTo>
                  <a:lnTo>
                    <a:pt x="99" y="238"/>
                  </a:lnTo>
                  <a:lnTo>
                    <a:pt x="40" y="337"/>
                  </a:lnTo>
                  <a:lnTo>
                    <a:pt x="20" y="456"/>
                  </a:lnTo>
                  <a:lnTo>
                    <a:pt x="0" y="556"/>
                  </a:lnTo>
                  <a:lnTo>
                    <a:pt x="20" y="675"/>
                  </a:lnTo>
                  <a:lnTo>
                    <a:pt x="40" y="794"/>
                  </a:lnTo>
                  <a:lnTo>
                    <a:pt x="99" y="873"/>
                  </a:lnTo>
                  <a:lnTo>
                    <a:pt x="179" y="972"/>
                  </a:lnTo>
                  <a:lnTo>
                    <a:pt x="258" y="1032"/>
                  </a:lnTo>
                  <a:lnTo>
                    <a:pt x="357" y="1091"/>
                  </a:lnTo>
                  <a:lnTo>
                    <a:pt x="456" y="1131"/>
                  </a:lnTo>
                  <a:lnTo>
                    <a:pt x="695" y="1131"/>
                  </a:lnTo>
                  <a:lnTo>
                    <a:pt x="794" y="1091"/>
                  </a:lnTo>
                  <a:lnTo>
                    <a:pt x="893" y="1032"/>
                  </a:lnTo>
                  <a:lnTo>
                    <a:pt x="972" y="972"/>
                  </a:lnTo>
                  <a:lnTo>
                    <a:pt x="1052" y="873"/>
                  </a:lnTo>
                  <a:lnTo>
                    <a:pt x="1091" y="794"/>
                  </a:lnTo>
                  <a:lnTo>
                    <a:pt x="1131" y="675"/>
                  </a:lnTo>
                  <a:lnTo>
                    <a:pt x="1151" y="556"/>
                  </a:lnTo>
                  <a:lnTo>
                    <a:pt x="1131" y="456"/>
                  </a:lnTo>
                  <a:lnTo>
                    <a:pt x="1091" y="337"/>
                  </a:lnTo>
                  <a:lnTo>
                    <a:pt x="1052" y="238"/>
                  </a:lnTo>
                  <a:lnTo>
                    <a:pt x="972" y="159"/>
                  </a:lnTo>
                  <a:lnTo>
                    <a:pt x="893" y="99"/>
                  </a:lnTo>
                  <a:lnTo>
                    <a:pt x="794" y="40"/>
                  </a:lnTo>
                  <a:lnTo>
                    <a:pt x="6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3"/>
            <p:cNvSpPr/>
            <p:nvPr/>
          </p:nvSpPr>
          <p:spPr>
            <a:xfrm>
              <a:off x="5597250" y="238125"/>
              <a:ext cx="28775" cy="28275"/>
            </a:xfrm>
            <a:custGeom>
              <a:avLst/>
              <a:gdLst/>
              <a:ahLst/>
              <a:cxnLst/>
              <a:rect l="l" t="t" r="r" b="b"/>
              <a:pathLst>
                <a:path w="1151" h="1131" extrusionOk="0">
                  <a:moveTo>
                    <a:pt x="457" y="0"/>
                  </a:moveTo>
                  <a:lnTo>
                    <a:pt x="357" y="40"/>
                  </a:lnTo>
                  <a:lnTo>
                    <a:pt x="258" y="99"/>
                  </a:lnTo>
                  <a:lnTo>
                    <a:pt x="159" y="159"/>
                  </a:lnTo>
                  <a:lnTo>
                    <a:pt x="99" y="238"/>
                  </a:lnTo>
                  <a:lnTo>
                    <a:pt x="40" y="337"/>
                  </a:lnTo>
                  <a:lnTo>
                    <a:pt x="20" y="456"/>
                  </a:lnTo>
                  <a:lnTo>
                    <a:pt x="0" y="556"/>
                  </a:lnTo>
                  <a:lnTo>
                    <a:pt x="20" y="675"/>
                  </a:lnTo>
                  <a:lnTo>
                    <a:pt x="40" y="794"/>
                  </a:lnTo>
                  <a:lnTo>
                    <a:pt x="99" y="873"/>
                  </a:lnTo>
                  <a:lnTo>
                    <a:pt x="159" y="972"/>
                  </a:lnTo>
                  <a:lnTo>
                    <a:pt x="258" y="1032"/>
                  </a:lnTo>
                  <a:lnTo>
                    <a:pt x="357" y="1091"/>
                  </a:lnTo>
                  <a:lnTo>
                    <a:pt x="457" y="1131"/>
                  </a:lnTo>
                  <a:lnTo>
                    <a:pt x="695" y="1131"/>
                  </a:lnTo>
                  <a:lnTo>
                    <a:pt x="794" y="1091"/>
                  </a:lnTo>
                  <a:lnTo>
                    <a:pt x="893" y="1032"/>
                  </a:lnTo>
                  <a:lnTo>
                    <a:pt x="972" y="972"/>
                  </a:lnTo>
                  <a:lnTo>
                    <a:pt x="1052" y="873"/>
                  </a:lnTo>
                  <a:lnTo>
                    <a:pt x="1091" y="794"/>
                  </a:lnTo>
                  <a:lnTo>
                    <a:pt x="1131" y="675"/>
                  </a:lnTo>
                  <a:lnTo>
                    <a:pt x="1151" y="556"/>
                  </a:lnTo>
                  <a:lnTo>
                    <a:pt x="1131" y="456"/>
                  </a:lnTo>
                  <a:lnTo>
                    <a:pt x="1091" y="337"/>
                  </a:lnTo>
                  <a:lnTo>
                    <a:pt x="1052" y="238"/>
                  </a:lnTo>
                  <a:lnTo>
                    <a:pt x="972" y="159"/>
                  </a:lnTo>
                  <a:lnTo>
                    <a:pt x="893" y="99"/>
                  </a:lnTo>
                  <a:lnTo>
                    <a:pt x="794" y="40"/>
                  </a:lnTo>
                  <a:lnTo>
                    <a:pt x="6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3"/>
            <p:cNvSpPr/>
            <p:nvPr/>
          </p:nvSpPr>
          <p:spPr>
            <a:xfrm>
              <a:off x="5700425" y="238125"/>
              <a:ext cx="28300" cy="28275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457" y="0"/>
                  </a:moveTo>
                  <a:lnTo>
                    <a:pt x="338" y="40"/>
                  </a:lnTo>
                  <a:lnTo>
                    <a:pt x="258" y="99"/>
                  </a:lnTo>
                  <a:lnTo>
                    <a:pt x="159" y="159"/>
                  </a:lnTo>
                  <a:lnTo>
                    <a:pt x="100" y="238"/>
                  </a:lnTo>
                  <a:lnTo>
                    <a:pt x="40" y="337"/>
                  </a:lnTo>
                  <a:lnTo>
                    <a:pt x="20" y="456"/>
                  </a:lnTo>
                  <a:lnTo>
                    <a:pt x="0" y="556"/>
                  </a:lnTo>
                  <a:lnTo>
                    <a:pt x="20" y="675"/>
                  </a:lnTo>
                  <a:lnTo>
                    <a:pt x="40" y="794"/>
                  </a:lnTo>
                  <a:lnTo>
                    <a:pt x="100" y="873"/>
                  </a:lnTo>
                  <a:lnTo>
                    <a:pt x="159" y="972"/>
                  </a:lnTo>
                  <a:lnTo>
                    <a:pt x="258" y="1032"/>
                  </a:lnTo>
                  <a:lnTo>
                    <a:pt x="338" y="1091"/>
                  </a:lnTo>
                  <a:lnTo>
                    <a:pt x="457" y="1131"/>
                  </a:lnTo>
                  <a:lnTo>
                    <a:pt x="675" y="1131"/>
                  </a:lnTo>
                  <a:lnTo>
                    <a:pt x="794" y="1091"/>
                  </a:lnTo>
                  <a:lnTo>
                    <a:pt x="893" y="1032"/>
                  </a:lnTo>
                  <a:lnTo>
                    <a:pt x="973" y="972"/>
                  </a:lnTo>
                  <a:lnTo>
                    <a:pt x="1032" y="873"/>
                  </a:lnTo>
                  <a:lnTo>
                    <a:pt x="1092" y="794"/>
                  </a:lnTo>
                  <a:lnTo>
                    <a:pt x="1131" y="675"/>
                  </a:lnTo>
                  <a:lnTo>
                    <a:pt x="1131" y="556"/>
                  </a:lnTo>
                  <a:lnTo>
                    <a:pt x="1131" y="456"/>
                  </a:lnTo>
                  <a:lnTo>
                    <a:pt x="1092" y="337"/>
                  </a:lnTo>
                  <a:lnTo>
                    <a:pt x="1032" y="238"/>
                  </a:lnTo>
                  <a:lnTo>
                    <a:pt x="973" y="159"/>
                  </a:lnTo>
                  <a:lnTo>
                    <a:pt x="893" y="99"/>
                  </a:lnTo>
                  <a:lnTo>
                    <a:pt x="794" y="40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3"/>
            <p:cNvSpPr/>
            <p:nvPr/>
          </p:nvSpPr>
          <p:spPr>
            <a:xfrm>
              <a:off x="5803600" y="238125"/>
              <a:ext cx="28300" cy="28275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457" y="0"/>
                  </a:moveTo>
                  <a:lnTo>
                    <a:pt x="338" y="40"/>
                  </a:lnTo>
                  <a:lnTo>
                    <a:pt x="258" y="99"/>
                  </a:lnTo>
                  <a:lnTo>
                    <a:pt x="159" y="159"/>
                  </a:lnTo>
                  <a:lnTo>
                    <a:pt x="100" y="238"/>
                  </a:lnTo>
                  <a:lnTo>
                    <a:pt x="40" y="337"/>
                  </a:lnTo>
                  <a:lnTo>
                    <a:pt x="0" y="456"/>
                  </a:lnTo>
                  <a:lnTo>
                    <a:pt x="0" y="556"/>
                  </a:lnTo>
                  <a:lnTo>
                    <a:pt x="0" y="675"/>
                  </a:lnTo>
                  <a:lnTo>
                    <a:pt x="40" y="794"/>
                  </a:lnTo>
                  <a:lnTo>
                    <a:pt x="100" y="873"/>
                  </a:lnTo>
                  <a:lnTo>
                    <a:pt x="159" y="972"/>
                  </a:lnTo>
                  <a:lnTo>
                    <a:pt x="258" y="1032"/>
                  </a:lnTo>
                  <a:lnTo>
                    <a:pt x="338" y="1091"/>
                  </a:lnTo>
                  <a:lnTo>
                    <a:pt x="457" y="1131"/>
                  </a:lnTo>
                  <a:lnTo>
                    <a:pt x="675" y="1131"/>
                  </a:lnTo>
                  <a:lnTo>
                    <a:pt x="794" y="1091"/>
                  </a:lnTo>
                  <a:lnTo>
                    <a:pt x="893" y="1032"/>
                  </a:lnTo>
                  <a:lnTo>
                    <a:pt x="973" y="972"/>
                  </a:lnTo>
                  <a:lnTo>
                    <a:pt x="1032" y="873"/>
                  </a:lnTo>
                  <a:lnTo>
                    <a:pt x="1092" y="794"/>
                  </a:lnTo>
                  <a:lnTo>
                    <a:pt x="1131" y="675"/>
                  </a:lnTo>
                  <a:lnTo>
                    <a:pt x="1131" y="556"/>
                  </a:lnTo>
                  <a:lnTo>
                    <a:pt x="1131" y="456"/>
                  </a:lnTo>
                  <a:lnTo>
                    <a:pt x="1092" y="337"/>
                  </a:lnTo>
                  <a:lnTo>
                    <a:pt x="1032" y="238"/>
                  </a:lnTo>
                  <a:lnTo>
                    <a:pt x="973" y="159"/>
                  </a:lnTo>
                  <a:lnTo>
                    <a:pt x="893" y="99"/>
                  </a:lnTo>
                  <a:lnTo>
                    <a:pt x="794" y="40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>
              <a:off x="5906775" y="238125"/>
              <a:ext cx="28300" cy="28275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457" y="0"/>
                  </a:moveTo>
                  <a:lnTo>
                    <a:pt x="338" y="40"/>
                  </a:lnTo>
                  <a:lnTo>
                    <a:pt x="239" y="99"/>
                  </a:lnTo>
                  <a:lnTo>
                    <a:pt x="159" y="159"/>
                  </a:lnTo>
                  <a:lnTo>
                    <a:pt x="100" y="238"/>
                  </a:lnTo>
                  <a:lnTo>
                    <a:pt x="40" y="337"/>
                  </a:lnTo>
                  <a:lnTo>
                    <a:pt x="1" y="456"/>
                  </a:lnTo>
                  <a:lnTo>
                    <a:pt x="1" y="556"/>
                  </a:lnTo>
                  <a:lnTo>
                    <a:pt x="1" y="675"/>
                  </a:lnTo>
                  <a:lnTo>
                    <a:pt x="40" y="794"/>
                  </a:lnTo>
                  <a:lnTo>
                    <a:pt x="100" y="873"/>
                  </a:lnTo>
                  <a:lnTo>
                    <a:pt x="159" y="972"/>
                  </a:lnTo>
                  <a:lnTo>
                    <a:pt x="239" y="1032"/>
                  </a:lnTo>
                  <a:lnTo>
                    <a:pt x="338" y="1091"/>
                  </a:lnTo>
                  <a:lnTo>
                    <a:pt x="457" y="1131"/>
                  </a:lnTo>
                  <a:lnTo>
                    <a:pt x="675" y="1131"/>
                  </a:lnTo>
                  <a:lnTo>
                    <a:pt x="794" y="1091"/>
                  </a:lnTo>
                  <a:lnTo>
                    <a:pt x="893" y="1032"/>
                  </a:lnTo>
                  <a:lnTo>
                    <a:pt x="973" y="972"/>
                  </a:lnTo>
                  <a:lnTo>
                    <a:pt x="1032" y="873"/>
                  </a:lnTo>
                  <a:lnTo>
                    <a:pt x="1092" y="794"/>
                  </a:lnTo>
                  <a:lnTo>
                    <a:pt x="1131" y="675"/>
                  </a:lnTo>
                  <a:lnTo>
                    <a:pt x="1131" y="556"/>
                  </a:lnTo>
                  <a:lnTo>
                    <a:pt x="1131" y="456"/>
                  </a:lnTo>
                  <a:lnTo>
                    <a:pt x="1092" y="337"/>
                  </a:lnTo>
                  <a:lnTo>
                    <a:pt x="1032" y="238"/>
                  </a:lnTo>
                  <a:lnTo>
                    <a:pt x="973" y="159"/>
                  </a:lnTo>
                  <a:lnTo>
                    <a:pt x="893" y="99"/>
                  </a:lnTo>
                  <a:lnTo>
                    <a:pt x="794" y="40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>
              <a:off x="6009950" y="238125"/>
              <a:ext cx="28300" cy="28275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457" y="0"/>
                  </a:moveTo>
                  <a:lnTo>
                    <a:pt x="338" y="40"/>
                  </a:lnTo>
                  <a:lnTo>
                    <a:pt x="239" y="99"/>
                  </a:lnTo>
                  <a:lnTo>
                    <a:pt x="159" y="159"/>
                  </a:lnTo>
                  <a:lnTo>
                    <a:pt x="100" y="238"/>
                  </a:lnTo>
                  <a:lnTo>
                    <a:pt x="40" y="337"/>
                  </a:lnTo>
                  <a:lnTo>
                    <a:pt x="1" y="456"/>
                  </a:lnTo>
                  <a:lnTo>
                    <a:pt x="1" y="556"/>
                  </a:lnTo>
                  <a:lnTo>
                    <a:pt x="1" y="675"/>
                  </a:lnTo>
                  <a:lnTo>
                    <a:pt x="40" y="794"/>
                  </a:lnTo>
                  <a:lnTo>
                    <a:pt x="100" y="873"/>
                  </a:lnTo>
                  <a:lnTo>
                    <a:pt x="159" y="972"/>
                  </a:lnTo>
                  <a:lnTo>
                    <a:pt x="239" y="1032"/>
                  </a:lnTo>
                  <a:lnTo>
                    <a:pt x="338" y="1091"/>
                  </a:lnTo>
                  <a:lnTo>
                    <a:pt x="457" y="1131"/>
                  </a:lnTo>
                  <a:lnTo>
                    <a:pt x="675" y="1131"/>
                  </a:lnTo>
                  <a:lnTo>
                    <a:pt x="794" y="1091"/>
                  </a:lnTo>
                  <a:lnTo>
                    <a:pt x="874" y="1032"/>
                  </a:lnTo>
                  <a:lnTo>
                    <a:pt x="973" y="972"/>
                  </a:lnTo>
                  <a:lnTo>
                    <a:pt x="1032" y="873"/>
                  </a:lnTo>
                  <a:lnTo>
                    <a:pt x="1092" y="794"/>
                  </a:lnTo>
                  <a:lnTo>
                    <a:pt x="1132" y="675"/>
                  </a:lnTo>
                  <a:lnTo>
                    <a:pt x="1132" y="556"/>
                  </a:lnTo>
                  <a:lnTo>
                    <a:pt x="1132" y="456"/>
                  </a:lnTo>
                  <a:lnTo>
                    <a:pt x="1092" y="337"/>
                  </a:lnTo>
                  <a:lnTo>
                    <a:pt x="1032" y="238"/>
                  </a:lnTo>
                  <a:lnTo>
                    <a:pt x="973" y="159"/>
                  </a:lnTo>
                  <a:lnTo>
                    <a:pt x="874" y="99"/>
                  </a:lnTo>
                  <a:lnTo>
                    <a:pt x="794" y="40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3"/>
            <p:cNvSpPr/>
            <p:nvPr/>
          </p:nvSpPr>
          <p:spPr>
            <a:xfrm>
              <a:off x="6113125" y="238125"/>
              <a:ext cx="28300" cy="28275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457" y="0"/>
                  </a:moveTo>
                  <a:lnTo>
                    <a:pt x="338" y="40"/>
                  </a:lnTo>
                  <a:lnTo>
                    <a:pt x="239" y="99"/>
                  </a:lnTo>
                  <a:lnTo>
                    <a:pt x="159" y="159"/>
                  </a:lnTo>
                  <a:lnTo>
                    <a:pt x="80" y="238"/>
                  </a:lnTo>
                  <a:lnTo>
                    <a:pt x="40" y="337"/>
                  </a:lnTo>
                  <a:lnTo>
                    <a:pt x="1" y="456"/>
                  </a:lnTo>
                  <a:lnTo>
                    <a:pt x="1" y="556"/>
                  </a:lnTo>
                  <a:lnTo>
                    <a:pt x="1" y="675"/>
                  </a:lnTo>
                  <a:lnTo>
                    <a:pt x="40" y="794"/>
                  </a:lnTo>
                  <a:lnTo>
                    <a:pt x="80" y="873"/>
                  </a:lnTo>
                  <a:lnTo>
                    <a:pt x="159" y="972"/>
                  </a:lnTo>
                  <a:lnTo>
                    <a:pt x="239" y="1032"/>
                  </a:lnTo>
                  <a:lnTo>
                    <a:pt x="338" y="1091"/>
                  </a:lnTo>
                  <a:lnTo>
                    <a:pt x="457" y="1131"/>
                  </a:lnTo>
                  <a:lnTo>
                    <a:pt x="675" y="1131"/>
                  </a:lnTo>
                  <a:lnTo>
                    <a:pt x="775" y="1091"/>
                  </a:lnTo>
                  <a:lnTo>
                    <a:pt x="874" y="1032"/>
                  </a:lnTo>
                  <a:lnTo>
                    <a:pt x="973" y="972"/>
                  </a:lnTo>
                  <a:lnTo>
                    <a:pt x="1032" y="873"/>
                  </a:lnTo>
                  <a:lnTo>
                    <a:pt x="1092" y="794"/>
                  </a:lnTo>
                  <a:lnTo>
                    <a:pt x="1112" y="675"/>
                  </a:lnTo>
                  <a:lnTo>
                    <a:pt x="1132" y="556"/>
                  </a:lnTo>
                  <a:lnTo>
                    <a:pt x="1112" y="456"/>
                  </a:lnTo>
                  <a:lnTo>
                    <a:pt x="1092" y="337"/>
                  </a:lnTo>
                  <a:lnTo>
                    <a:pt x="1032" y="238"/>
                  </a:lnTo>
                  <a:lnTo>
                    <a:pt x="973" y="159"/>
                  </a:lnTo>
                  <a:lnTo>
                    <a:pt x="874" y="99"/>
                  </a:lnTo>
                  <a:lnTo>
                    <a:pt x="775" y="40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3"/>
            <p:cNvSpPr/>
            <p:nvPr/>
          </p:nvSpPr>
          <p:spPr>
            <a:xfrm>
              <a:off x="6215800" y="238125"/>
              <a:ext cx="28800" cy="28275"/>
            </a:xfrm>
            <a:custGeom>
              <a:avLst/>
              <a:gdLst/>
              <a:ahLst/>
              <a:cxnLst/>
              <a:rect l="l" t="t" r="r" b="b"/>
              <a:pathLst>
                <a:path w="1152" h="1131" extrusionOk="0">
                  <a:moveTo>
                    <a:pt x="457" y="0"/>
                  </a:moveTo>
                  <a:lnTo>
                    <a:pt x="358" y="40"/>
                  </a:lnTo>
                  <a:lnTo>
                    <a:pt x="259" y="99"/>
                  </a:lnTo>
                  <a:lnTo>
                    <a:pt x="180" y="159"/>
                  </a:lnTo>
                  <a:lnTo>
                    <a:pt x="100" y="238"/>
                  </a:lnTo>
                  <a:lnTo>
                    <a:pt x="60" y="337"/>
                  </a:lnTo>
                  <a:lnTo>
                    <a:pt x="21" y="456"/>
                  </a:lnTo>
                  <a:lnTo>
                    <a:pt x="1" y="556"/>
                  </a:lnTo>
                  <a:lnTo>
                    <a:pt x="21" y="675"/>
                  </a:lnTo>
                  <a:lnTo>
                    <a:pt x="60" y="794"/>
                  </a:lnTo>
                  <a:lnTo>
                    <a:pt x="100" y="873"/>
                  </a:lnTo>
                  <a:lnTo>
                    <a:pt x="180" y="972"/>
                  </a:lnTo>
                  <a:lnTo>
                    <a:pt x="259" y="1032"/>
                  </a:lnTo>
                  <a:lnTo>
                    <a:pt x="358" y="1091"/>
                  </a:lnTo>
                  <a:lnTo>
                    <a:pt x="457" y="1131"/>
                  </a:lnTo>
                  <a:lnTo>
                    <a:pt x="695" y="1131"/>
                  </a:lnTo>
                  <a:lnTo>
                    <a:pt x="795" y="1091"/>
                  </a:lnTo>
                  <a:lnTo>
                    <a:pt x="894" y="1032"/>
                  </a:lnTo>
                  <a:lnTo>
                    <a:pt x="993" y="972"/>
                  </a:lnTo>
                  <a:lnTo>
                    <a:pt x="1053" y="873"/>
                  </a:lnTo>
                  <a:lnTo>
                    <a:pt x="1112" y="794"/>
                  </a:lnTo>
                  <a:lnTo>
                    <a:pt x="1132" y="675"/>
                  </a:lnTo>
                  <a:lnTo>
                    <a:pt x="1152" y="556"/>
                  </a:lnTo>
                  <a:lnTo>
                    <a:pt x="1132" y="456"/>
                  </a:lnTo>
                  <a:lnTo>
                    <a:pt x="1112" y="337"/>
                  </a:lnTo>
                  <a:lnTo>
                    <a:pt x="1053" y="238"/>
                  </a:lnTo>
                  <a:lnTo>
                    <a:pt x="993" y="159"/>
                  </a:lnTo>
                  <a:lnTo>
                    <a:pt x="894" y="99"/>
                  </a:lnTo>
                  <a:lnTo>
                    <a:pt x="795" y="40"/>
                  </a:lnTo>
                  <a:lnTo>
                    <a:pt x="6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3"/>
            <p:cNvSpPr/>
            <p:nvPr/>
          </p:nvSpPr>
          <p:spPr>
            <a:xfrm>
              <a:off x="6319000" y="238125"/>
              <a:ext cx="28775" cy="28275"/>
            </a:xfrm>
            <a:custGeom>
              <a:avLst/>
              <a:gdLst/>
              <a:ahLst/>
              <a:cxnLst/>
              <a:rect l="l" t="t" r="r" b="b"/>
              <a:pathLst>
                <a:path w="1151" h="1131" extrusionOk="0">
                  <a:moveTo>
                    <a:pt x="456" y="0"/>
                  </a:moveTo>
                  <a:lnTo>
                    <a:pt x="357" y="40"/>
                  </a:lnTo>
                  <a:lnTo>
                    <a:pt x="258" y="99"/>
                  </a:lnTo>
                  <a:lnTo>
                    <a:pt x="179" y="159"/>
                  </a:lnTo>
                  <a:lnTo>
                    <a:pt x="99" y="238"/>
                  </a:lnTo>
                  <a:lnTo>
                    <a:pt x="60" y="337"/>
                  </a:lnTo>
                  <a:lnTo>
                    <a:pt x="20" y="456"/>
                  </a:lnTo>
                  <a:lnTo>
                    <a:pt x="0" y="556"/>
                  </a:lnTo>
                  <a:lnTo>
                    <a:pt x="20" y="675"/>
                  </a:lnTo>
                  <a:lnTo>
                    <a:pt x="60" y="794"/>
                  </a:lnTo>
                  <a:lnTo>
                    <a:pt x="99" y="873"/>
                  </a:lnTo>
                  <a:lnTo>
                    <a:pt x="179" y="972"/>
                  </a:lnTo>
                  <a:lnTo>
                    <a:pt x="258" y="1032"/>
                  </a:lnTo>
                  <a:lnTo>
                    <a:pt x="357" y="1091"/>
                  </a:lnTo>
                  <a:lnTo>
                    <a:pt x="456" y="1131"/>
                  </a:lnTo>
                  <a:lnTo>
                    <a:pt x="695" y="1131"/>
                  </a:lnTo>
                  <a:lnTo>
                    <a:pt x="794" y="1091"/>
                  </a:lnTo>
                  <a:lnTo>
                    <a:pt x="893" y="1032"/>
                  </a:lnTo>
                  <a:lnTo>
                    <a:pt x="972" y="972"/>
                  </a:lnTo>
                  <a:lnTo>
                    <a:pt x="1052" y="873"/>
                  </a:lnTo>
                  <a:lnTo>
                    <a:pt x="1111" y="794"/>
                  </a:lnTo>
                  <a:lnTo>
                    <a:pt x="1131" y="675"/>
                  </a:lnTo>
                  <a:lnTo>
                    <a:pt x="1151" y="556"/>
                  </a:lnTo>
                  <a:lnTo>
                    <a:pt x="1131" y="456"/>
                  </a:lnTo>
                  <a:lnTo>
                    <a:pt x="1111" y="337"/>
                  </a:lnTo>
                  <a:lnTo>
                    <a:pt x="1052" y="238"/>
                  </a:lnTo>
                  <a:lnTo>
                    <a:pt x="972" y="159"/>
                  </a:lnTo>
                  <a:lnTo>
                    <a:pt x="893" y="99"/>
                  </a:lnTo>
                  <a:lnTo>
                    <a:pt x="794" y="40"/>
                  </a:lnTo>
                  <a:lnTo>
                    <a:pt x="6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3"/>
            <p:cNvSpPr/>
            <p:nvPr/>
          </p:nvSpPr>
          <p:spPr>
            <a:xfrm>
              <a:off x="6422175" y="238125"/>
              <a:ext cx="28775" cy="28275"/>
            </a:xfrm>
            <a:custGeom>
              <a:avLst/>
              <a:gdLst/>
              <a:ahLst/>
              <a:cxnLst/>
              <a:rect l="l" t="t" r="r" b="b"/>
              <a:pathLst>
                <a:path w="1151" h="1131" extrusionOk="0">
                  <a:moveTo>
                    <a:pt x="457" y="0"/>
                  </a:moveTo>
                  <a:lnTo>
                    <a:pt x="357" y="40"/>
                  </a:lnTo>
                  <a:lnTo>
                    <a:pt x="258" y="99"/>
                  </a:lnTo>
                  <a:lnTo>
                    <a:pt x="179" y="159"/>
                  </a:lnTo>
                  <a:lnTo>
                    <a:pt x="99" y="238"/>
                  </a:lnTo>
                  <a:lnTo>
                    <a:pt x="60" y="337"/>
                  </a:lnTo>
                  <a:lnTo>
                    <a:pt x="20" y="456"/>
                  </a:lnTo>
                  <a:lnTo>
                    <a:pt x="0" y="556"/>
                  </a:lnTo>
                  <a:lnTo>
                    <a:pt x="20" y="675"/>
                  </a:lnTo>
                  <a:lnTo>
                    <a:pt x="60" y="794"/>
                  </a:lnTo>
                  <a:lnTo>
                    <a:pt x="99" y="873"/>
                  </a:lnTo>
                  <a:lnTo>
                    <a:pt x="179" y="972"/>
                  </a:lnTo>
                  <a:lnTo>
                    <a:pt x="258" y="1032"/>
                  </a:lnTo>
                  <a:lnTo>
                    <a:pt x="357" y="1091"/>
                  </a:lnTo>
                  <a:lnTo>
                    <a:pt x="457" y="1131"/>
                  </a:lnTo>
                  <a:lnTo>
                    <a:pt x="695" y="1131"/>
                  </a:lnTo>
                  <a:lnTo>
                    <a:pt x="794" y="1091"/>
                  </a:lnTo>
                  <a:lnTo>
                    <a:pt x="893" y="1032"/>
                  </a:lnTo>
                  <a:lnTo>
                    <a:pt x="972" y="972"/>
                  </a:lnTo>
                  <a:lnTo>
                    <a:pt x="1052" y="873"/>
                  </a:lnTo>
                  <a:lnTo>
                    <a:pt x="1091" y="794"/>
                  </a:lnTo>
                  <a:lnTo>
                    <a:pt x="1131" y="675"/>
                  </a:lnTo>
                  <a:lnTo>
                    <a:pt x="1151" y="556"/>
                  </a:lnTo>
                  <a:lnTo>
                    <a:pt x="1131" y="456"/>
                  </a:lnTo>
                  <a:lnTo>
                    <a:pt x="1091" y="337"/>
                  </a:lnTo>
                  <a:lnTo>
                    <a:pt x="1052" y="238"/>
                  </a:lnTo>
                  <a:lnTo>
                    <a:pt x="972" y="159"/>
                  </a:lnTo>
                  <a:lnTo>
                    <a:pt x="893" y="99"/>
                  </a:lnTo>
                  <a:lnTo>
                    <a:pt x="794" y="40"/>
                  </a:lnTo>
                  <a:lnTo>
                    <a:pt x="6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3"/>
            <p:cNvSpPr/>
            <p:nvPr/>
          </p:nvSpPr>
          <p:spPr>
            <a:xfrm>
              <a:off x="4670125" y="355675"/>
              <a:ext cx="26325" cy="26800"/>
            </a:xfrm>
            <a:custGeom>
              <a:avLst/>
              <a:gdLst/>
              <a:ahLst/>
              <a:cxnLst/>
              <a:rect l="l" t="t" r="r" b="b"/>
              <a:pathLst>
                <a:path w="1053" h="1072" extrusionOk="0">
                  <a:moveTo>
                    <a:pt x="537" y="1"/>
                  </a:moveTo>
                  <a:lnTo>
                    <a:pt x="417" y="20"/>
                  </a:lnTo>
                  <a:lnTo>
                    <a:pt x="318" y="40"/>
                  </a:lnTo>
                  <a:lnTo>
                    <a:pt x="239" y="100"/>
                  </a:lnTo>
                  <a:lnTo>
                    <a:pt x="160" y="159"/>
                  </a:lnTo>
                  <a:lnTo>
                    <a:pt x="80" y="239"/>
                  </a:lnTo>
                  <a:lnTo>
                    <a:pt x="40" y="338"/>
                  </a:lnTo>
                  <a:lnTo>
                    <a:pt x="1" y="437"/>
                  </a:lnTo>
                  <a:lnTo>
                    <a:pt x="1" y="536"/>
                  </a:lnTo>
                  <a:lnTo>
                    <a:pt x="1" y="635"/>
                  </a:lnTo>
                  <a:lnTo>
                    <a:pt x="40" y="735"/>
                  </a:lnTo>
                  <a:lnTo>
                    <a:pt x="80" y="834"/>
                  </a:lnTo>
                  <a:lnTo>
                    <a:pt x="160" y="913"/>
                  </a:lnTo>
                  <a:lnTo>
                    <a:pt x="239" y="973"/>
                  </a:lnTo>
                  <a:lnTo>
                    <a:pt x="318" y="1032"/>
                  </a:lnTo>
                  <a:lnTo>
                    <a:pt x="417" y="1052"/>
                  </a:lnTo>
                  <a:lnTo>
                    <a:pt x="537" y="1072"/>
                  </a:lnTo>
                  <a:lnTo>
                    <a:pt x="636" y="1052"/>
                  </a:lnTo>
                  <a:lnTo>
                    <a:pt x="735" y="1032"/>
                  </a:lnTo>
                  <a:lnTo>
                    <a:pt x="834" y="973"/>
                  </a:lnTo>
                  <a:lnTo>
                    <a:pt x="913" y="913"/>
                  </a:lnTo>
                  <a:lnTo>
                    <a:pt x="973" y="834"/>
                  </a:lnTo>
                  <a:lnTo>
                    <a:pt x="1013" y="735"/>
                  </a:lnTo>
                  <a:lnTo>
                    <a:pt x="1052" y="635"/>
                  </a:lnTo>
                  <a:lnTo>
                    <a:pt x="1052" y="536"/>
                  </a:lnTo>
                  <a:lnTo>
                    <a:pt x="1052" y="437"/>
                  </a:lnTo>
                  <a:lnTo>
                    <a:pt x="1013" y="338"/>
                  </a:lnTo>
                  <a:lnTo>
                    <a:pt x="973" y="239"/>
                  </a:lnTo>
                  <a:lnTo>
                    <a:pt x="913" y="159"/>
                  </a:lnTo>
                  <a:lnTo>
                    <a:pt x="834" y="100"/>
                  </a:lnTo>
                  <a:lnTo>
                    <a:pt x="735" y="40"/>
                  </a:lnTo>
                  <a:lnTo>
                    <a:pt x="636" y="20"/>
                  </a:lnTo>
                  <a:lnTo>
                    <a:pt x="5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3"/>
            <p:cNvSpPr/>
            <p:nvPr/>
          </p:nvSpPr>
          <p:spPr>
            <a:xfrm>
              <a:off x="4773300" y="355675"/>
              <a:ext cx="26325" cy="26800"/>
            </a:xfrm>
            <a:custGeom>
              <a:avLst/>
              <a:gdLst/>
              <a:ahLst/>
              <a:cxnLst/>
              <a:rect l="l" t="t" r="r" b="b"/>
              <a:pathLst>
                <a:path w="1053" h="1072" extrusionOk="0">
                  <a:moveTo>
                    <a:pt x="537" y="1"/>
                  </a:moveTo>
                  <a:lnTo>
                    <a:pt x="418" y="20"/>
                  </a:lnTo>
                  <a:lnTo>
                    <a:pt x="318" y="40"/>
                  </a:lnTo>
                  <a:lnTo>
                    <a:pt x="239" y="100"/>
                  </a:lnTo>
                  <a:lnTo>
                    <a:pt x="160" y="159"/>
                  </a:lnTo>
                  <a:lnTo>
                    <a:pt x="80" y="239"/>
                  </a:lnTo>
                  <a:lnTo>
                    <a:pt x="41" y="338"/>
                  </a:lnTo>
                  <a:lnTo>
                    <a:pt x="1" y="437"/>
                  </a:lnTo>
                  <a:lnTo>
                    <a:pt x="1" y="536"/>
                  </a:lnTo>
                  <a:lnTo>
                    <a:pt x="1" y="635"/>
                  </a:lnTo>
                  <a:lnTo>
                    <a:pt x="41" y="735"/>
                  </a:lnTo>
                  <a:lnTo>
                    <a:pt x="80" y="834"/>
                  </a:lnTo>
                  <a:lnTo>
                    <a:pt x="160" y="913"/>
                  </a:lnTo>
                  <a:lnTo>
                    <a:pt x="239" y="973"/>
                  </a:lnTo>
                  <a:lnTo>
                    <a:pt x="318" y="1032"/>
                  </a:lnTo>
                  <a:lnTo>
                    <a:pt x="418" y="1052"/>
                  </a:lnTo>
                  <a:lnTo>
                    <a:pt x="537" y="1072"/>
                  </a:lnTo>
                  <a:lnTo>
                    <a:pt x="636" y="1052"/>
                  </a:lnTo>
                  <a:lnTo>
                    <a:pt x="735" y="1032"/>
                  </a:lnTo>
                  <a:lnTo>
                    <a:pt x="834" y="973"/>
                  </a:lnTo>
                  <a:lnTo>
                    <a:pt x="914" y="913"/>
                  </a:lnTo>
                  <a:lnTo>
                    <a:pt x="973" y="834"/>
                  </a:lnTo>
                  <a:lnTo>
                    <a:pt x="1013" y="735"/>
                  </a:lnTo>
                  <a:lnTo>
                    <a:pt x="1052" y="635"/>
                  </a:lnTo>
                  <a:lnTo>
                    <a:pt x="1052" y="536"/>
                  </a:lnTo>
                  <a:lnTo>
                    <a:pt x="1052" y="437"/>
                  </a:lnTo>
                  <a:lnTo>
                    <a:pt x="1013" y="338"/>
                  </a:lnTo>
                  <a:lnTo>
                    <a:pt x="973" y="239"/>
                  </a:lnTo>
                  <a:lnTo>
                    <a:pt x="914" y="159"/>
                  </a:lnTo>
                  <a:lnTo>
                    <a:pt x="834" y="100"/>
                  </a:lnTo>
                  <a:lnTo>
                    <a:pt x="735" y="40"/>
                  </a:lnTo>
                  <a:lnTo>
                    <a:pt x="636" y="20"/>
                  </a:lnTo>
                  <a:lnTo>
                    <a:pt x="5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3"/>
            <p:cNvSpPr/>
            <p:nvPr/>
          </p:nvSpPr>
          <p:spPr>
            <a:xfrm>
              <a:off x="4876475" y="355675"/>
              <a:ext cx="26325" cy="26800"/>
            </a:xfrm>
            <a:custGeom>
              <a:avLst/>
              <a:gdLst/>
              <a:ahLst/>
              <a:cxnLst/>
              <a:rect l="l" t="t" r="r" b="b"/>
              <a:pathLst>
                <a:path w="1053" h="1072" extrusionOk="0">
                  <a:moveTo>
                    <a:pt x="517" y="1"/>
                  </a:moveTo>
                  <a:lnTo>
                    <a:pt x="418" y="20"/>
                  </a:lnTo>
                  <a:lnTo>
                    <a:pt x="318" y="40"/>
                  </a:lnTo>
                  <a:lnTo>
                    <a:pt x="219" y="100"/>
                  </a:lnTo>
                  <a:lnTo>
                    <a:pt x="140" y="159"/>
                  </a:lnTo>
                  <a:lnTo>
                    <a:pt x="80" y="239"/>
                  </a:lnTo>
                  <a:lnTo>
                    <a:pt x="41" y="338"/>
                  </a:lnTo>
                  <a:lnTo>
                    <a:pt x="1" y="437"/>
                  </a:lnTo>
                  <a:lnTo>
                    <a:pt x="1" y="536"/>
                  </a:lnTo>
                  <a:lnTo>
                    <a:pt x="1" y="635"/>
                  </a:lnTo>
                  <a:lnTo>
                    <a:pt x="41" y="735"/>
                  </a:lnTo>
                  <a:lnTo>
                    <a:pt x="80" y="834"/>
                  </a:lnTo>
                  <a:lnTo>
                    <a:pt x="140" y="913"/>
                  </a:lnTo>
                  <a:lnTo>
                    <a:pt x="219" y="973"/>
                  </a:lnTo>
                  <a:lnTo>
                    <a:pt x="318" y="1032"/>
                  </a:lnTo>
                  <a:lnTo>
                    <a:pt x="418" y="1052"/>
                  </a:lnTo>
                  <a:lnTo>
                    <a:pt x="517" y="1072"/>
                  </a:lnTo>
                  <a:lnTo>
                    <a:pt x="636" y="1052"/>
                  </a:lnTo>
                  <a:lnTo>
                    <a:pt x="735" y="1032"/>
                  </a:lnTo>
                  <a:lnTo>
                    <a:pt x="814" y="973"/>
                  </a:lnTo>
                  <a:lnTo>
                    <a:pt x="894" y="913"/>
                  </a:lnTo>
                  <a:lnTo>
                    <a:pt x="973" y="834"/>
                  </a:lnTo>
                  <a:lnTo>
                    <a:pt x="1013" y="735"/>
                  </a:lnTo>
                  <a:lnTo>
                    <a:pt x="1053" y="635"/>
                  </a:lnTo>
                  <a:lnTo>
                    <a:pt x="1053" y="536"/>
                  </a:lnTo>
                  <a:lnTo>
                    <a:pt x="1053" y="437"/>
                  </a:lnTo>
                  <a:lnTo>
                    <a:pt x="1013" y="338"/>
                  </a:lnTo>
                  <a:lnTo>
                    <a:pt x="973" y="239"/>
                  </a:lnTo>
                  <a:lnTo>
                    <a:pt x="894" y="159"/>
                  </a:lnTo>
                  <a:lnTo>
                    <a:pt x="814" y="100"/>
                  </a:lnTo>
                  <a:lnTo>
                    <a:pt x="735" y="40"/>
                  </a:lnTo>
                  <a:lnTo>
                    <a:pt x="636" y="20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3"/>
            <p:cNvSpPr/>
            <p:nvPr/>
          </p:nvSpPr>
          <p:spPr>
            <a:xfrm>
              <a:off x="4979675" y="355675"/>
              <a:ext cx="26300" cy="26800"/>
            </a:xfrm>
            <a:custGeom>
              <a:avLst/>
              <a:gdLst/>
              <a:ahLst/>
              <a:cxnLst/>
              <a:rect l="l" t="t" r="r" b="b"/>
              <a:pathLst>
                <a:path w="1052" h="1072" extrusionOk="0">
                  <a:moveTo>
                    <a:pt x="516" y="1"/>
                  </a:moveTo>
                  <a:lnTo>
                    <a:pt x="417" y="20"/>
                  </a:lnTo>
                  <a:lnTo>
                    <a:pt x="318" y="40"/>
                  </a:lnTo>
                  <a:lnTo>
                    <a:pt x="218" y="100"/>
                  </a:lnTo>
                  <a:lnTo>
                    <a:pt x="139" y="159"/>
                  </a:lnTo>
                  <a:lnTo>
                    <a:pt x="79" y="239"/>
                  </a:lnTo>
                  <a:lnTo>
                    <a:pt x="40" y="338"/>
                  </a:lnTo>
                  <a:lnTo>
                    <a:pt x="0" y="437"/>
                  </a:lnTo>
                  <a:lnTo>
                    <a:pt x="0" y="536"/>
                  </a:lnTo>
                  <a:lnTo>
                    <a:pt x="0" y="635"/>
                  </a:lnTo>
                  <a:lnTo>
                    <a:pt x="40" y="735"/>
                  </a:lnTo>
                  <a:lnTo>
                    <a:pt x="79" y="834"/>
                  </a:lnTo>
                  <a:lnTo>
                    <a:pt x="139" y="913"/>
                  </a:lnTo>
                  <a:lnTo>
                    <a:pt x="218" y="973"/>
                  </a:lnTo>
                  <a:lnTo>
                    <a:pt x="318" y="1032"/>
                  </a:lnTo>
                  <a:lnTo>
                    <a:pt x="417" y="1052"/>
                  </a:lnTo>
                  <a:lnTo>
                    <a:pt x="516" y="1072"/>
                  </a:lnTo>
                  <a:lnTo>
                    <a:pt x="635" y="1052"/>
                  </a:lnTo>
                  <a:lnTo>
                    <a:pt x="734" y="1032"/>
                  </a:lnTo>
                  <a:lnTo>
                    <a:pt x="814" y="973"/>
                  </a:lnTo>
                  <a:lnTo>
                    <a:pt x="893" y="913"/>
                  </a:lnTo>
                  <a:lnTo>
                    <a:pt x="972" y="834"/>
                  </a:lnTo>
                  <a:lnTo>
                    <a:pt x="1012" y="735"/>
                  </a:lnTo>
                  <a:lnTo>
                    <a:pt x="1052" y="635"/>
                  </a:lnTo>
                  <a:lnTo>
                    <a:pt x="1052" y="536"/>
                  </a:lnTo>
                  <a:lnTo>
                    <a:pt x="1052" y="437"/>
                  </a:lnTo>
                  <a:lnTo>
                    <a:pt x="1012" y="338"/>
                  </a:lnTo>
                  <a:lnTo>
                    <a:pt x="972" y="239"/>
                  </a:lnTo>
                  <a:lnTo>
                    <a:pt x="893" y="159"/>
                  </a:lnTo>
                  <a:lnTo>
                    <a:pt x="814" y="100"/>
                  </a:lnTo>
                  <a:lnTo>
                    <a:pt x="734" y="40"/>
                  </a:lnTo>
                  <a:lnTo>
                    <a:pt x="635" y="20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3"/>
            <p:cNvSpPr/>
            <p:nvPr/>
          </p:nvSpPr>
          <p:spPr>
            <a:xfrm>
              <a:off x="5082350" y="355675"/>
              <a:ext cx="26800" cy="26800"/>
            </a:xfrm>
            <a:custGeom>
              <a:avLst/>
              <a:gdLst/>
              <a:ahLst/>
              <a:cxnLst/>
              <a:rect l="l" t="t" r="r" b="b"/>
              <a:pathLst>
                <a:path w="1072" h="1072" extrusionOk="0">
                  <a:moveTo>
                    <a:pt x="536" y="1"/>
                  </a:moveTo>
                  <a:lnTo>
                    <a:pt x="437" y="20"/>
                  </a:lnTo>
                  <a:lnTo>
                    <a:pt x="338" y="40"/>
                  </a:lnTo>
                  <a:lnTo>
                    <a:pt x="238" y="100"/>
                  </a:lnTo>
                  <a:lnTo>
                    <a:pt x="159" y="159"/>
                  </a:lnTo>
                  <a:lnTo>
                    <a:pt x="100" y="239"/>
                  </a:lnTo>
                  <a:lnTo>
                    <a:pt x="60" y="338"/>
                  </a:lnTo>
                  <a:lnTo>
                    <a:pt x="20" y="437"/>
                  </a:lnTo>
                  <a:lnTo>
                    <a:pt x="0" y="536"/>
                  </a:lnTo>
                  <a:lnTo>
                    <a:pt x="20" y="635"/>
                  </a:lnTo>
                  <a:lnTo>
                    <a:pt x="60" y="735"/>
                  </a:lnTo>
                  <a:lnTo>
                    <a:pt x="100" y="834"/>
                  </a:lnTo>
                  <a:lnTo>
                    <a:pt x="159" y="913"/>
                  </a:lnTo>
                  <a:lnTo>
                    <a:pt x="238" y="973"/>
                  </a:lnTo>
                  <a:lnTo>
                    <a:pt x="338" y="1032"/>
                  </a:lnTo>
                  <a:lnTo>
                    <a:pt x="437" y="1052"/>
                  </a:lnTo>
                  <a:lnTo>
                    <a:pt x="536" y="1072"/>
                  </a:lnTo>
                  <a:lnTo>
                    <a:pt x="655" y="1052"/>
                  </a:lnTo>
                  <a:lnTo>
                    <a:pt x="754" y="1032"/>
                  </a:lnTo>
                  <a:lnTo>
                    <a:pt x="834" y="973"/>
                  </a:lnTo>
                  <a:lnTo>
                    <a:pt x="913" y="913"/>
                  </a:lnTo>
                  <a:lnTo>
                    <a:pt x="973" y="834"/>
                  </a:lnTo>
                  <a:lnTo>
                    <a:pt x="1032" y="735"/>
                  </a:lnTo>
                  <a:lnTo>
                    <a:pt x="1072" y="635"/>
                  </a:lnTo>
                  <a:lnTo>
                    <a:pt x="1072" y="536"/>
                  </a:lnTo>
                  <a:lnTo>
                    <a:pt x="1072" y="437"/>
                  </a:lnTo>
                  <a:lnTo>
                    <a:pt x="1032" y="338"/>
                  </a:lnTo>
                  <a:lnTo>
                    <a:pt x="973" y="239"/>
                  </a:lnTo>
                  <a:lnTo>
                    <a:pt x="913" y="159"/>
                  </a:lnTo>
                  <a:lnTo>
                    <a:pt x="834" y="100"/>
                  </a:lnTo>
                  <a:lnTo>
                    <a:pt x="754" y="40"/>
                  </a:lnTo>
                  <a:lnTo>
                    <a:pt x="655" y="20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3"/>
            <p:cNvSpPr/>
            <p:nvPr/>
          </p:nvSpPr>
          <p:spPr>
            <a:xfrm>
              <a:off x="5185525" y="355675"/>
              <a:ext cx="26800" cy="26800"/>
            </a:xfrm>
            <a:custGeom>
              <a:avLst/>
              <a:gdLst/>
              <a:ahLst/>
              <a:cxnLst/>
              <a:rect l="l" t="t" r="r" b="b"/>
              <a:pathLst>
                <a:path w="1072" h="1072" extrusionOk="0">
                  <a:moveTo>
                    <a:pt x="536" y="1"/>
                  </a:moveTo>
                  <a:lnTo>
                    <a:pt x="437" y="20"/>
                  </a:lnTo>
                  <a:lnTo>
                    <a:pt x="338" y="40"/>
                  </a:lnTo>
                  <a:lnTo>
                    <a:pt x="239" y="100"/>
                  </a:lnTo>
                  <a:lnTo>
                    <a:pt x="159" y="159"/>
                  </a:lnTo>
                  <a:lnTo>
                    <a:pt x="100" y="239"/>
                  </a:lnTo>
                  <a:lnTo>
                    <a:pt x="40" y="338"/>
                  </a:lnTo>
                  <a:lnTo>
                    <a:pt x="20" y="437"/>
                  </a:lnTo>
                  <a:lnTo>
                    <a:pt x="0" y="536"/>
                  </a:lnTo>
                  <a:lnTo>
                    <a:pt x="20" y="635"/>
                  </a:lnTo>
                  <a:lnTo>
                    <a:pt x="40" y="735"/>
                  </a:lnTo>
                  <a:lnTo>
                    <a:pt x="100" y="834"/>
                  </a:lnTo>
                  <a:lnTo>
                    <a:pt x="159" y="913"/>
                  </a:lnTo>
                  <a:lnTo>
                    <a:pt x="239" y="973"/>
                  </a:lnTo>
                  <a:lnTo>
                    <a:pt x="338" y="1032"/>
                  </a:lnTo>
                  <a:lnTo>
                    <a:pt x="437" y="1052"/>
                  </a:lnTo>
                  <a:lnTo>
                    <a:pt x="536" y="1072"/>
                  </a:lnTo>
                  <a:lnTo>
                    <a:pt x="655" y="1052"/>
                  </a:lnTo>
                  <a:lnTo>
                    <a:pt x="754" y="1032"/>
                  </a:lnTo>
                  <a:lnTo>
                    <a:pt x="834" y="973"/>
                  </a:lnTo>
                  <a:lnTo>
                    <a:pt x="913" y="913"/>
                  </a:lnTo>
                  <a:lnTo>
                    <a:pt x="973" y="834"/>
                  </a:lnTo>
                  <a:lnTo>
                    <a:pt x="1032" y="735"/>
                  </a:lnTo>
                  <a:lnTo>
                    <a:pt x="1052" y="635"/>
                  </a:lnTo>
                  <a:lnTo>
                    <a:pt x="1072" y="536"/>
                  </a:lnTo>
                  <a:lnTo>
                    <a:pt x="1052" y="437"/>
                  </a:lnTo>
                  <a:lnTo>
                    <a:pt x="1032" y="338"/>
                  </a:lnTo>
                  <a:lnTo>
                    <a:pt x="973" y="239"/>
                  </a:lnTo>
                  <a:lnTo>
                    <a:pt x="913" y="159"/>
                  </a:lnTo>
                  <a:lnTo>
                    <a:pt x="834" y="100"/>
                  </a:lnTo>
                  <a:lnTo>
                    <a:pt x="754" y="40"/>
                  </a:lnTo>
                  <a:lnTo>
                    <a:pt x="655" y="20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3"/>
            <p:cNvSpPr/>
            <p:nvPr/>
          </p:nvSpPr>
          <p:spPr>
            <a:xfrm>
              <a:off x="5288700" y="355675"/>
              <a:ext cx="26825" cy="26800"/>
            </a:xfrm>
            <a:custGeom>
              <a:avLst/>
              <a:gdLst/>
              <a:ahLst/>
              <a:cxnLst/>
              <a:rect l="l" t="t" r="r" b="b"/>
              <a:pathLst>
                <a:path w="1073" h="1072" extrusionOk="0">
                  <a:moveTo>
                    <a:pt x="536" y="1"/>
                  </a:moveTo>
                  <a:lnTo>
                    <a:pt x="437" y="20"/>
                  </a:lnTo>
                  <a:lnTo>
                    <a:pt x="338" y="40"/>
                  </a:lnTo>
                  <a:lnTo>
                    <a:pt x="239" y="100"/>
                  </a:lnTo>
                  <a:lnTo>
                    <a:pt x="159" y="159"/>
                  </a:lnTo>
                  <a:lnTo>
                    <a:pt x="100" y="239"/>
                  </a:lnTo>
                  <a:lnTo>
                    <a:pt x="40" y="338"/>
                  </a:lnTo>
                  <a:lnTo>
                    <a:pt x="20" y="437"/>
                  </a:lnTo>
                  <a:lnTo>
                    <a:pt x="1" y="536"/>
                  </a:lnTo>
                  <a:lnTo>
                    <a:pt x="20" y="635"/>
                  </a:lnTo>
                  <a:lnTo>
                    <a:pt x="40" y="735"/>
                  </a:lnTo>
                  <a:lnTo>
                    <a:pt x="100" y="834"/>
                  </a:lnTo>
                  <a:lnTo>
                    <a:pt x="159" y="913"/>
                  </a:lnTo>
                  <a:lnTo>
                    <a:pt x="239" y="973"/>
                  </a:lnTo>
                  <a:lnTo>
                    <a:pt x="338" y="1032"/>
                  </a:lnTo>
                  <a:lnTo>
                    <a:pt x="437" y="1052"/>
                  </a:lnTo>
                  <a:lnTo>
                    <a:pt x="536" y="1072"/>
                  </a:lnTo>
                  <a:lnTo>
                    <a:pt x="635" y="1052"/>
                  </a:lnTo>
                  <a:lnTo>
                    <a:pt x="755" y="1032"/>
                  </a:lnTo>
                  <a:lnTo>
                    <a:pt x="834" y="973"/>
                  </a:lnTo>
                  <a:lnTo>
                    <a:pt x="913" y="913"/>
                  </a:lnTo>
                  <a:lnTo>
                    <a:pt x="973" y="834"/>
                  </a:lnTo>
                  <a:lnTo>
                    <a:pt x="1032" y="735"/>
                  </a:lnTo>
                  <a:lnTo>
                    <a:pt x="1052" y="635"/>
                  </a:lnTo>
                  <a:lnTo>
                    <a:pt x="1072" y="536"/>
                  </a:lnTo>
                  <a:lnTo>
                    <a:pt x="1052" y="437"/>
                  </a:lnTo>
                  <a:lnTo>
                    <a:pt x="1032" y="338"/>
                  </a:lnTo>
                  <a:lnTo>
                    <a:pt x="973" y="239"/>
                  </a:lnTo>
                  <a:lnTo>
                    <a:pt x="913" y="159"/>
                  </a:lnTo>
                  <a:lnTo>
                    <a:pt x="834" y="100"/>
                  </a:lnTo>
                  <a:lnTo>
                    <a:pt x="755" y="40"/>
                  </a:lnTo>
                  <a:lnTo>
                    <a:pt x="635" y="20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3"/>
            <p:cNvSpPr/>
            <p:nvPr/>
          </p:nvSpPr>
          <p:spPr>
            <a:xfrm>
              <a:off x="5391875" y="355675"/>
              <a:ext cx="26825" cy="26800"/>
            </a:xfrm>
            <a:custGeom>
              <a:avLst/>
              <a:gdLst/>
              <a:ahLst/>
              <a:cxnLst/>
              <a:rect l="l" t="t" r="r" b="b"/>
              <a:pathLst>
                <a:path w="1073" h="1072" extrusionOk="0">
                  <a:moveTo>
                    <a:pt x="536" y="1"/>
                  </a:moveTo>
                  <a:lnTo>
                    <a:pt x="437" y="20"/>
                  </a:lnTo>
                  <a:lnTo>
                    <a:pt x="338" y="40"/>
                  </a:lnTo>
                  <a:lnTo>
                    <a:pt x="239" y="100"/>
                  </a:lnTo>
                  <a:lnTo>
                    <a:pt x="159" y="159"/>
                  </a:lnTo>
                  <a:lnTo>
                    <a:pt x="100" y="239"/>
                  </a:lnTo>
                  <a:lnTo>
                    <a:pt x="40" y="338"/>
                  </a:lnTo>
                  <a:lnTo>
                    <a:pt x="21" y="437"/>
                  </a:lnTo>
                  <a:lnTo>
                    <a:pt x="1" y="536"/>
                  </a:lnTo>
                  <a:lnTo>
                    <a:pt x="21" y="635"/>
                  </a:lnTo>
                  <a:lnTo>
                    <a:pt x="40" y="735"/>
                  </a:lnTo>
                  <a:lnTo>
                    <a:pt x="100" y="834"/>
                  </a:lnTo>
                  <a:lnTo>
                    <a:pt x="159" y="913"/>
                  </a:lnTo>
                  <a:lnTo>
                    <a:pt x="239" y="973"/>
                  </a:lnTo>
                  <a:lnTo>
                    <a:pt x="338" y="1032"/>
                  </a:lnTo>
                  <a:lnTo>
                    <a:pt x="437" y="1052"/>
                  </a:lnTo>
                  <a:lnTo>
                    <a:pt x="536" y="1072"/>
                  </a:lnTo>
                  <a:lnTo>
                    <a:pt x="636" y="1052"/>
                  </a:lnTo>
                  <a:lnTo>
                    <a:pt x="735" y="1032"/>
                  </a:lnTo>
                  <a:lnTo>
                    <a:pt x="834" y="973"/>
                  </a:lnTo>
                  <a:lnTo>
                    <a:pt x="913" y="913"/>
                  </a:lnTo>
                  <a:lnTo>
                    <a:pt x="973" y="834"/>
                  </a:lnTo>
                  <a:lnTo>
                    <a:pt x="1032" y="735"/>
                  </a:lnTo>
                  <a:lnTo>
                    <a:pt x="1052" y="635"/>
                  </a:lnTo>
                  <a:lnTo>
                    <a:pt x="1072" y="536"/>
                  </a:lnTo>
                  <a:lnTo>
                    <a:pt x="1052" y="437"/>
                  </a:lnTo>
                  <a:lnTo>
                    <a:pt x="1032" y="338"/>
                  </a:lnTo>
                  <a:lnTo>
                    <a:pt x="973" y="239"/>
                  </a:lnTo>
                  <a:lnTo>
                    <a:pt x="913" y="159"/>
                  </a:lnTo>
                  <a:lnTo>
                    <a:pt x="834" y="100"/>
                  </a:lnTo>
                  <a:lnTo>
                    <a:pt x="735" y="40"/>
                  </a:lnTo>
                  <a:lnTo>
                    <a:pt x="636" y="20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3"/>
            <p:cNvSpPr/>
            <p:nvPr/>
          </p:nvSpPr>
          <p:spPr>
            <a:xfrm>
              <a:off x="5495050" y="355675"/>
              <a:ext cx="26825" cy="26800"/>
            </a:xfrm>
            <a:custGeom>
              <a:avLst/>
              <a:gdLst/>
              <a:ahLst/>
              <a:cxnLst/>
              <a:rect l="l" t="t" r="r" b="b"/>
              <a:pathLst>
                <a:path w="1073" h="1072" extrusionOk="0">
                  <a:moveTo>
                    <a:pt x="536" y="1"/>
                  </a:moveTo>
                  <a:lnTo>
                    <a:pt x="417" y="20"/>
                  </a:lnTo>
                  <a:lnTo>
                    <a:pt x="318" y="40"/>
                  </a:lnTo>
                  <a:lnTo>
                    <a:pt x="239" y="100"/>
                  </a:lnTo>
                  <a:lnTo>
                    <a:pt x="160" y="159"/>
                  </a:lnTo>
                  <a:lnTo>
                    <a:pt x="100" y="239"/>
                  </a:lnTo>
                  <a:lnTo>
                    <a:pt x="40" y="338"/>
                  </a:lnTo>
                  <a:lnTo>
                    <a:pt x="21" y="437"/>
                  </a:lnTo>
                  <a:lnTo>
                    <a:pt x="1" y="536"/>
                  </a:lnTo>
                  <a:lnTo>
                    <a:pt x="21" y="635"/>
                  </a:lnTo>
                  <a:lnTo>
                    <a:pt x="40" y="735"/>
                  </a:lnTo>
                  <a:lnTo>
                    <a:pt x="100" y="834"/>
                  </a:lnTo>
                  <a:lnTo>
                    <a:pt x="160" y="913"/>
                  </a:lnTo>
                  <a:lnTo>
                    <a:pt x="239" y="973"/>
                  </a:lnTo>
                  <a:lnTo>
                    <a:pt x="318" y="1032"/>
                  </a:lnTo>
                  <a:lnTo>
                    <a:pt x="417" y="1052"/>
                  </a:lnTo>
                  <a:lnTo>
                    <a:pt x="536" y="1072"/>
                  </a:lnTo>
                  <a:lnTo>
                    <a:pt x="636" y="1052"/>
                  </a:lnTo>
                  <a:lnTo>
                    <a:pt x="735" y="1032"/>
                  </a:lnTo>
                  <a:lnTo>
                    <a:pt x="834" y="973"/>
                  </a:lnTo>
                  <a:lnTo>
                    <a:pt x="913" y="913"/>
                  </a:lnTo>
                  <a:lnTo>
                    <a:pt x="973" y="834"/>
                  </a:lnTo>
                  <a:lnTo>
                    <a:pt x="1033" y="735"/>
                  </a:lnTo>
                  <a:lnTo>
                    <a:pt x="1052" y="635"/>
                  </a:lnTo>
                  <a:lnTo>
                    <a:pt x="1072" y="536"/>
                  </a:lnTo>
                  <a:lnTo>
                    <a:pt x="1052" y="437"/>
                  </a:lnTo>
                  <a:lnTo>
                    <a:pt x="1033" y="338"/>
                  </a:lnTo>
                  <a:lnTo>
                    <a:pt x="973" y="239"/>
                  </a:lnTo>
                  <a:lnTo>
                    <a:pt x="913" y="159"/>
                  </a:lnTo>
                  <a:lnTo>
                    <a:pt x="834" y="100"/>
                  </a:lnTo>
                  <a:lnTo>
                    <a:pt x="735" y="40"/>
                  </a:lnTo>
                  <a:lnTo>
                    <a:pt x="636" y="20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3"/>
            <p:cNvSpPr/>
            <p:nvPr/>
          </p:nvSpPr>
          <p:spPr>
            <a:xfrm>
              <a:off x="5598225" y="355675"/>
              <a:ext cx="26825" cy="26800"/>
            </a:xfrm>
            <a:custGeom>
              <a:avLst/>
              <a:gdLst/>
              <a:ahLst/>
              <a:cxnLst/>
              <a:rect l="l" t="t" r="r" b="b"/>
              <a:pathLst>
                <a:path w="1073" h="1072" extrusionOk="0">
                  <a:moveTo>
                    <a:pt x="537" y="1"/>
                  </a:moveTo>
                  <a:lnTo>
                    <a:pt x="418" y="20"/>
                  </a:lnTo>
                  <a:lnTo>
                    <a:pt x="318" y="40"/>
                  </a:lnTo>
                  <a:lnTo>
                    <a:pt x="239" y="100"/>
                  </a:lnTo>
                  <a:lnTo>
                    <a:pt x="160" y="159"/>
                  </a:lnTo>
                  <a:lnTo>
                    <a:pt x="100" y="239"/>
                  </a:lnTo>
                  <a:lnTo>
                    <a:pt x="41" y="338"/>
                  </a:lnTo>
                  <a:lnTo>
                    <a:pt x="21" y="437"/>
                  </a:lnTo>
                  <a:lnTo>
                    <a:pt x="1" y="536"/>
                  </a:lnTo>
                  <a:lnTo>
                    <a:pt x="21" y="635"/>
                  </a:lnTo>
                  <a:lnTo>
                    <a:pt x="41" y="735"/>
                  </a:lnTo>
                  <a:lnTo>
                    <a:pt x="100" y="834"/>
                  </a:lnTo>
                  <a:lnTo>
                    <a:pt x="160" y="913"/>
                  </a:lnTo>
                  <a:lnTo>
                    <a:pt x="239" y="973"/>
                  </a:lnTo>
                  <a:lnTo>
                    <a:pt x="318" y="1032"/>
                  </a:lnTo>
                  <a:lnTo>
                    <a:pt x="418" y="1052"/>
                  </a:lnTo>
                  <a:lnTo>
                    <a:pt x="537" y="1072"/>
                  </a:lnTo>
                  <a:lnTo>
                    <a:pt x="636" y="1052"/>
                  </a:lnTo>
                  <a:lnTo>
                    <a:pt x="735" y="1032"/>
                  </a:lnTo>
                  <a:lnTo>
                    <a:pt x="834" y="973"/>
                  </a:lnTo>
                  <a:lnTo>
                    <a:pt x="914" y="913"/>
                  </a:lnTo>
                  <a:lnTo>
                    <a:pt x="973" y="834"/>
                  </a:lnTo>
                  <a:lnTo>
                    <a:pt x="1013" y="735"/>
                  </a:lnTo>
                  <a:lnTo>
                    <a:pt x="1052" y="635"/>
                  </a:lnTo>
                  <a:lnTo>
                    <a:pt x="1072" y="536"/>
                  </a:lnTo>
                  <a:lnTo>
                    <a:pt x="1052" y="437"/>
                  </a:lnTo>
                  <a:lnTo>
                    <a:pt x="1013" y="338"/>
                  </a:lnTo>
                  <a:lnTo>
                    <a:pt x="973" y="239"/>
                  </a:lnTo>
                  <a:lnTo>
                    <a:pt x="914" y="159"/>
                  </a:lnTo>
                  <a:lnTo>
                    <a:pt x="834" y="100"/>
                  </a:lnTo>
                  <a:lnTo>
                    <a:pt x="735" y="40"/>
                  </a:lnTo>
                  <a:lnTo>
                    <a:pt x="636" y="20"/>
                  </a:lnTo>
                  <a:lnTo>
                    <a:pt x="5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3"/>
            <p:cNvSpPr/>
            <p:nvPr/>
          </p:nvSpPr>
          <p:spPr>
            <a:xfrm>
              <a:off x="5701400" y="355675"/>
              <a:ext cx="26325" cy="26800"/>
            </a:xfrm>
            <a:custGeom>
              <a:avLst/>
              <a:gdLst/>
              <a:ahLst/>
              <a:cxnLst/>
              <a:rect l="l" t="t" r="r" b="b"/>
              <a:pathLst>
                <a:path w="1053" h="1072" extrusionOk="0">
                  <a:moveTo>
                    <a:pt x="537" y="1"/>
                  </a:moveTo>
                  <a:lnTo>
                    <a:pt x="418" y="20"/>
                  </a:lnTo>
                  <a:lnTo>
                    <a:pt x="318" y="40"/>
                  </a:lnTo>
                  <a:lnTo>
                    <a:pt x="239" y="100"/>
                  </a:lnTo>
                  <a:lnTo>
                    <a:pt x="160" y="159"/>
                  </a:lnTo>
                  <a:lnTo>
                    <a:pt x="80" y="239"/>
                  </a:lnTo>
                  <a:lnTo>
                    <a:pt x="41" y="338"/>
                  </a:lnTo>
                  <a:lnTo>
                    <a:pt x="1" y="437"/>
                  </a:lnTo>
                  <a:lnTo>
                    <a:pt x="1" y="536"/>
                  </a:lnTo>
                  <a:lnTo>
                    <a:pt x="1" y="635"/>
                  </a:lnTo>
                  <a:lnTo>
                    <a:pt x="41" y="735"/>
                  </a:lnTo>
                  <a:lnTo>
                    <a:pt x="80" y="834"/>
                  </a:lnTo>
                  <a:lnTo>
                    <a:pt x="160" y="913"/>
                  </a:lnTo>
                  <a:lnTo>
                    <a:pt x="239" y="973"/>
                  </a:lnTo>
                  <a:lnTo>
                    <a:pt x="318" y="1032"/>
                  </a:lnTo>
                  <a:lnTo>
                    <a:pt x="418" y="1052"/>
                  </a:lnTo>
                  <a:lnTo>
                    <a:pt x="537" y="1072"/>
                  </a:lnTo>
                  <a:lnTo>
                    <a:pt x="636" y="1052"/>
                  </a:lnTo>
                  <a:lnTo>
                    <a:pt x="735" y="1032"/>
                  </a:lnTo>
                  <a:lnTo>
                    <a:pt x="834" y="973"/>
                  </a:lnTo>
                  <a:lnTo>
                    <a:pt x="914" y="913"/>
                  </a:lnTo>
                  <a:lnTo>
                    <a:pt x="973" y="834"/>
                  </a:lnTo>
                  <a:lnTo>
                    <a:pt x="1013" y="735"/>
                  </a:lnTo>
                  <a:lnTo>
                    <a:pt x="1053" y="635"/>
                  </a:lnTo>
                  <a:lnTo>
                    <a:pt x="1053" y="536"/>
                  </a:lnTo>
                  <a:lnTo>
                    <a:pt x="1053" y="437"/>
                  </a:lnTo>
                  <a:lnTo>
                    <a:pt x="1013" y="338"/>
                  </a:lnTo>
                  <a:lnTo>
                    <a:pt x="973" y="239"/>
                  </a:lnTo>
                  <a:lnTo>
                    <a:pt x="914" y="159"/>
                  </a:lnTo>
                  <a:lnTo>
                    <a:pt x="834" y="100"/>
                  </a:lnTo>
                  <a:lnTo>
                    <a:pt x="735" y="40"/>
                  </a:lnTo>
                  <a:lnTo>
                    <a:pt x="636" y="20"/>
                  </a:lnTo>
                  <a:lnTo>
                    <a:pt x="5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3"/>
            <p:cNvSpPr/>
            <p:nvPr/>
          </p:nvSpPr>
          <p:spPr>
            <a:xfrm>
              <a:off x="5804600" y="355675"/>
              <a:ext cx="26300" cy="26800"/>
            </a:xfrm>
            <a:custGeom>
              <a:avLst/>
              <a:gdLst/>
              <a:ahLst/>
              <a:cxnLst/>
              <a:rect l="l" t="t" r="r" b="b"/>
              <a:pathLst>
                <a:path w="1052" h="1072" extrusionOk="0">
                  <a:moveTo>
                    <a:pt x="536" y="1"/>
                  </a:moveTo>
                  <a:lnTo>
                    <a:pt x="417" y="20"/>
                  </a:lnTo>
                  <a:lnTo>
                    <a:pt x="318" y="40"/>
                  </a:lnTo>
                  <a:lnTo>
                    <a:pt x="238" y="100"/>
                  </a:lnTo>
                  <a:lnTo>
                    <a:pt x="159" y="159"/>
                  </a:lnTo>
                  <a:lnTo>
                    <a:pt x="79" y="239"/>
                  </a:lnTo>
                  <a:lnTo>
                    <a:pt x="40" y="338"/>
                  </a:lnTo>
                  <a:lnTo>
                    <a:pt x="0" y="437"/>
                  </a:lnTo>
                  <a:lnTo>
                    <a:pt x="0" y="536"/>
                  </a:lnTo>
                  <a:lnTo>
                    <a:pt x="0" y="635"/>
                  </a:lnTo>
                  <a:lnTo>
                    <a:pt x="40" y="735"/>
                  </a:lnTo>
                  <a:lnTo>
                    <a:pt x="79" y="834"/>
                  </a:lnTo>
                  <a:lnTo>
                    <a:pt x="159" y="913"/>
                  </a:lnTo>
                  <a:lnTo>
                    <a:pt x="238" y="973"/>
                  </a:lnTo>
                  <a:lnTo>
                    <a:pt x="318" y="1032"/>
                  </a:lnTo>
                  <a:lnTo>
                    <a:pt x="417" y="1052"/>
                  </a:lnTo>
                  <a:lnTo>
                    <a:pt x="536" y="1072"/>
                  </a:lnTo>
                  <a:lnTo>
                    <a:pt x="635" y="1052"/>
                  </a:lnTo>
                  <a:lnTo>
                    <a:pt x="734" y="1032"/>
                  </a:lnTo>
                  <a:lnTo>
                    <a:pt x="833" y="973"/>
                  </a:lnTo>
                  <a:lnTo>
                    <a:pt x="913" y="913"/>
                  </a:lnTo>
                  <a:lnTo>
                    <a:pt x="972" y="834"/>
                  </a:lnTo>
                  <a:lnTo>
                    <a:pt x="1012" y="735"/>
                  </a:lnTo>
                  <a:lnTo>
                    <a:pt x="1052" y="635"/>
                  </a:lnTo>
                  <a:lnTo>
                    <a:pt x="1052" y="536"/>
                  </a:lnTo>
                  <a:lnTo>
                    <a:pt x="1052" y="437"/>
                  </a:lnTo>
                  <a:lnTo>
                    <a:pt x="1012" y="338"/>
                  </a:lnTo>
                  <a:lnTo>
                    <a:pt x="972" y="239"/>
                  </a:lnTo>
                  <a:lnTo>
                    <a:pt x="913" y="159"/>
                  </a:lnTo>
                  <a:lnTo>
                    <a:pt x="833" y="100"/>
                  </a:lnTo>
                  <a:lnTo>
                    <a:pt x="734" y="40"/>
                  </a:lnTo>
                  <a:lnTo>
                    <a:pt x="635" y="20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3"/>
            <p:cNvSpPr/>
            <p:nvPr/>
          </p:nvSpPr>
          <p:spPr>
            <a:xfrm>
              <a:off x="5907775" y="355675"/>
              <a:ext cx="26300" cy="26800"/>
            </a:xfrm>
            <a:custGeom>
              <a:avLst/>
              <a:gdLst/>
              <a:ahLst/>
              <a:cxnLst/>
              <a:rect l="l" t="t" r="r" b="b"/>
              <a:pathLst>
                <a:path w="1052" h="1072" extrusionOk="0">
                  <a:moveTo>
                    <a:pt x="516" y="1"/>
                  </a:moveTo>
                  <a:lnTo>
                    <a:pt x="417" y="20"/>
                  </a:lnTo>
                  <a:lnTo>
                    <a:pt x="318" y="40"/>
                  </a:lnTo>
                  <a:lnTo>
                    <a:pt x="218" y="100"/>
                  </a:lnTo>
                  <a:lnTo>
                    <a:pt x="159" y="159"/>
                  </a:lnTo>
                  <a:lnTo>
                    <a:pt x="80" y="239"/>
                  </a:lnTo>
                  <a:lnTo>
                    <a:pt x="40" y="338"/>
                  </a:lnTo>
                  <a:lnTo>
                    <a:pt x="0" y="437"/>
                  </a:lnTo>
                  <a:lnTo>
                    <a:pt x="0" y="536"/>
                  </a:lnTo>
                  <a:lnTo>
                    <a:pt x="0" y="635"/>
                  </a:lnTo>
                  <a:lnTo>
                    <a:pt x="40" y="735"/>
                  </a:lnTo>
                  <a:lnTo>
                    <a:pt x="80" y="834"/>
                  </a:lnTo>
                  <a:lnTo>
                    <a:pt x="159" y="913"/>
                  </a:lnTo>
                  <a:lnTo>
                    <a:pt x="218" y="973"/>
                  </a:lnTo>
                  <a:lnTo>
                    <a:pt x="318" y="1032"/>
                  </a:lnTo>
                  <a:lnTo>
                    <a:pt x="417" y="1052"/>
                  </a:lnTo>
                  <a:lnTo>
                    <a:pt x="516" y="1072"/>
                  </a:lnTo>
                  <a:lnTo>
                    <a:pt x="635" y="1052"/>
                  </a:lnTo>
                  <a:lnTo>
                    <a:pt x="734" y="1032"/>
                  </a:lnTo>
                  <a:lnTo>
                    <a:pt x="814" y="973"/>
                  </a:lnTo>
                  <a:lnTo>
                    <a:pt x="893" y="913"/>
                  </a:lnTo>
                  <a:lnTo>
                    <a:pt x="972" y="834"/>
                  </a:lnTo>
                  <a:lnTo>
                    <a:pt x="1012" y="735"/>
                  </a:lnTo>
                  <a:lnTo>
                    <a:pt x="1052" y="635"/>
                  </a:lnTo>
                  <a:lnTo>
                    <a:pt x="1052" y="536"/>
                  </a:lnTo>
                  <a:lnTo>
                    <a:pt x="1052" y="437"/>
                  </a:lnTo>
                  <a:lnTo>
                    <a:pt x="1012" y="338"/>
                  </a:lnTo>
                  <a:lnTo>
                    <a:pt x="972" y="239"/>
                  </a:lnTo>
                  <a:lnTo>
                    <a:pt x="893" y="159"/>
                  </a:lnTo>
                  <a:lnTo>
                    <a:pt x="814" y="100"/>
                  </a:lnTo>
                  <a:lnTo>
                    <a:pt x="734" y="40"/>
                  </a:lnTo>
                  <a:lnTo>
                    <a:pt x="635" y="20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3"/>
            <p:cNvSpPr/>
            <p:nvPr/>
          </p:nvSpPr>
          <p:spPr>
            <a:xfrm>
              <a:off x="6010950" y="355675"/>
              <a:ext cx="26300" cy="26800"/>
            </a:xfrm>
            <a:custGeom>
              <a:avLst/>
              <a:gdLst/>
              <a:ahLst/>
              <a:cxnLst/>
              <a:rect l="l" t="t" r="r" b="b"/>
              <a:pathLst>
                <a:path w="1052" h="1072" extrusionOk="0">
                  <a:moveTo>
                    <a:pt x="516" y="1"/>
                  </a:moveTo>
                  <a:lnTo>
                    <a:pt x="417" y="20"/>
                  </a:lnTo>
                  <a:lnTo>
                    <a:pt x="318" y="40"/>
                  </a:lnTo>
                  <a:lnTo>
                    <a:pt x="219" y="100"/>
                  </a:lnTo>
                  <a:lnTo>
                    <a:pt x="139" y="159"/>
                  </a:lnTo>
                  <a:lnTo>
                    <a:pt x="80" y="239"/>
                  </a:lnTo>
                  <a:lnTo>
                    <a:pt x="40" y="338"/>
                  </a:lnTo>
                  <a:lnTo>
                    <a:pt x="0" y="437"/>
                  </a:lnTo>
                  <a:lnTo>
                    <a:pt x="0" y="536"/>
                  </a:lnTo>
                  <a:lnTo>
                    <a:pt x="0" y="635"/>
                  </a:lnTo>
                  <a:lnTo>
                    <a:pt x="40" y="735"/>
                  </a:lnTo>
                  <a:lnTo>
                    <a:pt x="80" y="834"/>
                  </a:lnTo>
                  <a:lnTo>
                    <a:pt x="139" y="913"/>
                  </a:lnTo>
                  <a:lnTo>
                    <a:pt x="219" y="973"/>
                  </a:lnTo>
                  <a:lnTo>
                    <a:pt x="318" y="1032"/>
                  </a:lnTo>
                  <a:lnTo>
                    <a:pt x="417" y="1052"/>
                  </a:lnTo>
                  <a:lnTo>
                    <a:pt x="516" y="1072"/>
                  </a:lnTo>
                  <a:lnTo>
                    <a:pt x="635" y="1052"/>
                  </a:lnTo>
                  <a:lnTo>
                    <a:pt x="734" y="1032"/>
                  </a:lnTo>
                  <a:lnTo>
                    <a:pt x="814" y="973"/>
                  </a:lnTo>
                  <a:lnTo>
                    <a:pt x="893" y="913"/>
                  </a:lnTo>
                  <a:lnTo>
                    <a:pt x="973" y="834"/>
                  </a:lnTo>
                  <a:lnTo>
                    <a:pt x="1012" y="735"/>
                  </a:lnTo>
                  <a:lnTo>
                    <a:pt x="1052" y="635"/>
                  </a:lnTo>
                  <a:lnTo>
                    <a:pt x="1052" y="536"/>
                  </a:lnTo>
                  <a:lnTo>
                    <a:pt x="1052" y="437"/>
                  </a:lnTo>
                  <a:lnTo>
                    <a:pt x="1012" y="338"/>
                  </a:lnTo>
                  <a:lnTo>
                    <a:pt x="973" y="239"/>
                  </a:lnTo>
                  <a:lnTo>
                    <a:pt x="893" y="159"/>
                  </a:lnTo>
                  <a:lnTo>
                    <a:pt x="814" y="100"/>
                  </a:lnTo>
                  <a:lnTo>
                    <a:pt x="734" y="40"/>
                  </a:lnTo>
                  <a:lnTo>
                    <a:pt x="635" y="20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3"/>
            <p:cNvSpPr/>
            <p:nvPr/>
          </p:nvSpPr>
          <p:spPr>
            <a:xfrm>
              <a:off x="6113625" y="355675"/>
              <a:ext cx="26800" cy="26800"/>
            </a:xfrm>
            <a:custGeom>
              <a:avLst/>
              <a:gdLst/>
              <a:ahLst/>
              <a:cxnLst/>
              <a:rect l="l" t="t" r="r" b="b"/>
              <a:pathLst>
                <a:path w="1072" h="1072" extrusionOk="0">
                  <a:moveTo>
                    <a:pt x="536" y="1"/>
                  </a:moveTo>
                  <a:lnTo>
                    <a:pt x="437" y="20"/>
                  </a:lnTo>
                  <a:lnTo>
                    <a:pt x="338" y="40"/>
                  </a:lnTo>
                  <a:lnTo>
                    <a:pt x="239" y="100"/>
                  </a:lnTo>
                  <a:lnTo>
                    <a:pt x="159" y="159"/>
                  </a:lnTo>
                  <a:lnTo>
                    <a:pt x="100" y="239"/>
                  </a:lnTo>
                  <a:lnTo>
                    <a:pt x="60" y="338"/>
                  </a:lnTo>
                  <a:lnTo>
                    <a:pt x="20" y="437"/>
                  </a:lnTo>
                  <a:lnTo>
                    <a:pt x="1" y="536"/>
                  </a:lnTo>
                  <a:lnTo>
                    <a:pt x="20" y="635"/>
                  </a:lnTo>
                  <a:lnTo>
                    <a:pt x="60" y="735"/>
                  </a:lnTo>
                  <a:lnTo>
                    <a:pt x="100" y="834"/>
                  </a:lnTo>
                  <a:lnTo>
                    <a:pt x="159" y="913"/>
                  </a:lnTo>
                  <a:lnTo>
                    <a:pt x="239" y="973"/>
                  </a:lnTo>
                  <a:lnTo>
                    <a:pt x="338" y="1032"/>
                  </a:lnTo>
                  <a:lnTo>
                    <a:pt x="437" y="1052"/>
                  </a:lnTo>
                  <a:lnTo>
                    <a:pt x="536" y="1072"/>
                  </a:lnTo>
                  <a:lnTo>
                    <a:pt x="655" y="1052"/>
                  </a:lnTo>
                  <a:lnTo>
                    <a:pt x="755" y="1032"/>
                  </a:lnTo>
                  <a:lnTo>
                    <a:pt x="834" y="973"/>
                  </a:lnTo>
                  <a:lnTo>
                    <a:pt x="913" y="913"/>
                  </a:lnTo>
                  <a:lnTo>
                    <a:pt x="993" y="834"/>
                  </a:lnTo>
                  <a:lnTo>
                    <a:pt x="1032" y="735"/>
                  </a:lnTo>
                  <a:lnTo>
                    <a:pt x="1072" y="635"/>
                  </a:lnTo>
                  <a:lnTo>
                    <a:pt x="1072" y="536"/>
                  </a:lnTo>
                  <a:lnTo>
                    <a:pt x="1072" y="437"/>
                  </a:lnTo>
                  <a:lnTo>
                    <a:pt x="1032" y="338"/>
                  </a:lnTo>
                  <a:lnTo>
                    <a:pt x="993" y="239"/>
                  </a:lnTo>
                  <a:lnTo>
                    <a:pt x="913" y="159"/>
                  </a:lnTo>
                  <a:lnTo>
                    <a:pt x="834" y="100"/>
                  </a:lnTo>
                  <a:lnTo>
                    <a:pt x="755" y="40"/>
                  </a:lnTo>
                  <a:lnTo>
                    <a:pt x="655" y="20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3"/>
            <p:cNvSpPr/>
            <p:nvPr/>
          </p:nvSpPr>
          <p:spPr>
            <a:xfrm>
              <a:off x="6216800" y="355675"/>
              <a:ext cx="26825" cy="26800"/>
            </a:xfrm>
            <a:custGeom>
              <a:avLst/>
              <a:gdLst/>
              <a:ahLst/>
              <a:cxnLst/>
              <a:rect l="l" t="t" r="r" b="b"/>
              <a:pathLst>
                <a:path w="1073" h="1072" extrusionOk="0">
                  <a:moveTo>
                    <a:pt x="536" y="1"/>
                  </a:moveTo>
                  <a:lnTo>
                    <a:pt x="437" y="20"/>
                  </a:lnTo>
                  <a:lnTo>
                    <a:pt x="338" y="40"/>
                  </a:lnTo>
                  <a:lnTo>
                    <a:pt x="239" y="100"/>
                  </a:lnTo>
                  <a:lnTo>
                    <a:pt x="159" y="159"/>
                  </a:lnTo>
                  <a:lnTo>
                    <a:pt x="100" y="239"/>
                  </a:lnTo>
                  <a:lnTo>
                    <a:pt x="40" y="338"/>
                  </a:lnTo>
                  <a:lnTo>
                    <a:pt x="20" y="437"/>
                  </a:lnTo>
                  <a:lnTo>
                    <a:pt x="1" y="536"/>
                  </a:lnTo>
                  <a:lnTo>
                    <a:pt x="20" y="635"/>
                  </a:lnTo>
                  <a:lnTo>
                    <a:pt x="40" y="735"/>
                  </a:lnTo>
                  <a:lnTo>
                    <a:pt x="100" y="834"/>
                  </a:lnTo>
                  <a:lnTo>
                    <a:pt x="159" y="913"/>
                  </a:lnTo>
                  <a:lnTo>
                    <a:pt x="239" y="973"/>
                  </a:lnTo>
                  <a:lnTo>
                    <a:pt x="338" y="1032"/>
                  </a:lnTo>
                  <a:lnTo>
                    <a:pt x="437" y="1052"/>
                  </a:lnTo>
                  <a:lnTo>
                    <a:pt x="536" y="1072"/>
                  </a:lnTo>
                  <a:lnTo>
                    <a:pt x="655" y="1052"/>
                  </a:lnTo>
                  <a:lnTo>
                    <a:pt x="755" y="1032"/>
                  </a:lnTo>
                  <a:lnTo>
                    <a:pt x="834" y="973"/>
                  </a:lnTo>
                  <a:lnTo>
                    <a:pt x="913" y="913"/>
                  </a:lnTo>
                  <a:lnTo>
                    <a:pt x="973" y="834"/>
                  </a:lnTo>
                  <a:lnTo>
                    <a:pt x="1032" y="735"/>
                  </a:lnTo>
                  <a:lnTo>
                    <a:pt x="1052" y="635"/>
                  </a:lnTo>
                  <a:lnTo>
                    <a:pt x="1072" y="536"/>
                  </a:lnTo>
                  <a:lnTo>
                    <a:pt x="1052" y="437"/>
                  </a:lnTo>
                  <a:lnTo>
                    <a:pt x="1032" y="338"/>
                  </a:lnTo>
                  <a:lnTo>
                    <a:pt x="973" y="239"/>
                  </a:lnTo>
                  <a:lnTo>
                    <a:pt x="913" y="159"/>
                  </a:lnTo>
                  <a:lnTo>
                    <a:pt x="834" y="100"/>
                  </a:lnTo>
                  <a:lnTo>
                    <a:pt x="755" y="40"/>
                  </a:lnTo>
                  <a:lnTo>
                    <a:pt x="655" y="20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3"/>
            <p:cNvSpPr/>
            <p:nvPr/>
          </p:nvSpPr>
          <p:spPr>
            <a:xfrm>
              <a:off x="6319975" y="355675"/>
              <a:ext cx="26825" cy="26800"/>
            </a:xfrm>
            <a:custGeom>
              <a:avLst/>
              <a:gdLst/>
              <a:ahLst/>
              <a:cxnLst/>
              <a:rect l="l" t="t" r="r" b="b"/>
              <a:pathLst>
                <a:path w="1073" h="1072" extrusionOk="0">
                  <a:moveTo>
                    <a:pt x="536" y="1"/>
                  </a:moveTo>
                  <a:lnTo>
                    <a:pt x="437" y="20"/>
                  </a:lnTo>
                  <a:lnTo>
                    <a:pt x="338" y="40"/>
                  </a:lnTo>
                  <a:lnTo>
                    <a:pt x="239" y="100"/>
                  </a:lnTo>
                  <a:lnTo>
                    <a:pt x="159" y="159"/>
                  </a:lnTo>
                  <a:lnTo>
                    <a:pt x="100" y="239"/>
                  </a:lnTo>
                  <a:lnTo>
                    <a:pt x="40" y="338"/>
                  </a:lnTo>
                  <a:lnTo>
                    <a:pt x="21" y="437"/>
                  </a:lnTo>
                  <a:lnTo>
                    <a:pt x="1" y="536"/>
                  </a:lnTo>
                  <a:lnTo>
                    <a:pt x="21" y="635"/>
                  </a:lnTo>
                  <a:lnTo>
                    <a:pt x="40" y="735"/>
                  </a:lnTo>
                  <a:lnTo>
                    <a:pt x="100" y="834"/>
                  </a:lnTo>
                  <a:lnTo>
                    <a:pt x="159" y="913"/>
                  </a:lnTo>
                  <a:lnTo>
                    <a:pt x="239" y="973"/>
                  </a:lnTo>
                  <a:lnTo>
                    <a:pt x="338" y="1032"/>
                  </a:lnTo>
                  <a:lnTo>
                    <a:pt x="437" y="1052"/>
                  </a:lnTo>
                  <a:lnTo>
                    <a:pt x="536" y="1072"/>
                  </a:lnTo>
                  <a:lnTo>
                    <a:pt x="636" y="1052"/>
                  </a:lnTo>
                  <a:lnTo>
                    <a:pt x="755" y="1032"/>
                  </a:lnTo>
                  <a:lnTo>
                    <a:pt x="834" y="973"/>
                  </a:lnTo>
                  <a:lnTo>
                    <a:pt x="913" y="913"/>
                  </a:lnTo>
                  <a:lnTo>
                    <a:pt x="973" y="834"/>
                  </a:lnTo>
                  <a:lnTo>
                    <a:pt x="1033" y="735"/>
                  </a:lnTo>
                  <a:lnTo>
                    <a:pt x="1052" y="635"/>
                  </a:lnTo>
                  <a:lnTo>
                    <a:pt x="1072" y="536"/>
                  </a:lnTo>
                  <a:lnTo>
                    <a:pt x="1052" y="437"/>
                  </a:lnTo>
                  <a:lnTo>
                    <a:pt x="1033" y="338"/>
                  </a:lnTo>
                  <a:lnTo>
                    <a:pt x="973" y="239"/>
                  </a:lnTo>
                  <a:lnTo>
                    <a:pt x="913" y="159"/>
                  </a:lnTo>
                  <a:lnTo>
                    <a:pt x="834" y="100"/>
                  </a:lnTo>
                  <a:lnTo>
                    <a:pt x="755" y="40"/>
                  </a:lnTo>
                  <a:lnTo>
                    <a:pt x="636" y="20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3"/>
            <p:cNvSpPr/>
            <p:nvPr/>
          </p:nvSpPr>
          <p:spPr>
            <a:xfrm>
              <a:off x="6423150" y="355675"/>
              <a:ext cx="26825" cy="26800"/>
            </a:xfrm>
            <a:custGeom>
              <a:avLst/>
              <a:gdLst/>
              <a:ahLst/>
              <a:cxnLst/>
              <a:rect l="l" t="t" r="r" b="b"/>
              <a:pathLst>
                <a:path w="1073" h="1072" extrusionOk="0">
                  <a:moveTo>
                    <a:pt x="537" y="1"/>
                  </a:moveTo>
                  <a:lnTo>
                    <a:pt x="437" y="20"/>
                  </a:lnTo>
                  <a:lnTo>
                    <a:pt x="338" y="40"/>
                  </a:lnTo>
                  <a:lnTo>
                    <a:pt x="239" y="100"/>
                  </a:lnTo>
                  <a:lnTo>
                    <a:pt x="160" y="159"/>
                  </a:lnTo>
                  <a:lnTo>
                    <a:pt x="100" y="239"/>
                  </a:lnTo>
                  <a:lnTo>
                    <a:pt x="41" y="338"/>
                  </a:lnTo>
                  <a:lnTo>
                    <a:pt x="21" y="437"/>
                  </a:lnTo>
                  <a:lnTo>
                    <a:pt x="1" y="536"/>
                  </a:lnTo>
                  <a:lnTo>
                    <a:pt x="21" y="635"/>
                  </a:lnTo>
                  <a:lnTo>
                    <a:pt x="41" y="735"/>
                  </a:lnTo>
                  <a:lnTo>
                    <a:pt x="100" y="834"/>
                  </a:lnTo>
                  <a:lnTo>
                    <a:pt x="160" y="913"/>
                  </a:lnTo>
                  <a:lnTo>
                    <a:pt x="239" y="973"/>
                  </a:lnTo>
                  <a:lnTo>
                    <a:pt x="338" y="1032"/>
                  </a:lnTo>
                  <a:lnTo>
                    <a:pt x="437" y="1052"/>
                  </a:lnTo>
                  <a:lnTo>
                    <a:pt x="537" y="1072"/>
                  </a:lnTo>
                  <a:lnTo>
                    <a:pt x="636" y="1052"/>
                  </a:lnTo>
                  <a:lnTo>
                    <a:pt x="735" y="1032"/>
                  </a:lnTo>
                  <a:lnTo>
                    <a:pt x="834" y="973"/>
                  </a:lnTo>
                  <a:lnTo>
                    <a:pt x="914" y="913"/>
                  </a:lnTo>
                  <a:lnTo>
                    <a:pt x="973" y="834"/>
                  </a:lnTo>
                  <a:lnTo>
                    <a:pt x="1033" y="735"/>
                  </a:lnTo>
                  <a:lnTo>
                    <a:pt x="1052" y="635"/>
                  </a:lnTo>
                  <a:lnTo>
                    <a:pt x="1072" y="536"/>
                  </a:lnTo>
                  <a:lnTo>
                    <a:pt x="1052" y="437"/>
                  </a:lnTo>
                  <a:lnTo>
                    <a:pt x="1033" y="338"/>
                  </a:lnTo>
                  <a:lnTo>
                    <a:pt x="973" y="239"/>
                  </a:lnTo>
                  <a:lnTo>
                    <a:pt x="914" y="159"/>
                  </a:lnTo>
                  <a:lnTo>
                    <a:pt x="834" y="100"/>
                  </a:lnTo>
                  <a:lnTo>
                    <a:pt x="735" y="40"/>
                  </a:lnTo>
                  <a:lnTo>
                    <a:pt x="636" y="20"/>
                  </a:lnTo>
                  <a:lnTo>
                    <a:pt x="5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3"/>
            <p:cNvSpPr/>
            <p:nvPr/>
          </p:nvSpPr>
          <p:spPr>
            <a:xfrm>
              <a:off x="4671125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298" y="41"/>
                  </a:lnTo>
                  <a:lnTo>
                    <a:pt x="219" y="80"/>
                  </a:lnTo>
                  <a:lnTo>
                    <a:pt x="139" y="140"/>
                  </a:lnTo>
                  <a:lnTo>
                    <a:pt x="80" y="219"/>
                  </a:lnTo>
                  <a:lnTo>
                    <a:pt x="40" y="299"/>
                  </a:lnTo>
                  <a:lnTo>
                    <a:pt x="0" y="398"/>
                  </a:lnTo>
                  <a:lnTo>
                    <a:pt x="0" y="497"/>
                  </a:lnTo>
                  <a:lnTo>
                    <a:pt x="0" y="596"/>
                  </a:lnTo>
                  <a:lnTo>
                    <a:pt x="40" y="676"/>
                  </a:lnTo>
                  <a:lnTo>
                    <a:pt x="80" y="775"/>
                  </a:lnTo>
                  <a:lnTo>
                    <a:pt x="139" y="834"/>
                  </a:lnTo>
                  <a:lnTo>
                    <a:pt x="219" y="894"/>
                  </a:lnTo>
                  <a:lnTo>
                    <a:pt x="298" y="953"/>
                  </a:lnTo>
                  <a:lnTo>
                    <a:pt x="397" y="973"/>
                  </a:lnTo>
                  <a:lnTo>
                    <a:pt x="497" y="993"/>
                  </a:lnTo>
                  <a:lnTo>
                    <a:pt x="596" y="973"/>
                  </a:lnTo>
                  <a:lnTo>
                    <a:pt x="675" y="953"/>
                  </a:lnTo>
                  <a:lnTo>
                    <a:pt x="774" y="894"/>
                  </a:lnTo>
                  <a:lnTo>
                    <a:pt x="834" y="834"/>
                  </a:lnTo>
                  <a:lnTo>
                    <a:pt x="893" y="775"/>
                  </a:lnTo>
                  <a:lnTo>
                    <a:pt x="953" y="676"/>
                  </a:lnTo>
                  <a:lnTo>
                    <a:pt x="973" y="596"/>
                  </a:lnTo>
                  <a:lnTo>
                    <a:pt x="993" y="497"/>
                  </a:lnTo>
                  <a:lnTo>
                    <a:pt x="973" y="398"/>
                  </a:lnTo>
                  <a:lnTo>
                    <a:pt x="953" y="299"/>
                  </a:lnTo>
                  <a:lnTo>
                    <a:pt x="893" y="219"/>
                  </a:lnTo>
                  <a:lnTo>
                    <a:pt x="834" y="140"/>
                  </a:lnTo>
                  <a:lnTo>
                    <a:pt x="774" y="80"/>
                  </a:lnTo>
                  <a:lnTo>
                    <a:pt x="675" y="41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3"/>
            <p:cNvSpPr/>
            <p:nvPr/>
          </p:nvSpPr>
          <p:spPr>
            <a:xfrm>
              <a:off x="4774300" y="473725"/>
              <a:ext cx="24325" cy="24825"/>
            </a:xfrm>
            <a:custGeom>
              <a:avLst/>
              <a:gdLst/>
              <a:ahLst/>
              <a:cxnLst/>
              <a:rect l="l" t="t" r="r" b="b"/>
              <a:pathLst>
                <a:path w="973" h="993" extrusionOk="0">
                  <a:moveTo>
                    <a:pt x="397" y="1"/>
                  </a:moveTo>
                  <a:lnTo>
                    <a:pt x="298" y="41"/>
                  </a:lnTo>
                  <a:lnTo>
                    <a:pt x="219" y="80"/>
                  </a:lnTo>
                  <a:lnTo>
                    <a:pt x="139" y="140"/>
                  </a:lnTo>
                  <a:lnTo>
                    <a:pt x="80" y="219"/>
                  </a:lnTo>
                  <a:lnTo>
                    <a:pt x="40" y="299"/>
                  </a:lnTo>
                  <a:lnTo>
                    <a:pt x="1" y="398"/>
                  </a:lnTo>
                  <a:lnTo>
                    <a:pt x="1" y="497"/>
                  </a:lnTo>
                  <a:lnTo>
                    <a:pt x="1" y="596"/>
                  </a:lnTo>
                  <a:lnTo>
                    <a:pt x="40" y="676"/>
                  </a:lnTo>
                  <a:lnTo>
                    <a:pt x="80" y="775"/>
                  </a:lnTo>
                  <a:lnTo>
                    <a:pt x="139" y="834"/>
                  </a:lnTo>
                  <a:lnTo>
                    <a:pt x="219" y="894"/>
                  </a:lnTo>
                  <a:lnTo>
                    <a:pt x="298" y="953"/>
                  </a:lnTo>
                  <a:lnTo>
                    <a:pt x="397" y="973"/>
                  </a:lnTo>
                  <a:lnTo>
                    <a:pt x="497" y="993"/>
                  </a:lnTo>
                  <a:lnTo>
                    <a:pt x="596" y="973"/>
                  </a:lnTo>
                  <a:lnTo>
                    <a:pt x="675" y="953"/>
                  </a:lnTo>
                  <a:lnTo>
                    <a:pt x="755" y="894"/>
                  </a:lnTo>
                  <a:lnTo>
                    <a:pt x="834" y="834"/>
                  </a:lnTo>
                  <a:lnTo>
                    <a:pt x="893" y="775"/>
                  </a:lnTo>
                  <a:lnTo>
                    <a:pt x="933" y="676"/>
                  </a:lnTo>
                  <a:lnTo>
                    <a:pt x="973" y="596"/>
                  </a:lnTo>
                  <a:lnTo>
                    <a:pt x="973" y="497"/>
                  </a:lnTo>
                  <a:lnTo>
                    <a:pt x="973" y="398"/>
                  </a:lnTo>
                  <a:lnTo>
                    <a:pt x="933" y="299"/>
                  </a:lnTo>
                  <a:lnTo>
                    <a:pt x="893" y="219"/>
                  </a:lnTo>
                  <a:lnTo>
                    <a:pt x="834" y="140"/>
                  </a:lnTo>
                  <a:lnTo>
                    <a:pt x="755" y="80"/>
                  </a:lnTo>
                  <a:lnTo>
                    <a:pt x="675" y="41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3"/>
            <p:cNvSpPr/>
            <p:nvPr/>
          </p:nvSpPr>
          <p:spPr>
            <a:xfrm>
              <a:off x="4877475" y="473725"/>
              <a:ext cx="24325" cy="24825"/>
            </a:xfrm>
            <a:custGeom>
              <a:avLst/>
              <a:gdLst/>
              <a:ahLst/>
              <a:cxnLst/>
              <a:rect l="l" t="t" r="r" b="b"/>
              <a:pathLst>
                <a:path w="973" h="993" extrusionOk="0">
                  <a:moveTo>
                    <a:pt x="378" y="1"/>
                  </a:moveTo>
                  <a:lnTo>
                    <a:pt x="298" y="41"/>
                  </a:lnTo>
                  <a:lnTo>
                    <a:pt x="219" y="80"/>
                  </a:lnTo>
                  <a:lnTo>
                    <a:pt x="140" y="140"/>
                  </a:lnTo>
                  <a:lnTo>
                    <a:pt x="80" y="219"/>
                  </a:lnTo>
                  <a:lnTo>
                    <a:pt x="40" y="299"/>
                  </a:lnTo>
                  <a:lnTo>
                    <a:pt x="1" y="398"/>
                  </a:lnTo>
                  <a:lnTo>
                    <a:pt x="1" y="497"/>
                  </a:lnTo>
                  <a:lnTo>
                    <a:pt x="1" y="596"/>
                  </a:lnTo>
                  <a:lnTo>
                    <a:pt x="40" y="676"/>
                  </a:lnTo>
                  <a:lnTo>
                    <a:pt x="80" y="775"/>
                  </a:lnTo>
                  <a:lnTo>
                    <a:pt x="140" y="834"/>
                  </a:lnTo>
                  <a:lnTo>
                    <a:pt x="219" y="894"/>
                  </a:lnTo>
                  <a:lnTo>
                    <a:pt x="298" y="953"/>
                  </a:lnTo>
                  <a:lnTo>
                    <a:pt x="378" y="973"/>
                  </a:lnTo>
                  <a:lnTo>
                    <a:pt x="477" y="993"/>
                  </a:lnTo>
                  <a:lnTo>
                    <a:pt x="576" y="973"/>
                  </a:lnTo>
                  <a:lnTo>
                    <a:pt x="675" y="953"/>
                  </a:lnTo>
                  <a:lnTo>
                    <a:pt x="755" y="894"/>
                  </a:lnTo>
                  <a:lnTo>
                    <a:pt x="834" y="834"/>
                  </a:lnTo>
                  <a:lnTo>
                    <a:pt x="894" y="775"/>
                  </a:lnTo>
                  <a:lnTo>
                    <a:pt x="933" y="676"/>
                  </a:lnTo>
                  <a:lnTo>
                    <a:pt x="973" y="596"/>
                  </a:lnTo>
                  <a:lnTo>
                    <a:pt x="973" y="497"/>
                  </a:lnTo>
                  <a:lnTo>
                    <a:pt x="973" y="398"/>
                  </a:lnTo>
                  <a:lnTo>
                    <a:pt x="933" y="299"/>
                  </a:lnTo>
                  <a:lnTo>
                    <a:pt x="894" y="219"/>
                  </a:lnTo>
                  <a:lnTo>
                    <a:pt x="834" y="140"/>
                  </a:lnTo>
                  <a:lnTo>
                    <a:pt x="755" y="80"/>
                  </a:lnTo>
                  <a:lnTo>
                    <a:pt x="675" y="41"/>
                  </a:lnTo>
                  <a:lnTo>
                    <a:pt x="5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3"/>
            <p:cNvSpPr/>
            <p:nvPr/>
          </p:nvSpPr>
          <p:spPr>
            <a:xfrm>
              <a:off x="4980150" y="473725"/>
              <a:ext cx="24850" cy="24825"/>
            </a:xfrm>
            <a:custGeom>
              <a:avLst/>
              <a:gdLst/>
              <a:ahLst/>
              <a:cxnLst/>
              <a:rect l="l" t="t" r="r" b="b"/>
              <a:pathLst>
                <a:path w="994" h="993" extrusionOk="0">
                  <a:moveTo>
                    <a:pt x="398" y="1"/>
                  </a:moveTo>
                  <a:lnTo>
                    <a:pt x="318" y="41"/>
                  </a:lnTo>
                  <a:lnTo>
                    <a:pt x="219" y="80"/>
                  </a:lnTo>
                  <a:lnTo>
                    <a:pt x="160" y="140"/>
                  </a:lnTo>
                  <a:lnTo>
                    <a:pt x="100" y="219"/>
                  </a:lnTo>
                  <a:lnTo>
                    <a:pt x="41" y="299"/>
                  </a:lnTo>
                  <a:lnTo>
                    <a:pt x="21" y="398"/>
                  </a:lnTo>
                  <a:lnTo>
                    <a:pt x="1" y="497"/>
                  </a:lnTo>
                  <a:lnTo>
                    <a:pt x="21" y="596"/>
                  </a:lnTo>
                  <a:lnTo>
                    <a:pt x="41" y="676"/>
                  </a:lnTo>
                  <a:lnTo>
                    <a:pt x="100" y="775"/>
                  </a:lnTo>
                  <a:lnTo>
                    <a:pt x="160" y="834"/>
                  </a:lnTo>
                  <a:lnTo>
                    <a:pt x="219" y="894"/>
                  </a:lnTo>
                  <a:lnTo>
                    <a:pt x="318" y="953"/>
                  </a:lnTo>
                  <a:lnTo>
                    <a:pt x="398" y="973"/>
                  </a:lnTo>
                  <a:lnTo>
                    <a:pt x="497" y="993"/>
                  </a:lnTo>
                  <a:lnTo>
                    <a:pt x="596" y="973"/>
                  </a:lnTo>
                  <a:lnTo>
                    <a:pt x="695" y="953"/>
                  </a:lnTo>
                  <a:lnTo>
                    <a:pt x="775" y="894"/>
                  </a:lnTo>
                  <a:lnTo>
                    <a:pt x="854" y="834"/>
                  </a:lnTo>
                  <a:lnTo>
                    <a:pt x="914" y="775"/>
                  </a:lnTo>
                  <a:lnTo>
                    <a:pt x="953" y="676"/>
                  </a:lnTo>
                  <a:lnTo>
                    <a:pt x="993" y="596"/>
                  </a:lnTo>
                  <a:lnTo>
                    <a:pt x="993" y="497"/>
                  </a:lnTo>
                  <a:lnTo>
                    <a:pt x="993" y="398"/>
                  </a:lnTo>
                  <a:lnTo>
                    <a:pt x="953" y="299"/>
                  </a:lnTo>
                  <a:lnTo>
                    <a:pt x="914" y="219"/>
                  </a:lnTo>
                  <a:lnTo>
                    <a:pt x="854" y="140"/>
                  </a:lnTo>
                  <a:lnTo>
                    <a:pt x="775" y="80"/>
                  </a:lnTo>
                  <a:lnTo>
                    <a:pt x="695" y="41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3"/>
            <p:cNvSpPr/>
            <p:nvPr/>
          </p:nvSpPr>
          <p:spPr>
            <a:xfrm>
              <a:off x="5083350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318" y="41"/>
                  </a:lnTo>
                  <a:lnTo>
                    <a:pt x="218" y="80"/>
                  </a:lnTo>
                  <a:lnTo>
                    <a:pt x="159" y="140"/>
                  </a:lnTo>
                  <a:lnTo>
                    <a:pt x="99" y="219"/>
                  </a:lnTo>
                  <a:lnTo>
                    <a:pt x="40" y="299"/>
                  </a:lnTo>
                  <a:lnTo>
                    <a:pt x="20" y="398"/>
                  </a:lnTo>
                  <a:lnTo>
                    <a:pt x="0" y="497"/>
                  </a:lnTo>
                  <a:lnTo>
                    <a:pt x="20" y="596"/>
                  </a:lnTo>
                  <a:lnTo>
                    <a:pt x="40" y="676"/>
                  </a:lnTo>
                  <a:lnTo>
                    <a:pt x="99" y="775"/>
                  </a:lnTo>
                  <a:lnTo>
                    <a:pt x="159" y="834"/>
                  </a:lnTo>
                  <a:lnTo>
                    <a:pt x="218" y="894"/>
                  </a:lnTo>
                  <a:lnTo>
                    <a:pt x="318" y="953"/>
                  </a:lnTo>
                  <a:lnTo>
                    <a:pt x="397" y="973"/>
                  </a:lnTo>
                  <a:lnTo>
                    <a:pt x="496" y="993"/>
                  </a:lnTo>
                  <a:lnTo>
                    <a:pt x="595" y="973"/>
                  </a:lnTo>
                  <a:lnTo>
                    <a:pt x="694" y="953"/>
                  </a:lnTo>
                  <a:lnTo>
                    <a:pt x="774" y="894"/>
                  </a:lnTo>
                  <a:lnTo>
                    <a:pt x="853" y="834"/>
                  </a:lnTo>
                  <a:lnTo>
                    <a:pt x="913" y="775"/>
                  </a:lnTo>
                  <a:lnTo>
                    <a:pt x="952" y="676"/>
                  </a:lnTo>
                  <a:lnTo>
                    <a:pt x="992" y="596"/>
                  </a:lnTo>
                  <a:lnTo>
                    <a:pt x="992" y="497"/>
                  </a:lnTo>
                  <a:lnTo>
                    <a:pt x="992" y="398"/>
                  </a:lnTo>
                  <a:lnTo>
                    <a:pt x="952" y="299"/>
                  </a:lnTo>
                  <a:lnTo>
                    <a:pt x="913" y="219"/>
                  </a:lnTo>
                  <a:lnTo>
                    <a:pt x="853" y="140"/>
                  </a:lnTo>
                  <a:lnTo>
                    <a:pt x="774" y="80"/>
                  </a:lnTo>
                  <a:lnTo>
                    <a:pt x="694" y="41"/>
                  </a:lnTo>
                  <a:lnTo>
                    <a:pt x="5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3"/>
            <p:cNvSpPr/>
            <p:nvPr/>
          </p:nvSpPr>
          <p:spPr>
            <a:xfrm>
              <a:off x="5186525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298" y="41"/>
                  </a:lnTo>
                  <a:lnTo>
                    <a:pt x="218" y="80"/>
                  </a:lnTo>
                  <a:lnTo>
                    <a:pt x="159" y="140"/>
                  </a:lnTo>
                  <a:lnTo>
                    <a:pt x="99" y="219"/>
                  </a:lnTo>
                  <a:lnTo>
                    <a:pt x="40" y="299"/>
                  </a:lnTo>
                  <a:lnTo>
                    <a:pt x="20" y="398"/>
                  </a:lnTo>
                  <a:lnTo>
                    <a:pt x="0" y="497"/>
                  </a:lnTo>
                  <a:lnTo>
                    <a:pt x="20" y="596"/>
                  </a:lnTo>
                  <a:lnTo>
                    <a:pt x="40" y="676"/>
                  </a:lnTo>
                  <a:lnTo>
                    <a:pt x="99" y="775"/>
                  </a:lnTo>
                  <a:lnTo>
                    <a:pt x="159" y="834"/>
                  </a:lnTo>
                  <a:lnTo>
                    <a:pt x="218" y="894"/>
                  </a:lnTo>
                  <a:lnTo>
                    <a:pt x="298" y="953"/>
                  </a:lnTo>
                  <a:lnTo>
                    <a:pt x="397" y="973"/>
                  </a:lnTo>
                  <a:lnTo>
                    <a:pt x="496" y="993"/>
                  </a:lnTo>
                  <a:lnTo>
                    <a:pt x="595" y="973"/>
                  </a:lnTo>
                  <a:lnTo>
                    <a:pt x="695" y="953"/>
                  </a:lnTo>
                  <a:lnTo>
                    <a:pt x="774" y="894"/>
                  </a:lnTo>
                  <a:lnTo>
                    <a:pt x="853" y="834"/>
                  </a:lnTo>
                  <a:lnTo>
                    <a:pt x="913" y="775"/>
                  </a:lnTo>
                  <a:lnTo>
                    <a:pt x="953" y="676"/>
                  </a:lnTo>
                  <a:lnTo>
                    <a:pt x="992" y="596"/>
                  </a:lnTo>
                  <a:lnTo>
                    <a:pt x="992" y="497"/>
                  </a:lnTo>
                  <a:lnTo>
                    <a:pt x="992" y="398"/>
                  </a:lnTo>
                  <a:lnTo>
                    <a:pt x="953" y="299"/>
                  </a:lnTo>
                  <a:lnTo>
                    <a:pt x="913" y="219"/>
                  </a:lnTo>
                  <a:lnTo>
                    <a:pt x="853" y="140"/>
                  </a:lnTo>
                  <a:lnTo>
                    <a:pt x="774" y="80"/>
                  </a:lnTo>
                  <a:lnTo>
                    <a:pt x="695" y="41"/>
                  </a:lnTo>
                  <a:lnTo>
                    <a:pt x="5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3"/>
            <p:cNvSpPr/>
            <p:nvPr/>
          </p:nvSpPr>
          <p:spPr>
            <a:xfrm>
              <a:off x="5289700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298" y="41"/>
                  </a:lnTo>
                  <a:lnTo>
                    <a:pt x="219" y="80"/>
                  </a:lnTo>
                  <a:lnTo>
                    <a:pt x="139" y="140"/>
                  </a:lnTo>
                  <a:lnTo>
                    <a:pt x="80" y="219"/>
                  </a:lnTo>
                  <a:lnTo>
                    <a:pt x="40" y="299"/>
                  </a:lnTo>
                  <a:lnTo>
                    <a:pt x="20" y="398"/>
                  </a:lnTo>
                  <a:lnTo>
                    <a:pt x="0" y="497"/>
                  </a:lnTo>
                  <a:lnTo>
                    <a:pt x="20" y="596"/>
                  </a:lnTo>
                  <a:lnTo>
                    <a:pt x="40" y="676"/>
                  </a:lnTo>
                  <a:lnTo>
                    <a:pt x="80" y="775"/>
                  </a:lnTo>
                  <a:lnTo>
                    <a:pt x="139" y="834"/>
                  </a:lnTo>
                  <a:lnTo>
                    <a:pt x="219" y="894"/>
                  </a:lnTo>
                  <a:lnTo>
                    <a:pt x="298" y="953"/>
                  </a:lnTo>
                  <a:lnTo>
                    <a:pt x="397" y="973"/>
                  </a:lnTo>
                  <a:lnTo>
                    <a:pt x="496" y="993"/>
                  </a:lnTo>
                  <a:lnTo>
                    <a:pt x="595" y="973"/>
                  </a:lnTo>
                  <a:lnTo>
                    <a:pt x="695" y="953"/>
                  </a:lnTo>
                  <a:lnTo>
                    <a:pt x="774" y="894"/>
                  </a:lnTo>
                  <a:lnTo>
                    <a:pt x="853" y="834"/>
                  </a:lnTo>
                  <a:lnTo>
                    <a:pt x="913" y="775"/>
                  </a:lnTo>
                  <a:lnTo>
                    <a:pt x="953" y="676"/>
                  </a:lnTo>
                  <a:lnTo>
                    <a:pt x="972" y="596"/>
                  </a:lnTo>
                  <a:lnTo>
                    <a:pt x="992" y="497"/>
                  </a:lnTo>
                  <a:lnTo>
                    <a:pt x="972" y="398"/>
                  </a:lnTo>
                  <a:lnTo>
                    <a:pt x="953" y="299"/>
                  </a:lnTo>
                  <a:lnTo>
                    <a:pt x="913" y="219"/>
                  </a:lnTo>
                  <a:lnTo>
                    <a:pt x="853" y="140"/>
                  </a:lnTo>
                  <a:lnTo>
                    <a:pt x="774" y="80"/>
                  </a:lnTo>
                  <a:lnTo>
                    <a:pt x="695" y="41"/>
                  </a:lnTo>
                  <a:lnTo>
                    <a:pt x="5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3"/>
            <p:cNvSpPr/>
            <p:nvPr/>
          </p:nvSpPr>
          <p:spPr>
            <a:xfrm>
              <a:off x="5392875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298" y="41"/>
                  </a:lnTo>
                  <a:lnTo>
                    <a:pt x="219" y="80"/>
                  </a:lnTo>
                  <a:lnTo>
                    <a:pt x="139" y="140"/>
                  </a:lnTo>
                  <a:lnTo>
                    <a:pt x="80" y="219"/>
                  </a:lnTo>
                  <a:lnTo>
                    <a:pt x="40" y="299"/>
                  </a:lnTo>
                  <a:lnTo>
                    <a:pt x="20" y="398"/>
                  </a:lnTo>
                  <a:lnTo>
                    <a:pt x="0" y="497"/>
                  </a:lnTo>
                  <a:lnTo>
                    <a:pt x="20" y="596"/>
                  </a:lnTo>
                  <a:lnTo>
                    <a:pt x="40" y="676"/>
                  </a:lnTo>
                  <a:lnTo>
                    <a:pt x="80" y="775"/>
                  </a:lnTo>
                  <a:lnTo>
                    <a:pt x="139" y="834"/>
                  </a:lnTo>
                  <a:lnTo>
                    <a:pt x="219" y="894"/>
                  </a:lnTo>
                  <a:lnTo>
                    <a:pt x="298" y="953"/>
                  </a:lnTo>
                  <a:lnTo>
                    <a:pt x="397" y="973"/>
                  </a:lnTo>
                  <a:lnTo>
                    <a:pt x="496" y="993"/>
                  </a:lnTo>
                  <a:lnTo>
                    <a:pt x="596" y="973"/>
                  </a:lnTo>
                  <a:lnTo>
                    <a:pt x="695" y="953"/>
                  </a:lnTo>
                  <a:lnTo>
                    <a:pt x="774" y="894"/>
                  </a:lnTo>
                  <a:lnTo>
                    <a:pt x="854" y="834"/>
                  </a:lnTo>
                  <a:lnTo>
                    <a:pt x="913" y="775"/>
                  </a:lnTo>
                  <a:lnTo>
                    <a:pt x="953" y="676"/>
                  </a:lnTo>
                  <a:lnTo>
                    <a:pt x="973" y="596"/>
                  </a:lnTo>
                  <a:lnTo>
                    <a:pt x="992" y="497"/>
                  </a:lnTo>
                  <a:lnTo>
                    <a:pt x="973" y="398"/>
                  </a:lnTo>
                  <a:lnTo>
                    <a:pt x="953" y="299"/>
                  </a:lnTo>
                  <a:lnTo>
                    <a:pt x="913" y="219"/>
                  </a:lnTo>
                  <a:lnTo>
                    <a:pt x="854" y="140"/>
                  </a:lnTo>
                  <a:lnTo>
                    <a:pt x="774" y="80"/>
                  </a:lnTo>
                  <a:lnTo>
                    <a:pt x="695" y="41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3"/>
            <p:cNvSpPr/>
            <p:nvPr/>
          </p:nvSpPr>
          <p:spPr>
            <a:xfrm>
              <a:off x="5496050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298" y="41"/>
                  </a:lnTo>
                  <a:lnTo>
                    <a:pt x="219" y="80"/>
                  </a:lnTo>
                  <a:lnTo>
                    <a:pt x="139" y="140"/>
                  </a:lnTo>
                  <a:lnTo>
                    <a:pt x="80" y="219"/>
                  </a:lnTo>
                  <a:lnTo>
                    <a:pt x="40" y="299"/>
                  </a:lnTo>
                  <a:lnTo>
                    <a:pt x="0" y="398"/>
                  </a:lnTo>
                  <a:lnTo>
                    <a:pt x="0" y="497"/>
                  </a:lnTo>
                  <a:lnTo>
                    <a:pt x="0" y="596"/>
                  </a:lnTo>
                  <a:lnTo>
                    <a:pt x="40" y="676"/>
                  </a:lnTo>
                  <a:lnTo>
                    <a:pt x="80" y="775"/>
                  </a:lnTo>
                  <a:lnTo>
                    <a:pt x="139" y="834"/>
                  </a:lnTo>
                  <a:lnTo>
                    <a:pt x="219" y="894"/>
                  </a:lnTo>
                  <a:lnTo>
                    <a:pt x="298" y="953"/>
                  </a:lnTo>
                  <a:lnTo>
                    <a:pt x="397" y="973"/>
                  </a:lnTo>
                  <a:lnTo>
                    <a:pt x="496" y="993"/>
                  </a:lnTo>
                  <a:lnTo>
                    <a:pt x="596" y="973"/>
                  </a:lnTo>
                  <a:lnTo>
                    <a:pt x="695" y="953"/>
                  </a:lnTo>
                  <a:lnTo>
                    <a:pt x="774" y="894"/>
                  </a:lnTo>
                  <a:lnTo>
                    <a:pt x="834" y="834"/>
                  </a:lnTo>
                  <a:lnTo>
                    <a:pt x="913" y="775"/>
                  </a:lnTo>
                  <a:lnTo>
                    <a:pt x="953" y="676"/>
                  </a:lnTo>
                  <a:lnTo>
                    <a:pt x="973" y="596"/>
                  </a:lnTo>
                  <a:lnTo>
                    <a:pt x="993" y="497"/>
                  </a:lnTo>
                  <a:lnTo>
                    <a:pt x="973" y="398"/>
                  </a:lnTo>
                  <a:lnTo>
                    <a:pt x="953" y="299"/>
                  </a:lnTo>
                  <a:lnTo>
                    <a:pt x="913" y="219"/>
                  </a:lnTo>
                  <a:lnTo>
                    <a:pt x="834" y="140"/>
                  </a:lnTo>
                  <a:lnTo>
                    <a:pt x="774" y="80"/>
                  </a:lnTo>
                  <a:lnTo>
                    <a:pt x="695" y="41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3"/>
            <p:cNvSpPr/>
            <p:nvPr/>
          </p:nvSpPr>
          <p:spPr>
            <a:xfrm>
              <a:off x="5599225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298" y="41"/>
                  </a:lnTo>
                  <a:lnTo>
                    <a:pt x="219" y="80"/>
                  </a:lnTo>
                  <a:lnTo>
                    <a:pt x="139" y="140"/>
                  </a:lnTo>
                  <a:lnTo>
                    <a:pt x="80" y="219"/>
                  </a:lnTo>
                  <a:lnTo>
                    <a:pt x="40" y="299"/>
                  </a:lnTo>
                  <a:lnTo>
                    <a:pt x="1" y="398"/>
                  </a:lnTo>
                  <a:lnTo>
                    <a:pt x="1" y="497"/>
                  </a:lnTo>
                  <a:lnTo>
                    <a:pt x="1" y="596"/>
                  </a:lnTo>
                  <a:lnTo>
                    <a:pt x="40" y="676"/>
                  </a:lnTo>
                  <a:lnTo>
                    <a:pt x="80" y="775"/>
                  </a:lnTo>
                  <a:lnTo>
                    <a:pt x="139" y="834"/>
                  </a:lnTo>
                  <a:lnTo>
                    <a:pt x="219" y="894"/>
                  </a:lnTo>
                  <a:lnTo>
                    <a:pt x="298" y="953"/>
                  </a:lnTo>
                  <a:lnTo>
                    <a:pt x="397" y="973"/>
                  </a:lnTo>
                  <a:lnTo>
                    <a:pt x="497" y="993"/>
                  </a:lnTo>
                  <a:lnTo>
                    <a:pt x="596" y="973"/>
                  </a:lnTo>
                  <a:lnTo>
                    <a:pt x="675" y="953"/>
                  </a:lnTo>
                  <a:lnTo>
                    <a:pt x="774" y="894"/>
                  </a:lnTo>
                  <a:lnTo>
                    <a:pt x="834" y="834"/>
                  </a:lnTo>
                  <a:lnTo>
                    <a:pt x="893" y="775"/>
                  </a:lnTo>
                  <a:lnTo>
                    <a:pt x="953" y="676"/>
                  </a:lnTo>
                  <a:lnTo>
                    <a:pt x="973" y="596"/>
                  </a:lnTo>
                  <a:lnTo>
                    <a:pt x="993" y="497"/>
                  </a:lnTo>
                  <a:lnTo>
                    <a:pt x="973" y="398"/>
                  </a:lnTo>
                  <a:lnTo>
                    <a:pt x="953" y="299"/>
                  </a:lnTo>
                  <a:lnTo>
                    <a:pt x="893" y="219"/>
                  </a:lnTo>
                  <a:lnTo>
                    <a:pt x="834" y="140"/>
                  </a:lnTo>
                  <a:lnTo>
                    <a:pt x="774" y="80"/>
                  </a:lnTo>
                  <a:lnTo>
                    <a:pt x="675" y="41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3"/>
            <p:cNvSpPr/>
            <p:nvPr/>
          </p:nvSpPr>
          <p:spPr>
            <a:xfrm>
              <a:off x="5702400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298" y="41"/>
                  </a:lnTo>
                  <a:lnTo>
                    <a:pt x="219" y="80"/>
                  </a:lnTo>
                  <a:lnTo>
                    <a:pt x="140" y="140"/>
                  </a:lnTo>
                  <a:lnTo>
                    <a:pt x="80" y="219"/>
                  </a:lnTo>
                  <a:lnTo>
                    <a:pt x="40" y="299"/>
                  </a:lnTo>
                  <a:lnTo>
                    <a:pt x="1" y="398"/>
                  </a:lnTo>
                  <a:lnTo>
                    <a:pt x="1" y="497"/>
                  </a:lnTo>
                  <a:lnTo>
                    <a:pt x="1" y="596"/>
                  </a:lnTo>
                  <a:lnTo>
                    <a:pt x="40" y="676"/>
                  </a:lnTo>
                  <a:lnTo>
                    <a:pt x="80" y="775"/>
                  </a:lnTo>
                  <a:lnTo>
                    <a:pt x="140" y="834"/>
                  </a:lnTo>
                  <a:lnTo>
                    <a:pt x="219" y="894"/>
                  </a:lnTo>
                  <a:lnTo>
                    <a:pt x="298" y="953"/>
                  </a:lnTo>
                  <a:lnTo>
                    <a:pt x="397" y="973"/>
                  </a:lnTo>
                  <a:lnTo>
                    <a:pt x="497" y="993"/>
                  </a:lnTo>
                  <a:lnTo>
                    <a:pt x="596" y="973"/>
                  </a:lnTo>
                  <a:lnTo>
                    <a:pt x="675" y="953"/>
                  </a:lnTo>
                  <a:lnTo>
                    <a:pt x="774" y="894"/>
                  </a:lnTo>
                  <a:lnTo>
                    <a:pt x="834" y="834"/>
                  </a:lnTo>
                  <a:lnTo>
                    <a:pt x="894" y="775"/>
                  </a:lnTo>
                  <a:lnTo>
                    <a:pt x="953" y="676"/>
                  </a:lnTo>
                  <a:lnTo>
                    <a:pt x="973" y="596"/>
                  </a:lnTo>
                  <a:lnTo>
                    <a:pt x="993" y="497"/>
                  </a:lnTo>
                  <a:lnTo>
                    <a:pt x="973" y="398"/>
                  </a:lnTo>
                  <a:lnTo>
                    <a:pt x="953" y="299"/>
                  </a:lnTo>
                  <a:lnTo>
                    <a:pt x="894" y="219"/>
                  </a:lnTo>
                  <a:lnTo>
                    <a:pt x="834" y="140"/>
                  </a:lnTo>
                  <a:lnTo>
                    <a:pt x="774" y="80"/>
                  </a:lnTo>
                  <a:lnTo>
                    <a:pt x="675" y="41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3"/>
            <p:cNvSpPr/>
            <p:nvPr/>
          </p:nvSpPr>
          <p:spPr>
            <a:xfrm>
              <a:off x="5805575" y="473725"/>
              <a:ext cx="24325" cy="24825"/>
            </a:xfrm>
            <a:custGeom>
              <a:avLst/>
              <a:gdLst/>
              <a:ahLst/>
              <a:cxnLst/>
              <a:rect l="l" t="t" r="r" b="b"/>
              <a:pathLst>
                <a:path w="973" h="993" extrusionOk="0">
                  <a:moveTo>
                    <a:pt x="398" y="1"/>
                  </a:moveTo>
                  <a:lnTo>
                    <a:pt x="298" y="41"/>
                  </a:lnTo>
                  <a:lnTo>
                    <a:pt x="219" y="80"/>
                  </a:lnTo>
                  <a:lnTo>
                    <a:pt x="140" y="140"/>
                  </a:lnTo>
                  <a:lnTo>
                    <a:pt x="80" y="219"/>
                  </a:lnTo>
                  <a:lnTo>
                    <a:pt x="40" y="299"/>
                  </a:lnTo>
                  <a:lnTo>
                    <a:pt x="1" y="398"/>
                  </a:lnTo>
                  <a:lnTo>
                    <a:pt x="1" y="497"/>
                  </a:lnTo>
                  <a:lnTo>
                    <a:pt x="1" y="596"/>
                  </a:lnTo>
                  <a:lnTo>
                    <a:pt x="40" y="676"/>
                  </a:lnTo>
                  <a:lnTo>
                    <a:pt x="80" y="775"/>
                  </a:lnTo>
                  <a:lnTo>
                    <a:pt x="140" y="834"/>
                  </a:lnTo>
                  <a:lnTo>
                    <a:pt x="219" y="894"/>
                  </a:lnTo>
                  <a:lnTo>
                    <a:pt x="298" y="953"/>
                  </a:lnTo>
                  <a:lnTo>
                    <a:pt x="398" y="973"/>
                  </a:lnTo>
                  <a:lnTo>
                    <a:pt x="497" y="993"/>
                  </a:lnTo>
                  <a:lnTo>
                    <a:pt x="596" y="973"/>
                  </a:lnTo>
                  <a:lnTo>
                    <a:pt x="675" y="953"/>
                  </a:lnTo>
                  <a:lnTo>
                    <a:pt x="775" y="894"/>
                  </a:lnTo>
                  <a:lnTo>
                    <a:pt x="834" y="834"/>
                  </a:lnTo>
                  <a:lnTo>
                    <a:pt x="894" y="775"/>
                  </a:lnTo>
                  <a:lnTo>
                    <a:pt x="953" y="676"/>
                  </a:lnTo>
                  <a:lnTo>
                    <a:pt x="973" y="596"/>
                  </a:lnTo>
                  <a:lnTo>
                    <a:pt x="973" y="497"/>
                  </a:lnTo>
                  <a:lnTo>
                    <a:pt x="973" y="398"/>
                  </a:lnTo>
                  <a:lnTo>
                    <a:pt x="953" y="299"/>
                  </a:lnTo>
                  <a:lnTo>
                    <a:pt x="894" y="219"/>
                  </a:lnTo>
                  <a:lnTo>
                    <a:pt x="834" y="140"/>
                  </a:lnTo>
                  <a:lnTo>
                    <a:pt x="775" y="80"/>
                  </a:lnTo>
                  <a:lnTo>
                    <a:pt x="675" y="41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3"/>
            <p:cNvSpPr/>
            <p:nvPr/>
          </p:nvSpPr>
          <p:spPr>
            <a:xfrm>
              <a:off x="5908750" y="473725"/>
              <a:ext cx="24350" cy="24825"/>
            </a:xfrm>
            <a:custGeom>
              <a:avLst/>
              <a:gdLst/>
              <a:ahLst/>
              <a:cxnLst/>
              <a:rect l="l" t="t" r="r" b="b"/>
              <a:pathLst>
                <a:path w="974" h="993" extrusionOk="0">
                  <a:moveTo>
                    <a:pt x="378" y="1"/>
                  </a:moveTo>
                  <a:lnTo>
                    <a:pt x="298" y="41"/>
                  </a:lnTo>
                  <a:lnTo>
                    <a:pt x="219" y="80"/>
                  </a:lnTo>
                  <a:lnTo>
                    <a:pt x="140" y="140"/>
                  </a:lnTo>
                  <a:lnTo>
                    <a:pt x="80" y="219"/>
                  </a:lnTo>
                  <a:lnTo>
                    <a:pt x="41" y="299"/>
                  </a:lnTo>
                  <a:lnTo>
                    <a:pt x="1" y="398"/>
                  </a:lnTo>
                  <a:lnTo>
                    <a:pt x="1" y="497"/>
                  </a:lnTo>
                  <a:lnTo>
                    <a:pt x="1" y="596"/>
                  </a:lnTo>
                  <a:lnTo>
                    <a:pt x="41" y="676"/>
                  </a:lnTo>
                  <a:lnTo>
                    <a:pt x="80" y="775"/>
                  </a:lnTo>
                  <a:lnTo>
                    <a:pt x="140" y="834"/>
                  </a:lnTo>
                  <a:lnTo>
                    <a:pt x="219" y="894"/>
                  </a:lnTo>
                  <a:lnTo>
                    <a:pt x="298" y="953"/>
                  </a:lnTo>
                  <a:lnTo>
                    <a:pt x="378" y="973"/>
                  </a:lnTo>
                  <a:lnTo>
                    <a:pt x="477" y="993"/>
                  </a:lnTo>
                  <a:lnTo>
                    <a:pt x="596" y="973"/>
                  </a:lnTo>
                  <a:lnTo>
                    <a:pt x="675" y="953"/>
                  </a:lnTo>
                  <a:lnTo>
                    <a:pt x="755" y="894"/>
                  </a:lnTo>
                  <a:lnTo>
                    <a:pt x="834" y="834"/>
                  </a:lnTo>
                  <a:lnTo>
                    <a:pt x="894" y="775"/>
                  </a:lnTo>
                  <a:lnTo>
                    <a:pt x="933" y="676"/>
                  </a:lnTo>
                  <a:lnTo>
                    <a:pt x="973" y="596"/>
                  </a:lnTo>
                  <a:lnTo>
                    <a:pt x="973" y="497"/>
                  </a:lnTo>
                  <a:lnTo>
                    <a:pt x="973" y="398"/>
                  </a:lnTo>
                  <a:lnTo>
                    <a:pt x="933" y="299"/>
                  </a:lnTo>
                  <a:lnTo>
                    <a:pt x="894" y="219"/>
                  </a:lnTo>
                  <a:lnTo>
                    <a:pt x="834" y="140"/>
                  </a:lnTo>
                  <a:lnTo>
                    <a:pt x="755" y="80"/>
                  </a:lnTo>
                  <a:lnTo>
                    <a:pt x="675" y="41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3"/>
            <p:cNvSpPr/>
            <p:nvPr/>
          </p:nvSpPr>
          <p:spPr>
            <a:xfrm>
              <a:off x="6011450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318" y="41"/>
                  </a:lnTo>
                  <a:lnTo>
                    <a:pt x="218" y="80"/>
                  </a:lnTo>
                  <a:lnTo>
                    <a:pt x="159" y="140"/>
                  </a:lnTo>
                  <a:lnTo>
                    <a:pt x="99" y="219"/>
                  </a:lnTo>
                  <a:lnTo>
                    <a:pt x="40" y="299"/>
                  </a:lnTo>
                  <a:lnTo>
                    <a:pt x="20" y="398"/>
                  </a:lnTo>
                  <a:lnTo>
                    <a:pt x="0" y="497"/>
                  </a:lnTo>
                  <a:lnTo>
                    <a:pt x="20" y="596"/>
                  </a:lnTo>
                  <a:lnTo>
                    <a:pt x="40" y="676"/>
                  </a:lnTo>
                  <a:lnTo>
                    <a:pt x="99" y="775"/>
                  </a:lnTo>
                  <a:lnTo>
                    <a:pt x="159" y="834"/>
                  </a:lnTo>
                  <a:lnTo>
                    <a:pt x="218" y="894"/>
                  </a:lnTo>
                  <a:lnTo>
                    <a:pt x="318" y="953"/>
                  </a:lnTo>
                  <a:lnTo>
                    <a:pt x="397" y="973"/>
                  </a:lnTo>
                  <a:lnTo>
                    <a:pt x="496" y="993"/>
                  </a:lnTo>
                  <a:lnTo>
                    <a:pt x="595" y="973"/>
                  </a:lnTo>
                  <a:lnTo>
                    <a:pt x="695" y="953"/>
                  </a:lnTo>
                  <a:lnTo>
                    <a:pt x="774" y="894"/>
                  </a:lnTo>
                  <a:lnTo>
                    <a:pt x="853" y="834"/>
                  </a:lnTo>
                  <a:lnTo>
                    <a:pt x="913" y="775"/>
                  </a:lnTo>
                  <a:lnTo>
                    <a:pt x="953" y="676"/>
                  </a:lnTo>
                  <a:lnTo>
                    <a:pt x="992" y="596"/>
                  </a:lnTo>
                  <a:lnTo>
                    <a:pt x="992" y="497"/>
                  </a:lnTo>
                  <a:lnTo>
                    <a:pt x="992" y="398"/>
                  </a:lnTo>
                  <a:lnTo>
                    <a:pt x="953" y="299"/>
                  </a:lnTo>
                  <a:lnTo>
                    <a:pt x="913" y="219"/>
                  </a:lnTo>
                  <a:lnTo>
                    <a:pt x="853" y="140"/>
                  </a:lnTo>
                  <a:lnTo>
                    <a:pt x="774" y="80"/>
                  </a:lnTo>
                  <a:lnTo>
                    <a:pt x="695" y="41"/>
                  </a:lnTo>
                  <a:lnTo>
                    <a:pt x="5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3"/>
            <p:cNvSpPr/>
            <p:nvPr/>
          </p:nvSpPr>
          <p:spPr>
            <a:xfrm>
              <a:off x="6114625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318" y="41"/>
                  </a:lnTo>
                  <a:lnTo>
                    <a:pt x="218" y="80"/>
                  </a:lnTo>
                  <a:lnTo>
                    <a:pt x="159" y="140"/>
                  </a:lnTo>
                  <a:lnTo>
                    <a:pt x="99" y="219"/>
                  </a:lnTo>
                  <a:lnTo>
                    <a:pt x="40" y="299"/>
                  </a:lnTo>
                  <a:lnTo>
                    <a:pt x="20" y="398"/>
                  </a:lnTo>
                  <a:lnTo>
                    <a:pt x="0" y="497"/>
                  </a:lnTo>
                  <a:lnTo>
                    <a:pt x="20" y="596"/>
                  </a:lnTo>
                  <a:lnTo>
                    <a:pt x="40" y="676"/>
                  </a:lnTo>
                  <a:lnTo>
                    <a:pt x="99" y="775"/>
                  </a:lnTo>
                  <a:lnTo>
                    <a:pt x="159" y="834"/>
                  </a:lnTo>
                  <a:lnTo>
                    <a:pt x="218" y="894"/>
                  </a:lnTo>
                  <a:lnTo>
                    <a:pt x="318" y="953"/>
                  </a:lnTo>
                  <a:lnTo>
                    <a:pt x="397" y="973"/>
                  </a:lnTo>
                  <a:lnTo>
                    <a:pt x="496" y="993"/>
                  </a:lnTo>
                  <a:lnTo>
                    <a:pt x="595" y="973"/>
                  </a:lnTo>
                  <a:lnTo>
                    <a:pt x="695" y="953"/>
                  </a:lnTo>
                  <a:lnTo>
                    <a:pt x="774" y="894"/>
                  </a:lnTo>
                  <a:lnTo>
                    <a:pt x="853" y="834"/>
                  </a:lnTo>
                  <a:lnTo>
                    <a:pt x="913" y="775"/>
                  </a:lnTo>
                  <a:lnTo>
                    <a:pt x="953" y="676"/>
                  </a:lnTo>
                  <a:lnTo>
                    <a:pt x="992" y="596"/>
                  </a:lnTo>
                  <a:lnTo>
                    <a:pt x="992" y="497"/>
                  </a:lnTo>
                  <a:lnTo>
                    <a:pt x="992" y="398"/>
                  </a:lnTo>
                  <a:lnTo>
                    <a:pt x="953" y="299"/>
                  </a:lnTo>
                  <a:lnTo>
                    <a:pt x="913" y="219"/>
                  </a:lnTo>
                  <a:lnTo>
                    <a:pt x="853" y="140"/>
                  </a:lnTo>
                  <a:lnTo>
                    <a:pt x="774" y="80"/>
                  </a:lnTo>
                  <a:lnTo>
                    <a:pt x="695" y="41"/>
                  </a:lnTo>
                  <a:lnTo>
                    <a:pt x="5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3"/>
            <p:cNvSpPr/>
            <p:nvPr/>
          </p:nvSpPr>
          <p:spPr>
            <a:xfrm>
              <a:off x="6217800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318" y="41"/>
                  </a:lnTo>
                  <a:lnTo>
                    <a:pt x="219" y="80"/>
                  </a:lnTo>
                  <a:lnTo>
                    <a:pt x="159" y="140"/>
                  </a:lnTo>
                  <a:lnTo>
                    <a:pt x="100" y="219"/>
                  </a:lnTo>
                  <a:lnTo>
                    <a:pt x="40" y="299"/>
                  </a:lnTo>
                  <a:lnTo>
                    <a:pt x="20" y="398"/>
                  </a:lnTo>
                  <a:lnTo>
                    <a:pt x="0" y="497"/>
                  </a:lnTo>
                  <a:lnTo>
                    <a:pt x="20" y="596"/>
                  </a:lnTo>
                  <a:lnTo>
                    <a:pt x="40" y="676"/>
                  </a:lnTo>
                  <a:lnTo>
                    <a:pt x="100" y="775"/>
                  </a:lnTo>
                  <a:lnTo>
                    <a:pt x="159" y="834"/>
                  </a:lnTo>
                  <a:lnTo>
                    <a:pt x="219" y="894"/>
                  </a:lnTo>
                  <a:lnTo>
                    <a:pt x="318" y="953"/>
                  </a:lnTo>
                  <a:lnTo>
                    <a:pt x="397" y="973"/>
                  </a:lnTo>
                  <a:lnTo>
                    <a:pt x="496" y="993"/>
                  </a:lnTo>
                  <a:lnTo>
                    <a:pt x="596" y="973"/>
                  </a:lnTo>
                  <a:lnTo>
                    <a:pt x="695" y="953"/>
                  </a:lnTo>
                  <a:lnTo>
                    <a:pt x="774" y="894"/>
                  </a:lnTo>
                  <a:lnTo>
                    <a:pt x="854" y="834"/>
                  </a:lnTo>
                  <a:lnTo>
                    <a:pt x="913" y="775"/>
                  </a:lnTo>
                  <a:lnTo>
                    <a:pt x="953" y="676"/>
                  </a:lnTo>
                  <a:lnTo>
                    <a:pt x="992" y="596"/>
                  </a:lnTo>
                  <a:lnTo>
                    <a:pt x="992" y="497"/>
                  </a:lnTo>
                  <a:lnTo>
                    <a:pt x="992" y="398"/>
                  </a:lnTo>
                  <a:lnTo>
                    <a:pt x="953" y="299"/>
                  </a:lnTo>
                  <a:lnTo>
                    <a:pt x="913" y="219"/>
                  </a:lnTo>
                  <a:lnTo>
                    <a:pt x="854" y="140"/>
                  </a:lnTo>
                  <a:lnTo>
                    <a:pt x="774" y="80"/>
                  </a:lnTo>
                  <a:lnTo>
                    <a:pt x="695" y="41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3"/>
            <p:cNvSpPr/>
            <p:nvPr/>
          </p:nvSpPr>
          <p:spPr>
            <a:xfrm>
              <a:off x="6320975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298" y="41"/>
                  </a:lnTo>
                  <a:lnTo>
                    <a:pt x="219" y="80"/>
                  </a:lnTo>
                  <a:lnTo>
                    <a:pt x="139" y="140"/>
                  </a:lnTo>
                  <a:lnTo>
                    <a:pt x="80" y="219"/>
                  </a:lnTo>
                  <a:lnTo>
                    <a:pt x="40" y="299"/>
                  </a:lnTo>
                  <a:lnTo>
                    <a:pt x="20" y="398"/>
                  </a:lnTo>
                  <a:lnTo>
                    <a:pt x="0" y="497"/>
                  </a:lnTo>
                  <a:lnTo>
                    <a:pt x="20" y="596"/>
                  </a:lnTo>
                  <a:lnTo>
                    <a:pt x="40" y="676"/>
                  </a:lnTo>
                  <a:lnTo>
                    <a:pt x="80" y="775"/>
                  </a:lnTo>
                  <a:lnTo>
                    <a:pt x="139" y="834"/>
                  </a:lnTo>
                  <a:lnTo>
                    <a:pt x="219" y="894"/>
                  </a:lnTo>
                  <a:lnTo>
                    <a:pt x="298" y="953"/>
                  </a:lnTo>
                  <a:lnTo>
                    <a:pt x="397" y="973"/>
                  </a:lnTo>
                  <a:lnTo>
                    <a:pt x="496" y="993"/>
                  </a:lnTo>
                  <a:lnTo>
                    <a:pt x="596" y="973"/>
                  </a:lnTo>
                  <a:lnTo>
                    <a:pt x="695" y="953"/>
                  </a:lnTo>
                  <a:lnTo>
                    <a:pt x="774" y="894"/>
                  </a:lnTo>
                  <a:lnTo>
                    <a:pt x="854" y="834"/>
                  </a:lnTo>
                  <a:lnTo>
                    <a:pt x="913" y="775"/>
                  </a:lnTo>
                  <a:lnTo>
                    <a:pt x="953" y="676"/>
                  </a:lnTo>
                  <a:lnTo>
                    <a:pt x="973" y="596"/>
                  </a:lnTo>
                  <a:lnTo>
                    <a:pt x="993" y="497"/>
                  </a:lnTo>
                  <a:lnTo>
                    <a:pt x="973" y="398"/>
                  </a:lnTo>
                  <a:lnTo>
                    <a:pt x="953" y="299"/>
                  </a:lnTo>
                  <a:lnTo>
                    <a:pt x="913" y="219"/>
                  </a:lnTo>
                  <a:lnTo>
                    <a:pt x="854" y="140"/>
                  </a:lnTo>
                  <a:lnTo>
                    <a:pt x="774" y="80"/>
                  </a:lnTo>
                  <a:lnTo>
                    <a:pt x="695" y="41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3"/>
            <p:cNvSpPr/>
            <p:nvPr/>
          </p:nvSpPr>
          <p:spPr>
            <a:xfrm>
              <a:off x="6424150" y="473725"/>
              <a:ext cx="24825" cy="24825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397" y="1"/>
                  </a:moveTo>
                  <a:lnTo>
                    <a:pt x="298" y="41"/>
                  </a:lnTo>
                  <a:lnTo>
                    <a:pt x="219" y="80"/>
                  </a:lnTo>
                  <a:lnTo>
                    <a:pt x="139" y="140"/>
                  </a:lnTo>
                  <a:lnTo>
                    <a:pt x="80" y="219"/>
                  </a:lnTo>
                  <a:lnTo>
                    <a:pt x="40" y="299"/>
                  </a:lnTo>
                  <a:lnTo>
                    <a:pt x="20" y="398"/>
                  </a:lnTo>
                  <a:lnTo>
                    <a:pt x="1" y="497"/>
                  </a:lnTo>
                  <a:lnTo>
                    <a:pt x="20" y="596"/>
                  </a:lnTo>
                  <a:lnTo>
                    <a:pt x="40" y="676"/>
                  </a:lnTo>
                  <a:lnTo>
                    <a:pt x="80" y="775"/>
                  </a:lnTo>
                  <a:lnTo>
                    <a:pt x="139" y="834"/>
                  </a:lnTo>
                  <a:lnTo>
                    <a:pt x="219" y="894"/>
                  </a:lnTo>
                  <a:lnTo>
                    <a:pt x="298" y="953"/>
                  </a:lnTo>
                  <a:lnTo>
                    <a:pt x="397" y="973"/>
                  </a:lnTo>
                  <a:lnTo>
                    <a:pt x="497" y="993"/>
                  </a:lnTo>
                  <a:lnTo>
                    <a:pt x="596" y="973"/>
                  </a:lnTo>
                  <a:lnTo>
                    <a:pt x="695" y="953"/>
                  </a:lnTo>
                  <a:lnTo>
                    <a:pt x="774" y="894"/>
                  </a:lnTo>
                  <a:lnTo>
                    <a:pt x="854" y="834"/>
                  </a:lnTo>
                  <a:lnTo>
                    <a:pt x="913" y="775"/>
                  </a:lnTo>
                  <a:lnTo>
                    <a:pt x="953" y="676"/>
                  </a:lnTo>
                  <a:lnTo>
                    <a:pt x="973" y="596"/>
                  </a:lnTo>
                  <a:lnTo>
                    <a:pt x="993" y="497"/>
                  </a:lnTo>
                  <a:lnTo>
                    <a:pt x="973" y="398"/>
                  </a:lnTo>
                  <a:lnTo>
                    <a:pt x="953" y="299"/>
                  </a:lnTo>
                  <a:lnTo>
                    <a:pt x="913" y="219"/>
                  </a:lnTo>
                  <a:lnTo>
                    <a:pt x="854" y="140"/>
                  </a:lnTo>
                  <a:lnTo>
                    <a:pt x="774" y="80"/>
                  </a:lnTo>
                  <a:lnTo>
                    <a:pt x="695" y="41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3"/>
            <p:cNvSpPr/>
            <p:nvPr/>
          </p:nvSpPr>
          <p:spPr>
            <a:xfrm>
              <a:off x="4672125" y="591300"/>
              <a:ext cx="22825" cy="22850"/>
            </a:xfrm>
            <a:custGeom>
              <a:avLst/>
              <a:gdLst/>
              <a:ahLst/>
              <a:cxnLst/>
              <a:rect l="l" t="t" r="r" b="b"/>
              <a:pathLst>
                <a:path w="913" h="914" extrusionOk="0">
                  <a:moveTo>
                    <a:pt x="457" y="0"/>
                  </a:moveTo>
                  <a:lnTo>
                    <a:pt x="357" y="20"/>
                  </a:lnTo>
                  <a:lnTo>
                    <a:pt x="278" y="40"/>
                  </a:lnTo>
                  <a:lnTo>
                    <a:pt x="199" y="80"/>
                  </a:lnTo>
                  <a:lnTo>
                    <a:pt x="119" y="139"/>
                  </a:lnTo>
                  <a:lnTo>
                    <a:pt x="80" y="199"/>
                  </a:lnTo>
                  <a:lnTo>
                    <a:pt x="20" y="278"/>
                  </a:lnTo>
                  <a:lnTo>
                    <a:pt x="0" y="377"/>
                  </a:lnTo>
                  <a:lnTo>
                    <a:pt x="0" y="457"/>
                  </a:lnTo>
                  <a:lnTo>
                    <a:pt x="0" y="556"/>
                  </a:lnTo>
                  <a:lnTo>
                    <a:pt x="20" y="635"/>
                  </a:lnTo>
                  <a:lnTo>
                    <a:pt x="80" y="715"/>
                  </a:lnTo>
                  <a:lnTo>
                    <a:pt x="119" y="794"/>
                  </a:lnTo>
                  <a:lnTo>
                    <a:pt x="199" y="834"/>
                  </a:lnTo>
                  <a:lnTo>
                    <a:pt x="278" y="873"/>
                  </a:lnTo>
                  <a:lnTo>
                    <a:pt x="357" y="913"/>
                  </a:lnTo>
                  <a:lnTo>
                    <a:pt x="536" y="913"/>
                  </a:lnTo>
                  <a:lnTo>
                    <a:pt x="635" y="873"/>
                  </a:lnTo>
                  <a:lnTo>
                    <a:pt x="714" y="834"/>
                  </a:lnTo>
                  <a:lnTo>
                    <a:pt x="774" y="794"/>
                  </a:lnTo>
                  <a:lnTo>
                    <a:pt x="833" y="715"/>
                  </a:lnTo>
                  <a:lnTo>
                    <a:pt x="873" y="635"/>
                  </a:lnTo>
                  <a:lnTo>
                    <a:pt x="893" y="556"/>
                  </a:lnTo>
                  <a:lnTo>
                    <a:pt x="913" y="457"/>
                  </a:lnTo>
                  <a:lnTo>
                    <a:pt x="893" y="377"/>
                  </a:lnTo>
                  <a:lnTo>
                    <a:pt x="873" y="278"/>
                  </a:lnTo>
                  <a:lnTo>
                    <a:pt x="833" y="199"/>
                  </a:lnTo>
                  <a:lnTo>
                    <a:pt x="774" y="139"/>
                  </a:lnTo>
                  <a:lnTo>
                    <a:pt x="714" y="80"/>
                  </a:lnTo>
                  <a:lnTo>
                    <a:pt x="635" y="40"/>
                  </a:lnTo>
                  <a:lnTo>
                    <a:pt x="53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3"/>
            <p:cNvSpPr/>
            <p:nvPr/>
          </p:nvSpPr>
          <p:spPr>
            <a:xfrm>
              <a:off x="4775300" y="591300"/>
              <a:ext cx="22825" cy="22850"/>
            </a:xfrm>
            <a:custGeom>
              <a:avLst/>
              <a:gdLst/>
              <a:ahLst/>
              <a:cxnLst/>
              <a:rect l="l" t="t" r="r" b="b"/>
              <a:pathLst>
                <a:path w="913" h="914" extrusionOk="0">
                  <a:moveTo>
                    <a:pt x="457" y="0"/>
                  </a:moveTo>
                  <a:lnTo>
                    <a:pt x="357" y="20"/>
                  </a:lnTo>
                  <a:lnTo>
                    <a:pt x="278" y="40"/>
                  </a:lnTo>
                  <a:lnTo>
                    <a:pt x="199" y="80"/>
                  </a:lnTo>
                  <a:lnTo>
                    <a:pt x="119" y="139"/>
                  </a:lnTo>
                  <a:lnTo>
                    <a:pt x="60" y="199"/>
                  </a:lnTo>
                  <a:lnTo>
                    <a:pt x="20" y="278"/>
                  </a:lnTo>
                  <a:lnTo>
                    <a:pt x="0" y="377"/>
                  </a:lnTo>
                  <a:lnTo>
                    <a:pt x="0" y="457"/>
                  </a:lnTo>
                  <a:lnTo>
                    <a:pt x="0" y="556"/>
                  </a:lnTo>
                  <a:lnTo>
                    <a:pt x="20" y="635"/>
                  </a:lnTo>
                  <a:lnTo>
                    <a:pt x="60" y="715"/>
                  </a:lnTo>
                  <a:lnTo>
                    <a:pt x="119" y="794"/>
                  </a:lnTo>
                  <a:lnTo>
                    <a:pt x="199" y="834"/>
                  </a:lnTo>
                  <a:lnTo>
                    <a:pt x="278" y="873"/>
                  </a:lnTo>
                  <a:lnTo>
                    <a:pt x="357" y="913"/>
                  </a:lnTo>
                  <a:lnTo>
                    <a:pt x="536" y="913"/>
                  </a:lnTo>
                  <a:lnTo>
                    <a:pt x="615" y="873"/>
                  </a:lnTo>
                  <a:lnTo>
                    <a:pt x="695" y="834"/>
                  </a:lnTo>
                  <a:lnTo>
                    <a:pt x="774" y="794"/>
                  </a:lnTo>
                  <a:lnTo>
                    <a:pt x="834" y="715"/>
                  </a:lnTo>
                  <a:lnTo>
                    <a:pt x="873" y="635"/>
                  </a:lnTo>
                  <a:lnTo>
                    <a:pt x="893" y="556"/>
                  </a:lnTo>
                  <a:lnTo>
                    <a:pt x="913" y="457"/>
                  </a:lnTo>
                  <a:lnTo>
                    <a:pt x="893" y="377"/>
                  </a:lnTo>
                  <a:lnTo>
                    <a:pt x="873" y="278"/>
                  </a:lnTo>
                  <a:lnTo>
                    <a:pt x="834" y="199"/>
                  </a:lnTo>
                  <a:lnTo>
                    <a:pt x="774" y="139"/>
                  </a:lnTo>
                  <a:lnTo>
                    <a:pt x="695" y="80"/>
                  </a:lnTo>
                  <a:lnTo>
                    <a:pt x="615" y="40"/>
                  </a:lnTo>
                  <a:lnTo>
                    <a:pt x="53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3"/>
            <p:cNvSpPr/>
            <p:nvPr/>
          </p:nvSpPr>
          <p:spPr>
            <a:xfrm>
              <a:off x="4877975" y="591300"/>
              <a:ext cx="22850" cy="22850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457" y="0"/>
                  </a:moveTo>
                  <a:lnTo>
                    <a:pt x="378" y="20"/>
                  </a:lnTo>
                  <a:lnTo>
                    <a:pt x="298" y="40"/>
                  </a:lnTo>
                  <a:lnTo>
                    <a:pt x="219" y="80"/>
                  </a:lnTo>
                  <a:lnTo>
                    <a:pt x="139" y="139"/>
                  </a:lnTo>
                  <a:lnTo>
                    <a:pt x="80" y="199"/>
                  </a:lnTo>
                  <a:lnTo>
                    <a:pt x="40" y="278"/>
                  </a:lnTo>
                  <a:lnTo>
                    <a:pt x="20" y="377"/>
                  </a:lnTo>
                  <a:lnTo>
                    <a:pt x="1" y="457"/>
                  </a:lnTo>
                  <a:lnTo>
                    <a:pt x="20" y="556"/>
                  </a:lnTo>
                  <a:lnTo>
                    <a:pt x="40" y="635"/>
                  </a:lnTo>
                  <a:lnTo>
                    <a:pt x="80" y="715"/>
                  </a:lnTo>
                  <a:lnTo>
                    <a:pt x="139" y="794"/>
                  </a:lnTo>
                  <a:lnTo>
                    <a:pt x="219" y="834"/>
                  </a:lnTo>
                  <a:lnTo>
                    <a:pt x="298" y="873"/>
                  </a:lnTo>
                  <a:lnTo>
                    <a:pt x="378" y="913"/>
                  </a:lnTo>
                  <a:lnTo>
                    <a:pt x="556" y="913"/>
                  </a:lnTo>
                  <a:lnTo>
                    <a:pt x="635" y="873"/>
                  </a:lnTo>
                  <a:lnTo>
                    <a:pt x="715" y="834"/>
                  </a:lnTo>
                  <a:lnTo>
                    <a:pt x="794" y="794"/>
                  </a:lnTo>
                  <a:lnTo>
                    <a:pt x="854" y="715"/>
                  </a:lnTo>
                  <a:lnTo>
                    <a:pt x="893" y="635"/>
                  </a:lnTo>
                  <a:lnTo>
                    <a:pt x="913" y="556"/>
                  </a:lnTo>
                  <a:lnTo>
                    <a:pt x="913" y="457"/>
                  </a:lnTo>
                  <a:lnTo>
                    <a:pt x="913" y="377"/>
                  </a:lnTo>
                  <a:lnTo>
                    <a:pt x="893" y="278"/>
                  </a:lnTo>
                  <a:lnTo>
                    <a:pt x="854" y="199"/>
                  </a:lnTo>
                  <a:lnTo>
                    <a:pt x="794" y="139"/>
                  </a:lnTo>
                  <a:lnTo>
                    <a:pt x="715" y="80"/>
                  </a:lnTo>
                  <a:lnTo>
                    <a:pt x="635" y="40"/>
                  </a:lnTo>
                  <a:lnTo>
                    <a:pt x="55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3"/>
            <p:cNvSpPr/>
            <p:nvPr/>
          </p:nvSpPr>
          <p:spPr>
            <a:xfrm>
              <a:off x="4981150" y="591300"/>
              <a:ext cx="22850" cy="22850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457" y="0"/>
                  </a:moveTo>
                  <a:lnTo>
                    <a:pt x="378" y="20"/>
                  </a:lnTo>
                  <a:lnTo>
                    <a:pt x="278" y="40"/>
                  </a:lnTo>
                  <a:lnTo>
                    <a:pt x="219" y="80"/>
                  </a:lnTo>
                  <a:lnTo>
                    <a:pt x="140" y="139"/>
                  </a:lnTo>
                  <a:lnTo>
                    <a:pt x="80" y="199"/>
                  </a:lnTo>
                  <a:lnTo>
                    <a:pt x="40" y="278"/>
                  </a:lnTo>
                  <a:lnTo>
                    <a:pt x="20" y="377"/>
                  </a:lnTo>
                  <a:lnTo>
                    <a:pt x="1" y="457"/>
                  </a:lnTo>
                  <a:lnTo>
                    <a:pt x="20" y="556"/>
                  </a:lnTo>
                  <a:lnTo>
                    <a:pt x="40" y="635"/>
                  </a:lnTo>
                  <a:lnTo>
                    <a:pt x="80" y="715"/>
                  </a:lnTo>
                  <a:lnTo>
                    <a:pt x="140" y="794"/>
                  </a:lnTo>
                  <a:lnTo>
                    <a:pt x="219" y="834"/>
                  </a:lnTo>
                  <a:lnTo>
                    <a:pt x="278" y="873"/>
                  </a:lnTo>
                  <a:lnTo>
                    <a:pt x="378" y="913"/>
                  </a:lnTo>
                  <a:lnTo>
                    <a:pt x="556" y="913"/>
                  </a:lnTo>
                  <a:lnTo>
                    <a:pt x="636" y="873"/>
                  </a:lnTo>
                  <a:lnTo>
                    <a:pt x="715" y="834"/>
                  </a:lnTo>
                  <a:lnTo>
                    <a:pt x="794" y="794"/>
                  </a:lnTo>
                  <a:lnTo>
                    <a:pt x="834" y="715"/>
                  </a:lnTo>
                  <a:lnTo>
                    <a:pt x="893" y="635"/>
                  </a:lnTo>
                  <a:lnTo>
                    <a:pt x="913" y="556"/>
                  </a:lnTo>
                  <a:lnTo>
                    <a:pt x="913" y="457"/>
                  </a:lnTo>
                  <a:lnTo>
                    <a:pt x="913" y="377"/>
                  </a:lnTo>
                  <a:lnTo>
                    <a:pt x="893" y="278"/>
                  </a:lnTo>
                  <a:lnTo>
                    <a:pt x="834" y="199"/>
                  </a:lnTo>
                  <a:lnTo>
                    <a:pt x="794" y="139"/>
                  </a:lnTo>
                  <a:lnTo>
                    <a:pt x="715" y="80"/>
                  </a:lnTo>
                  <a:lnTo>
                    <a:pt x="636" y="40"/>
                  </a:lnTo>
                  <a:lnTo>
                    <a:pt x="55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3"/>
            <p:cNvSpPr/>
            <p:nvPr/>
          </p:nvSpPr>
          <p:spPr>
            <a:xfrm>
              <a:off x="5084325" y="591300"/>
              <a:ext cx="22850" cy="22850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457" y="0"/>
                  </a:moveTo>
                  <a:lnTo>
                    <a:pt x="378" y="20"/>
                  </a:lnTo>
                  <a:lnTo>
                    <a:pt x="279" y="40"/>
                  </a:lnTo>
                  <a:lnTo>
                    <a:pt x="199" y="80"/>
                  </a:lnTo>
                  <a:lnTo>
                    <a:pt x="140" y="139"/>
                  </a:lnTo>
                  <a:lnTo>
                    <a:pt x="80" y="199"/>
                  </a:lnTo>
                  <a:lnTo>
                    <a:pt x="40" y="278"/>
                  </a:lnTo>
                  <a:lnTo>
                    <a:pt x="21" y="377"/>
                  </a:lnTo>
                  <a:lnTo>
                    <a:pt x="1" y="457"/>
                  </a:lnTo>
                  <a:lnTo>
                    <a:pt x="21" y="556"/>
                  </a:lnTo>
                  <a:lnTo>
                    <a:pt x="40" y="635"/>
                  </a:lnTo>
                  <a:lnTo>
                    <a:pt x="80" y="715"/>
                  </a:lnTo>
                  <a:lnTo>
                    <a:pt x="140" y="794"/>
                  </a:lnTo>
                  <a:lnTo>
                    <a:pt x="199" y="834"/>
                  </a:lnTo>
                  <a:lnTo>
                    <a:pt x="279" y="873"/>
                  </a:lnTo>
                  <a:lnTo>
                    <a:pt x="378" y="913"/>
                  </a:lnTo>
                  <a:lnTo>
                    <a:pt x="556" y="913"/>
                  </a:lnTo>
                  <a:lnTo>
                    <a:pt x="636" y="873"/>
                  </a:lnTo>
                  <a:lnTo>
                    <a:pt x="715" y="834"/>
                  </a:lnTo>
                  <a:lnTo>
                    <a:pt x="794" y="794"/>
                  </a:lnTo>
                  <a:lnTo>
                    <a:pt x="834" y="715"/>
                  </a:lnTo>
                  <a:lnTo>
                    <a:pt x="874" y="635"/>
                  </a:lnTo>
                  <a:lnTo>
                    <a:pt x="913" y="556"/>
                  </a:lnTo>
                  <a:lnTo>
                    <a:pt x="913" y="457"/>
                  </a:lnTo>
                  <a:lnTo>
                    <a:pt x="913" y="377"/>
                  </a:lnTo>
                  <a:lnTo>
                    <a:pt x="874" y="278"/>
                  </a:lnTo>
                  <a:lnTo>
                    <a:pt x="834" y="199"/>
                  </a:lnTo>
                  <a:lnTo>
                    <a:pt x="794" y="139"/>
                  </a:lnTo>
                  <a:lnTo>
                    <a:pt x="715" y="80"/>
                  </a:lnTo>
                  <a:lnTo>
                    <a:pt x="636" y="40"/>
                  </a:lnTo>
                  <a:lnTo>
                    <a:pt x="55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3"/>
            <p:cNvSpPr/>
            <p:nvPr/>
          </p:nvSpPr>
          <p:spPr>
            <a:xfrm>
              <a:off x="5187500" y="591300"/>
              <a:ext cx="22850" cy="22850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457" y="0"/>
                  </a:moveTo>
                  <a:lnTo>
                    <a:pt x="378" y="20"/>
                  </a:lnTo>
                  <a:lnTo>
                    <a:pt x="279" y="40"/>
                  </a:lnTo>
                  <a:lnTo>
                    <a:pt x="199" y="80"/>
                  </a:lnTo>
                  <a:lnTo>
                    <a:pt x="140" y="139"/>
                  </a:lnTo>
                  <a:lnTo>
                    <a:pt x="80" y="199"/>
                  </a:lnTo>
                  <a:lnTo>
                    <a:pt x="41" y="278"/>
                  </a:lnTo>
                  <a:lnTo>
                    <a:pt x="21" y="377"/>
                  </a:lnTo>
                  <a:lnTo>
                    <a:pt x="1" y="457"/>
                  </a:lnTo>
                  <a:lnTo>
                    <a:pt x="21" y="556"/>
                  </a:lnTo>
                  <a:lnTo>
                    <a:pt x="41" y="635"/>
                  </a:lnTo>
                  <a:lnTo>
                    <a:pt x="80" y="715"/>
                  </a:lnTo>
                  <a:lnTo>
                    <a:pt x="140" y="794"/>
                  </a:lnTo>
                  <a:lnTo>
                    <a:pt x="199" y="834"/>
                  </a:lnTo>
                  <a:lnTo>
                    <a:pt x="279" y="873"/>
                  </a:lnTo>
                  <a:lnTo>
                    <a:pt x="378" y="913"/>
                  </a:lnTo>
                  <a:lnTo>
                    <a:pt x="556" y="913"/>
                  </a:lnTo>
                  <a:lnTo>
                    <a:pt x="636" y="873"/>
                  </a:lnTo>
                  <a:lnTo>
                    <a:pt x="715" y="834"/>
                  </a:lnTo>
                  <a:lnTo>
                    <a:pt x="775" y="794"/>
                  </a:lnTo>
                  <a:lnTo>
                    <a:pt x="834" y="715"/>
                  </a:lnTo>
                  <a:lnTo>
                    <a:pt x="874" y="635"/>
                  </a:lnTo>
                  <a:lnTo>
                    <a:pt x="914" y="556"/>
                  </a:lnTo>
                  <a:lnTo>
                    <a:pt x="914" y="457"/>
                  </a:lnTo>
                  <a:lnTo>
                    <a:pt x="914" y="377"/>
                  </a:lnTo>
                  <a:lnTo>
                    <a:pt x="874" y="278"/>
                  </a:lnTo>
                  <a:lnTo>
                    <a:pt x="834" y="199"/>
                  </a:lnTo>
                  <a:lnTo>
                    <a:pt x="775" y="139"/>
                  </a:lnTo>
                  <a:lnTo>
                    <a:pt x="715" y="80"/>
                  </a:lnTo>
                  <a:lnTo>
                    <a:pt x="636" y="40"/>
                  </a:lnTo>
                  <a:lnTo>
                    <a:pt x="55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3"/>
            <p:cNvSpPr/>
            <p:nvPr/>
          </p:nvSpPr>
          <p:spPr>
            <a:xfrm>
              <a:off x="5290675" y="591300"/>
              <a:ext cx="22850" cy="22850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457" y="0"/>
                  </a:moveTo>
                  <a:lnTo>
                    <a:pt x="358" y="20"/>
                  </a:lnTo>
                  <a:lnTo>
                    <a:pt x="279" y="40"/>
                  </a:lnTo>
                  <a:lnTo>
                    <a:pt x="199" y="80"/>
                  </a:lnTo>
                  <a:lnTo>
                    <a:pt x="140" y="139"/>
                  </a:lnTo>
                  <a:lnTo>
                    <a:pt x="80" y="199"/>
                  </a:lnTo>
                  <a:lnTo>
                    <a:pt x="41" y="278"/>
                  </a:lnTo>
                  <a:lnTo>
                    <a:pt x="21" y="377"/>
                  </a:lnTo>
                  <a:lnTo>
                    <a:pt x="1" y="457"/>
                  </a:lnTo>
                  <a:lnTo>
                    <a:pt x="21" y="556"/>
                  </a:lnTo>
                  <a:lnTo>
                    <a:pt x="41" y="635"/>
                  </a:lnTo>
                  <a:lnTo>
                    <a:pt x="80" y="715"/>
                  </a:lnTo>
                  <a:lnTo>
                    <a:pt x="140" y="794"/>
                  </a:lnTo>
                  <a:lnTo>
                    <a:pt x="199" y="834"/>
                  </a:lnTo>
                  <a:lnTo>
                    <a:pt x="279" y="873"/>
                  </a:lnTo>
                  <a:lnTo>
                    <a:pt x="358" y="913"/>
                  </a:lnTo>
                  <a:lnTo>
                    <a:pt x="556" y="913"/>
                  </a:lnTo>
                  <a:lnTo>
                    <a:pt x="636" y="873"/>
                  </a:lnTo>
                  <a:lnTo>
                    <a:pt x="715" y="834"/>
                  </a:lnTo>
                  <a:lnTo>
                    <a:pt x="775" y="794"/>
                  </a:lnTo>
                  <a:lnTo>
                    <a:pt x="834" y="715"/>
                  </a:lnTo>
                  <a:lnTo>
                    <a:pt x="874" y="635"/>
                  </a:lnTo>
                  <a:lnTo>
                    <a:pt x="914" y="556"/>
                  </a:lnTo>
                  <a:lnTo>
                    <a:pt x="914" y="457"/>
                  </a:lnTo>
                  <a:lnTo>
                    <a:pt x="914" y="377"/>
                  </a:lnTo>
                  <a:lnTo>
                    <a:pt x="874" y="278"/>
                  </a:lnTo>
                  <a:lnTo>
                    <a:pt x="834" y="199"/>
                  </a:lnTo>
                  <a:lnTo>
                    <a:pt x="775" y="139"/>
                  </a:lnTo>
                  <a:lnTo>
                    <a:pt x="715" y="80"/>
                  </a:lnTo>
                  <a:lnTo>
                    <a:pt x="636" y="40"/>
                  </a:lnTo>
                  <a:lnTo>
                    <a:pt x="55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3"/>
            <p:cNvSpPr/>
            <p:nvPr/>
          </p:nvSpPr>
          <p:spPr>
            <a:xfrm>
              <a:off x="5393875" y="591300"/>
              <a:ext cx="22825" cy="22850"/>
            </a:xfrm>
            <a:custGeom>
              <a:avLst/>
              <a:gdLst/>
              <a:ahLst/>
              <a:cxnLst/>
              <a:rect l="l" t="t" r="r" b="b"/>
              <a:pathLst>
                <a:path w="913" h="914" extrusionOk="0">
                  <a:moveTo>
                    <a:pt x="456" y="0"/>
                  </a:moveTo>
                  <a:lnTo>
                    <a:pt x="357" y="20"/>
                  </a:lnTo>
                  <a:lnTo>
                    <a:pt x="278" y="40"/>
                  </a:lnTo>
                  <a:lnTo>
                    <a:pt x="198" y="80"/>
                  </a:lnTo>
                  <a:lnTo>
                    <a:pt x="139" y="139"/>
                  </a:lnTo>
                  <a:lnTo>
                    <a:pt x="79" y="199"/>
                  </a:lnTo>
                  <a:lnTo>
                    <a:pt x="40" y="278"/>
                  </a:lnTo>
                  <a:lnTo>
                    <a:pt x="0" y="377"/>
                  </a:lnTo>
                  <a:lnTo>
                    <a:pt x="0" y="457"/>
                  </a:lnTo>
                  <a:lnTo>
                    <a:pt x="0" y="556"/>
                  </a:lnTo>
                  <a:lnTo>
                    <a:pt x="40" y="635"/>
                  </a:lnTo>
                  <a:lnTo>
                    <a:pt x="79" y="715"/>
                  </a:lnTo>
                  <a:lnTo>
                    <a:pt x="139" y="794"/>
                  </a:lnTo>
                  <a:lnTo>
                    <a:pt x="198" y="834"/>
                  </a:lnTo>
                  <a:lnTo>
                    <a:pt x="278" y="873"/>
                  </a:lnTo>
                  <a:lnTo>
                    <a:pt x="357" y="913"/>
                  </a:lnTo>
                  <a:lnTo>
                    <a:pt x="556" y="913"/>
                  </a:lnTo>
                  <a:lnTo>
                    <a:pt x="635" y="873"/>
                  </a:lnTo>
                  <a:lnTo>
                    <a:pt x="714" y="834"/>
                  </a:lnTo>
                  <a:lnTo>
                    <a:pt x="774" y="794"/>
                  </a:lnTo>
                  <a:lnTo>
                    <a:pt x="833" y="715"/>
                  </a:lnTo>
                  <a:lnTo>
                    <a:pt x="873" y="635"/>
                  </a:lnTo>
                  <a:lnTo>
                    <a:pt x="893" y="556"/>
                  </a:lnTo>
                  <a:lnTo>
                    <a:pt x="913" y="457"/>
                  </a:lnTo>
                  <a:lnTo>
                    <a:pt x="893" y="377"/>
                  </a:lnTo>
                  <a:lnTo>
                    <a:pt x="873" y="278"/>
                  </a:lnTo>
                  <a:lnTo>
                    <a:pt x="833" y="199"/>
                  </a:lnTo>
                  <a:lnTo>
                    <a:pt x="774" y="139"/>
                  </a:lnTo>
                  <a:lnTo>
                    <a:pt x="714" y="80"/>
                  </a:lnTo>
                  <a:lnTo>
                    <a:pt x="635" y="40"/>
                  </a:lnTo>
                  <a:lnTo>
                    <a:pt x="556" y="2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3"/>
            <p:cNvSpPr/>
            <p:nvPr/>
          </p:nvSpPr>
          <p:spPr>
            <a:xfrm>
              <a:off x="5497050" y="591300"/>
              <a:ext cx="22825" cy="22850"/>
            </a:xfrm>
            <a:custGeom>
              <a:avLst/>
              <a:gdLst/>
              <a:ahLst/>
              <a:cxnLst/>
              <a:rect l="l" t="t" r="r" b="b"/>
              <a:pathLst>
                <a:path w="913" h="914" extrusionOk="0">
                  <a:moveTo>
                    <a:pt x="456" y="0"/>
                  </a:moveTo>
                  <a:lnTo>
                    <a:pt x="357" y="20"/>
                  </a:lnTo>
                  <a:lnTo>
                    <a:pt x="278" y="40"/>
                  </a:lnTo>
                  <a:lnTo>
                    <a:pt x="199" y="80"/>
                  </a:lnTo>
                  <a:lnTo>
                    <a:pt x="139" y="139"/>
                  </a:lnTo>
                  <a:lnTo>
                    <a:pt x="80" y="199"/>
                  </a:lnTo>
                  <a:lnTo>
                    <a:pt x="40" y="278"/>
                  </a:lnTo>
                  <a:lnTo>
                    <a:pt x="0" y="377"/>
                  </a:lnTo>
                  <a:lnTo>
                    <a:pt x="0" y="457"/>
                  </a:lnTo>
                  <a:lnTo>
                    <a:pt x="0" y="556"/>
                  </a:lnTo>
                  <a:lnTo>
                    <a:pt x="40" y="635"/>
                  </a:lnTo>
                  <a:lnTo>
                    <a:pt x="80" y="715"/>
                  </a:lnTo>
                  <a:lnTo>
                    <a:pt x="139" y="794"/>
                  </a:lnTo>
                  <a:lnTo>
                    <a:pt x="199" y="834"/>
                  </a:lnTo>
                  <a:lnTo>
                    <a:pt x="278" y="873"/>
                  </a:lnTo>
                  <a:lnTo>
                    <a:pt x="357" y="913"/>
                  </a:lnTo>
                  <a:lnTo>
                    <a:pt x="556" y="913"/>
                  </a:lnTo>
                  <a:lnTo>
                    <a:pt x="635" y="873"/>
                  </a:lnTo>
                  <a:lnTo>
                    <a:pt x="714" y="834"/>
                  </a:lnTo>
                  <a:lnTo>
                    <a:pt x="774" y="794"/>
                  </a:lnTo>
                  <a:lnTo>
                    <a:pt x="833" y="715"/>
                  </a:lnTo>
                  <a:lnTo>
                    <a:pt x="873" y="635"/>
                  </a:lnTo>
                  <a:lnTo>
                    <a:pt x="893" y="556"/>
                  </a:lnTo>
                  <a:lnTo>
                    <a:pt x="913" y="457"/>
                  </a:lnTo>
                  <a:lnTo>
                    <a:pt x="893" y="377"/>
                  </a:lnTo>
                  <a:lnTo>
                    <a:pt x="873" y="278"/>
                  </a:lnTo>
                  <a:lnTo>
                    <a:pt x="833" y="199"/>
                  </a:lnTo>
                  <a:lnTo>
                    <a:pt x="774" y="139"/>
                  </a:lnTo>
                  <a:lnTo>
                    <a:pt x="714" y="80"/>
                  </a:lnTo>
                  <a:lnTo>
                    <a:pt x="635" y="40"/>
                  </a:lnTo>
                  <a:lnTo>
                    <a:pt x="556" y="2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3"/>
            <p:cNvSpPr/>
            <p:nvPr/>
          </p:nvSpPr>
          <p:spPr>
            <a:xfrm>
              <a:off x="5600225" y="591300"/>
              <a:ext cx="22825" cy="22850"/>
            </a:xfrm>
            <a:custGeom>
              <a:avLst/>
              <a:gdLst/>
              <a:ahLst/>
              <a:cxnLst/>
              <a:rect l="l" t="t" r="r" b="b"/>
              <a:pathLst>
                <a:path w="913" h="914" extrusionOk="0">
                  <a:moveTo>
                    <a:pt x="457" y="0"/>
                  </a:moveTo>
                  <a:lnTo>
                    <a:pt x="357" y="20"/>
                  </a:lnTo>
                  <a:lnTo>
                    <a:pt x="278" y="40"/>
                  </a:lnTo>
                  <a:lnTo>
                    <a:pt x="199" y="80"/>
                  </a:lnTo>
                  <a:lnTo>
                    <a:pt x="139" y="139"/>
                  </a:lnTo>
                  <a:lnTo>
                    <a:pt x="80" y="199"/>
                  </a:lnTo>
                  <a:lnTo>
                    <a:pt x="40" y="278"/>
                  </a:lnTo>
                  <a:lnTo>
                    <a:pt x="0" y="377"/>
                  </a:lnTo>
                  <a:lnTo>
                    <a:pt x="0" y="457"/>
                  </a:lnTo>
                  <a:lnTo>
                    <a:pt x="0" y="556"/>
                  </a:lnTo>
                  <a:lnTo>
                    <a:pt x="40" y="635"/>
                  </a:lnTo>
                  <a:lnTo>
                    <a:pt x="80" y="715"/>
                  </a:lnTo>
                  <a:lnTo>
                    <a:pt x="139" y="794"/>
                  </a:lnTo>
                  <a:lnTo>
                    <a:pt x="199" y="834"/>
                  </a:lnTo>
                  <a:lnTo>
                    <a:pt x="278" y="873"/>
                  </a:lnTo>
                  <a:lnTo>
                    <a:pt x="357" y="913"/>
                  </a:lnTo>
                  <a:lnTo>
                    <a:pt x="536" y="913"/>
                  </a:lnTo>
                  <a:lnTo>
                    <a:pt x="635" y="873"/>
                  </a:lnTo>
                  <a:lnTo>
                    <a:pt x="715" y="834"/>
                  </a:lnTo>
                  <a:lnTo>
                    <a:pt x="774" y="794"/>
                  </a:lnTo>
                  <a:lnTo>
                    <a:pt x="834" y="715"/>
                  </a:lnTo>
                  <a:lnTo>
                    <a:pt x="873" y="635"/>
                  </a:lnTo>
                  <a:lnTo>
                    <a:pt x="893" y="556"/>
                  </a:lnTo>
                  <a:lnTo>
                    <a:pt x="913" y="457"/>
                  </a:lnTo>
                  <a:lnTo>
                    <a:pt x="893" y="377"/>
                  </a:lnTo>
                  <a:lnTo>
                    <a:pt x="873" y="278"/>
                  </a:lnTo>
                  <a:lnTo>
                    <a:pt x="834" y="199"/>
                  </a:lnTo>
                  <a:lnTo>
                    <a:pt x="774" y="139"/>
                  </a:lnTo>
                  <a:lnTo>
                    <a:pt x="715" y="80"/>
                  </a:lnTo>
                  <a:lnTo>
                    <a:pt x="635" y="40"/>
                  </a:lnTo>
                  <a:lnTo>
                    <a:pt x="53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3"/>
            <p:cNvSpPr/>
            <p:nvPr/>
          </p:nvSpPr>
          <p:spPr>
            <a:xfrm>
              <a:off x="5703400" y="591300"/>
              <a:ext cx="22850" cy="22850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457" y="0"/>
                  </a:moveTo>
                  <a:lnTo>
                    <a:pt x="357" y="20"/>
                  </a:lnTo>
                  <a:lnTo>
                    <a:pt x="278" y="40"/>
                  </a:lnTo>
                  <a:lnTo>
                    <a:pt x="199" y="80"/>
                  </a:lnTo>
                  <a:lnTo>
                    <a:pt x="119" y="139"/>
                  </a:lnTo>
                  <a:lnTo>
                    <a:pt x="80" y="199"/>
                  </a:lnTo>
                  <a:lnTo>
                    <a:pt x="40" y="278"/>
                  </a:lnTo>
                  <a:lnTo>
                    <a:pt x="0" y="377"/>
                  </a:lnTo>
                  <a:lnTo>
                    <a:pt x="0" y="457"/>
                  </a:lnTo>
                  <a:lnTo>
                    <a:pt x="0" y="556"/>
                  </a:lnTo>
                  <a:lnTo>
                    <a:pt x="40" y="635"/>
                  </a:lnTo>
                  <a:lnTo>
                    <a:pt x="80" y="715"/>
                  </a:lnTo>
                  <a:lnTo>
                    <a:pt x="119" y="794"/>
                  </a:lnTo>
                  <a:lnTo>
                    <a:pt x="199" y="834"/>
                  </a:lnTo>
                  <a:lnTo>
                    <a:pt x="278" y="873"/>
                  </a:lnTo>
                  <a:lnTo>
                    <a:pt x="357" y="913"/>
                  </a:lnTo>
                  <a:lnTo>
                    <a:pt x="536" y="913"/>
                  </a:lnTo>
                  <a:lnTo>
                    <a:pt x="635" y="873"/>
                  </a:lnTo>
                  <a:lnTo>
                    <a:pt x="715" y="834"/>
                  </a:lnTo>
                  <a:lnTo>
                    <a:pt x="774" y="794"/>
                  </a:lnTo>
                  <a:lnTo>
                    <a:pt x="834" y="715"/>
                  </a:lnTo>
                  <a:lnTo>
                    <a:pt x="873" y="635"/>
                  </a:lnTo>
                  <a:lnTo>
                    <a:pt x="893" y="556"/>
                  </a:lnTo>
                  <a:lnTo>
                    <a:pt x="913" y="457"/>
                  </a:lnTo>
                  <a:lnTo>
                    <a:pt x="893" y="377"/>
                  </a:lnTo>
                  <a:lnTo>
                    <a:pt x="873" y="278"/>
                  </a:lnTo>
                  <a:lnTo>
                    <a:pt x="834" y="199"/>
                  </a:lnTo>
                  <a:lnTo>
                    <a:pt x="774" y="139"/>
                  </a:lnTo>
                  <a:lnTo>
                    <a:pt x="715" y="80"/>
                  </a:lnTo>
                  <a:lnTo>
                    <a:pt x="635" y="40"/>
                  </a:lnTo>
                  <a:lnTo>
                    <a:pt x="53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3"/>
            <p:cNvSpPr/>
            <p:nvPr/>
          </p:nvSpPr>
          <p:spPr>
            <a:xfrm>
              <a:off x="5806575" y="591300"/>
              <a:ext cx="22850" cy="22850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457" y="0"/>
                  </a:moveTo>
                  <a:lnTo>
                    <a:pt x="358" y="20"/>
                  </a:lnTo>
                  <a:lnTo>
                    <a:pt x="278" y="40"/>
                  </a:lnTo>
                  <a:lnTo>
                    <a:pt x="199" y="80"/>
                  </a:lnTo>
                  <a:lnTo>
                    <a:pt x="119" y="139"/>
                  </a:lnTo>
                  <a:lnTo>
                    <a:pt x="80" y="199"/>
                  </a:lnTo>
                  <a:lnTo>
                    <a:pt x="20" y="278"/>
                  </a:lnTo>
                  <a:lnTo>
                    <a:pt x="0" y="377"/>
                  </a:lnTo>
                  <a:lnTo>
                    <a:pt x="0" y="457"/>
                  </a:lnTo>
                  <a:lnTo>
                    <a:pt x="0" y="556"/>
                  </a:lnTo>
                  <a:lnTo>
                    <a:pt x="20" y="635"/>
                  </a:lnTo>
                  <a:lnTo>
                    <a:pt x="80" y="715"/>
                  </a:lnTo>
                  <a:lnTo>
                    <a:pt x="119" y="794"/>
                  </a:lnTo>
                  <a:lnTo>
                    <a:pt x="199" y="834"/>
                  </a:lnTo>
                  <a:lnTo>
                    <a:pt x="278" y="873"/>
                  </a:lnTo>
                  <a:lnTo>
                    <a:pt x="358" y="913"/>
                  </a:lnTo>
                  <a:lnTo>
                    <a:pt x="536" y="913"/>
                  </a:lnTo>
                  <a:lnTo>
                    <a:pt x="635" y="873"/>
                  </a:lnTo>
                  <a:lnTo>
                    <a:pt x="695" y="834"/>
                  </a:lnTo>
                  <a:lnTo>
                    <a:pt x="774" y="794"/>
                  </a:lnTo>
                  <a:lnTo>
                    <a:pt x="834" y="715"/>
                  </a:lnTo>
                  <a:lnTo>
                    <a:pt x="873" y="635"/>
                  </a:lnTo>
                  <a:lnTo>
                    <a:pt x="893" y="556"/>
                  </a:lnTo>
                  <a:lnTo>
                    <a:pt x="913" y="457"/>
                  </a:lnTo>
                  <a:lnTo>
                    <a:pt x="893" y="377"/>
                  </a:lnTo>
                  <a:lnTo>
                    <a:pt x="873" y="278"/>
                  </a:lnTo>
                  <a:lnTo>
                    <a:pt x="834" y="199"/>
                  </a:lnTo>
                  <a:lnTo>
                    <a:pt x="774" y="139"/>
                  </a:lnTo>
                  <a:lnTo>
                    <a:pt x="695" y="80"/>
                  </a:lnTo>
                  <a:lnTo>
                    <a:pt x="635" y="40"/>
                  </a:lnTo>
                  <a:lnTo>
                    <a:pt x="53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3"/>
            <p:cNvSpPr/>
            <p:nvPr/>
          </p:nvSpPr>
          <p:spPr>
            <a:xfrm>
              <a:off x="5909750" y="591300"/>
              <a:ext cx="22350" cy="22850"/>
            </a:xfrm>
            <a:custGeom>
              <a:avLst/>
              <a:gdLst/>
              <a:ahLst/>
              <a:cxnLst/>
              <a:rect l="l" t="t" r="r" b="b"/>
              <a:pathLst>
                <a:path w="894" h="914" extrusionOk="0">
                  <a:moveTo>
                    <a:pt x="437" y="0"/>
                  </a:moveTo>
                  <a:lnTo>
                    <a:pt x="358" y="20"/>
                  </a:lnTo>
                  <a:lnTo>
                    <a:pt x="278" y="40"/>
                  </a:lnTo>
                  <a:lnTo>
                    <a:pt x="199" y="80"/>
                  </a:lnTo>
                  <a:lnTo>
                    <a:pt x="120" y="139"/>
                  </a:lnTo>
                  <a:lnTo>
                    <a:pt x="60" y="199"/>
                  </a:lnTo>
                  <a:lnTo>
                    <a:pt x="20" y="278"/>
                  </a:lnTo>
                  <a:lnTo>
                    <a:pt x="1" y="377"/>
                  </a:lnTo>
                  <a:lnTo>
                    <a:pt x="1" y="457"/>
                  </a:lnTo>
                  <a:lnTo>
                    <a:pt x="1" y="556"/>
                  </a:lnTo>
                  <a:lnTo>
                    <a:pt x="20" y="635"/>
                  </a:lnTo>
                  <a:lnTo>
                    <a:pt x="60" y="715"/>
                  </a:lnTo>
                  <a:lnTo>
                    <a:pt x="120" y="794"/>
                  </a:lnTo>
                  <a:lnTo>
                    <a:pt x="199" y="834"/>
                  </a:lnTo>
                  <a:lnTo>
                    <a:pt x="278" y="873"/>
                  </a:lnTo>
                  <a:lnTo>
                    <a:pt x="358" y="913"/>
                  </a:lnTo>
                  <a:lnTo>
                    <a:pt x="536" y="913"/>
                  </a:lnTo>
                  <a:lnTo>
                    <a:pt x="616" y="873"/>
                  </a:lnTo>
                  <a:lnTo>
                    <a:pt x="695" y="834"/>
                  </a:lnTo>
                  <a:lnTo>
                    <a:pt x="774" y="794"/>
                  </a:lnTo>
                  <a:lnTo>
                    <a:pt x="834" y="715"/>
                  </a:lnTo>
                  <a:lnTo>
                    <a:pt x="874" y="635"/>
                  </a:lnTo>
                  <a:lnTo>
                    <a:pt x="893" y="556"/>
                  </a:lnTo>
                  <a:lnTo>
                    <a:pt x="893" y="457"/>
                  </a:lnTo>
                  <a:lnTo>
                    <a:pt x="893" y="377"/>
                  </a:lnTo>
                  <a:lnTo>
                    <a:pt x="874" y="278"/>
                  </a:lnTo>
                  <a:lnTo>
                    <a:pt x="834" y="199"/>
                  </a:lnTo>
                  <a:lnTo>
                    <a:pt x="774" y="139"/>
                  </a:lnTo>
                  <a:lnTo>
                    <a:pt x="695" y="80"/>
                  </a:lnTo>
                  <a:lnTo>
                    <a:pt x="616" y="40"/>
                  </a:lnTo>
                  <a:lnTo>
                    <a:pt x="536" y="20"/>
                  </a:lnTo>
                  <a:lnTo>
                    <a:pt x="4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3"/>
            <p:cNvSpPr/>
            <p:nvPr/>
          </p:nvSpPr>
          <p:spPr>
            <a:xfrm>
              <a:off x="6012425" y="591300"/>
              <a:ext cx="22850" cy="22850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457" y="0"/>
                  </a:moveTo>
                  <a:lnTo>
                    <a:pt x="378" y="20"/>
                  </a:lnTo>
                  <a:lnTo>
                    <a:pt x="279" y="40"/>
                  </a:lnTo>
                  <a:lnTo>
                    <a:pt x="219" y="80"/>
                  </a:lnTo>
                  <a:lnTo>
                    <a:pt x="140" y="139"/>
                  </a:lnTo>
                  <a:lnTo>
                    <a:pt x="80" y="199"/>
                  </a:lnTo>
                  <a:lnTo>
                    <a:pt x="40" y="278"/>
                  </a:lnTo>
                  <a:lnTo>
                    <a:pt x="21" y="377"/>
                  </a:lnTo>
                  <a:lnTo>
                    <a:pt x="1" y="457"/>
                  </a:lnTo>
                  <a:lnTo>
                    <a:pt x="21" y="556"/>
                  </a:lnTo>
                  <a:lnTo>
                    <a:pt x="40" y="635"/>
                  </a:lnTo>
                  <a:lnTo>
                    <a:pt x="80" y="715"/>
                  </a:lnTo>
                  <a:lnTo>
                    <a:pt x="140" y="794"/>
                  </a:lnTo>
                  <a:lnTo>
                    <a:pt x="219" y="834"/>
                  </a:lnTo>
                  <a:lnTo>
                    <a:pt x="279" y="873"/>
                  </a:lnTo>
                  <a:lnTo>
                    <a:pt x="378" y="913"/>
                  </a:lnTo>
                  <a:lnTo>
                    <a:pt x="556" y="913"/>
                  </a:lnTo>
                  <a:lnTo>
                    <a:pt x="636" y="873"/>
                  </a:lnTo>
                  <a:lnTo>
                    <a:pt x="715" y="834"/>
                  </a:lnTo>
                  <a:lnTo>
                    <a:pt x="794" y="794"/>
                  </a:lnTo>
                  <a:lnTo>
                    <a:pt x="834" y="715"/>
                  </a:lnTo>
                  <a:lnTo>
                    <a:pt x="894" y="635"/>
                  </a:lnTo>
                  <a:lnTo>
                    <a:pt x="914" y="556"/>
                  </a:lnTo>
                  <a:lnTo>
                    <a:pt x="914" y="457"/>
                  </a:lnTo>
                  <a:lnTo>
                    <a:pt x="914" y="377"/>
                  </a:lnTo>
                  <a:lnTo>
                    <a:pt x="894" y="278"/>
                  </a:lnTo>
                  <a:lnTo>
                    <a:pt x="834" y="199"/>
                  </a:lnTo>
                  <a:lnTo>
                    <a:pt x="794" y="139"/>
                  </a:lnTo>
                  <a:lnTo>
                    <a:pt x="715" y="80"/>
                  </a:lnTo>
                  <a:lnTo>
                    <a:pt x="636" y="40"/>
                  </a:lnTo>
                  <a:lnTo>
                    <a:pt x="55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3"/>
            <p:cNvSpPr/>
            <p:nvPr/>
          </p:nvSpPr>
          <p:spPr>
            <a:xfrm>
              <a:off x="6115600" y="591300"/>
              <a:ext cx="22850" cy="22850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457" y="0"/>
                  </a:moveTo>
                  <a:lnTo>
                    <a:pt x="378" y="20"/>
                  </a:lnTo>
                  <a:lnTo>
                    <a:pt x="279" y="40"/>
                  </a:lnTo>
                  <a:lnTo>
                    <a:pt x="199" y="80"/>
                  </a:lnTo>
                  <a:lnTo>
                    <a:pt x="140" y="139"/>
                  </a:lnTo>
                  <a:lnTo>
                    <a:pt x="80" y="199"/>
                  </a:lnTo>
                  <a:lnTo>
                    <a:pt x="41" y="278"/>
                  </a:lnTo>
                  <a:lnTo>
                    <a:pt x="21" y="377"/>
                  </a:lnTo>
                  <a:lnTo>
                    <a:pt x="1" y="457"/>
                  </a:lnTo>
                  <a:lnTo>
                    <a:pt x="21" y="556"/>
                  </a:lnTo>
                  <a:lnTo>
                    <a:pt x="41" y="635"/>
                  </a:lnTo>
                  <a:lnTo>
                    <a:pt x="80" y="715"/>
                  </a:lnTo>
                  <a:lnTo>
                    <a:pt x="140" y="794"/>
                  </a:lnTo>
                  <a:lnTo>
                    <a:pt x="199" y="834"/>
                  </a:lnTo>
                  <a:lnTo>
                    <a:pt x="279" y="873"/>
                  </a:lnTo>
                  <a:lnTo>
                    <a:pt x="378" y="913"/>
                  </a:lnTo>
                  <a:lnTo>
                    <a:pt x="556" y="913"/>
                  </a:lnTo>
                  <a:lnTo>
                    <a:pt x="636" y="873"/>
                  </a:lnTo>
                  <a:lnTo>
                    <a:pt x="715" y="834"/>
                  </a:lnTo>
                  <a:lnTo>
                    <a:pt x="795" y="794"/>
                  </a:lnTo>
                  <a:lnTo>
                    <a:pt x="834" y="715"/>
                  </a:lnTo>
                  <a:lnTo>
                    <a:pt x="874" y="635"/>
                  </a:lnTo>
                  <a:lnTo>
                    <a:pt x="914" y="556"/>
                  </a:lnTo>
                  <a:lnTo>
                    <a:pt x="914" y="457"/>
                  </a:lnTo>
                  <a:lnTo>
                    <a:pt x="914" y="377"/>
                  </a:lnTo>
                  <a:lnTo>
                    <a:pt x="874" y="278"/>
                  </a:lnTo>
                  <a:lnTo>
                    <a:pt x="834" y="199"/>
                  </a:lnTo>
                  <a:lnTo>
                    <a:pt x="795" y="139"/>
                  </a:lnTo>
                  <a:lnTo>
                    <a:pt x="715" y="80"/>
                  </a:lnTo>
                  <a:lnTo>
                    <a:pt x="636" y="40"/>
                  </a:lnTo>
                  <a:lnTo>
                    <a:pt x="55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3"/>
            <p:cNvSpPr/>
            <p:nvPr/>
          </p:nvSpPr>
          <p:spPr>
            <a:xfrm>
              <a:off x="6218800" y="591300"/>
              <a:ext cx="22825" cy="22850"/>
            </a:xfrm>
            <a:custGeom>
              <a:avLst/>
              <a:gdLst/>
              <a:ahLst/>
              <a:cxnLst/>
              <a:rect l="l" t="t" r="r" b="b"/>
              <a:pathLst>
                <a:path w="913" h="914" extrusionOk="0">
                  <a:moveTo>
                    <a:pt x="456" y="0"/>
                  </a:moveTo>
                  <a:lnTo>
                    <a:pt x="377" y="20"/>
                  </a:lnTo>
                  <a:lnTo>
                    <a:pt x="278" y="40"/>
                  </a:lnTo>
                  <a:lnTo>
                    <a:pt x="198" y="80"/>
                  </a:lnTo>
                  <a:lnTo>
                    <a:pt x="139" y="139"/>
                  </a:lnTo>
                  <a:lnTo>
                    <a:pt x="79" y="199"/>
                  </a:lnTo>
                  <a:lnTo>
                    <a:pt x="40" y="278"/>
                  </a:lnTo>
                  <a:lnTo>
                    <a:pt x="20" y="377"/>
                  </a:lnTo>
                  <a:lnTo>
                    <a:pt x="0" y="457"/>
                  </a:lnTo>
                  <a:lnTo>
                    <a:pt x="20" y="556"/>
                  </a:lnTo>
                  <a:lnTo>
                    <a:pt x="40" y="635"/>
                  </a:lnTo>
                  <a:lnTo>
                    <a:pt x="79" y="715"/>
                  </a:lnTo>
                  <a:lnTo>
                    <a:pt x="139" y="794"/>
                  </a:lnTo>
                  <a:lnTo>
                    <a:pt x="198" y="834"/>
                  </a:lnTo>
                  <a:lnTo>
                    <a:pt x="278" y="873"/>
                  </a:lnTo>
                  <a:lnTo>
                    <a:pt x="377" y="913"/>
                  </a:lnTo>
                  <a:lnTo>
                    <a:pt x="556" y="913"/>
                  </a:lnTo>
                  <a:lnTo>
                    <a:pt x="635" y="873"/>
                  </a:lnTo>
                  <a:lnTo>
                    <a:pt x="714" y="834"/>
                  </a:lnTo>
                  <a:lnTo>
                    <a:pt x="774" y="794"/>
                  </a:lnTo>
                  <a:lnTo>
                    <a:pt x="833" y="715"/>
                  </a:lnTo>
                  <a:lnTo>
                    <a:pt x="873" y="635"/>
                  </a:lnTo>
                  <a:lnTo>
                    <a:pt x="913" y="556"/>
                  </a:lnTo>
                  <a:lnTo>
                    <a:pt x="913" y="457"/>
                  </a:lnTo>
                  <a:lnTo>
                    <a:pt x="913" y="377"/>
                  </a:lnTo>
                  <a:lnTo>
                    <a:pt x="873" y="278"/>
                  </a:lnTo>
                  <a:lnTo>
                    <a:pt x="833" y="199"/>
                  </a:lnTo>
                  <a:lnTo>
                    <a:pt x="774" y="139"/>
                  </a:lnTo>
                  <a:lnTo>
                    <a:pt x="714" y="80"/>
                  </a:lnTo>
                  <a:lnTo>
                    <a:pt x="635" y="40"/>
                  </a:lnTo>
                  <a:lnTo>
                    <a:pt x="556" y="2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3"/>
            <p:cNvSpPr/>
            <p:nvPr/>
          </p:nvSpPr>
          <p:spPr>
            <a:xfrm>
              <a:off x="6321975" y="591300"/>
              <a:ext cx="22825" cy="22850"/>
            </a:xfrm>
            <a:custGeom>
              <a:avLst/>
              <a:gdLst/>
              <a:ahLst/>
              <a:cxnLst/>
              <a:rect l="l" t="t" r="r" b="b"/>
              <a:pathLst>
                <a:path w="913" h="914" extrusionOk="0">
                  <a:moveTo>
                    <a:pt x="456" y="0"/>
                  </a:moveTo>
                  <a:lnTo>
                    <a:pt x="357" y="20"/>
                  </a:lnTo>
                  <a:lnTo>
                    <a:pt x="278" y="40"/>
                  </a:lnTo>
                  <a:lnTo>
                    <a:pt x="199" y="80"/>
                  </a:lnTo>
                  <a:lnTo>
                    <a:pt x="139" y="139"/>
                  </a:lnTo>
                  <a:lnTo>
                    <a:pt x="79" y="199"/>
                  </a:lnTo>
                  <a:lnTo>
                    <a:pt x="40" y="278"/>
                  </a:lnTo>
                  <a:lnTo>
                    <a:pt x="20" y="377"/>
                  </a:lnTo>
                  <a:lnTo>
                    <a:pt x="0" y="457"/>
                  </a:lnTo>
                  <a:lnTo>
                    <a:pt x="20" y="556"/>
                  </a:lnTo>
                  <a:lnTo>
                    <a:pt x="40" y="635"/>
                  </a:lnTo>
                  <a:lnTo>
                    <a:pt x="79" y="715"/>
                  </a:lnTo>
                  <a:lnTo>
                    <a:pt x="139" y="794"/>
                  </a:lnTo>
                  <a:lnTo>
                    <a:pt x="199" y="834"/>
                  </a:lnTo>
                  <a:lnTo>
                    <a:pt x="278" y="873"/>
                  </a:lnTo>
                  <a:lnTo>
                    <a:pt x="357" y="913"/>
                  </a:lnTo>
                  <a:lnTo>
                    <a:pt x="556" y="913"/>
                  </a:lnTo>
                  <a:lnTo>
                    <a:pt x="635" y="873"/>
                  </a:lnTo>
                  <a:lnTo>
                    <a:pt x="714" y="834"/>
                  </a:lnTo>
                  <a:lnTo>
                    <a:pt x="774" y="794"/>
                  </a:lnTo>
                  <a:lnTo>
                    <a:pt x="833" y="715"/>
                  </a:lnTo>
                  <a:lnTo>
                    <a:pt x="873" y="635"/>
                  </a:lnTo>
                  <a:lnTo>
                    <a:pt x="913" y="556"/>
                  </a:lnTo>
                  <a:lnTo>
                    <a:pt x="913" y="457"/>
                  </a:lnTo>
                  <a:lnTo>
                    <a:pt x="913" y="377"/>
                  </a:lnTo>
                  <a:lnTo>
                    <a:pt x="873" y="278"/>
                  </a:lnTo>
                  <a:lnTo>
                    <a:pt x="833" y="199"/>
                  </a:lnTo>
                  <a:lnTo>
                    <a:pt x="774" y="139"/>
                  </a:lnTo>
                  <a:lnTo>
                    <a:pt x="714" y="80"/>
                  </a:lnTo>
                  <a:lnTo>
                    <a:pt x="635" y="40"/>
                  </a:lnTo>
                  <a:lnTo>
                    <a:pt x="556" y="2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3"/>
            <p:cNvSpPr/>
            <p:nvPr/>
          </p:nvSpPr>
          <p:spPr>
            <a:xfrm>
              <a:off x="6425150" y="591300"/>
              <a:ext cx="22825" cy="22850"/>
            </a:xfrm>
            <a:custGeom>
              <a:avLst/>
              <a:gdLst/>
              <a:ahLst/>
              <a:cxnLst/>
              <a:rect l="l" t="t" r="r" b="b"/>
              <a:pathLst>
                <a:path w="913" h="914" extrusionOk="0">
                  <a:moveTo>
                    <a:pt x="457" y="0"/>
                  </a:moveTo>
                  <a:lnTo>
                    <a:pt x="357" y="20"/>
                  </a:lnTo>
                  <a:lnTo>
                    <a:pt x="278" y="40"/>
                  </a:lnTo>
                  <a:lnTo>
                    <a:pt x="199" y="80"/>
                  </a:lnTo>
                  <a:lnTo>
                    <a:pt x="139" y="139"/>
                  </a:lnTo>
                  <a:lnTo>
                    <a:pt x="80" y="199"/>
                  </a:lnTo>
                  <a:lnTo>
                    <a:pt x="40" y="278"/>
                  </a:lnTo>
                  <a:lnTo>
                    <a:pt x="0" y="377"/>
                  </a:lnTo>
                  <a:lnTo>
                    <a:pt x="0" y="457"/>
                  </a:lnTo>
                  <a:lnTo>
                    <a:pt x="0" y="556"/>
                  </a:lnTo>
                  <a:lnTo>
                    <a:pt x="40" y="635"/>
                  </a:lnTo>
                  <a:lnTo>
                    <a:pt x="80" y="715"/>
                  </a:lnTo>
                  <a:lnTo>
                    <a:pt x="139" y="794"/>
                  </a:lnTo>
                  <a:lnTo>
                    <a:pt x="199" y="834"/>
                  </a:lnTo>
                  <a:lnTo>
                    <a:pt x="278" y="873"/>
                  </a:lnTo>
                  <a:lnTo>
                    <a:pt x="357" y="913"/>
                  </a:lnTo>
                  <a:lnTo>
                    <a:pt x="556" y="913"/>
                  </a:lnTo>
                  <a:lnTo>
                    <a:pt x="635" y="873"/>
                  </a:lnTo>
                  <a:lnTo>
                    <a:pt x="715" y="834"/>
                  </a:lnTo>
                  <a:lnTo>
                    <a:pt x="774" y="794"/>
                  </a:lnTo>
                  <a:lnTo>
                    <a:pt x="834" y="715"/>
                  </a:lnTo>
                  <a:lnTo>
                    <a:pt x="873" y="635"/>
                  </a:lnTo>
                  <a:lnTo>
                    <a:pt x="913" y="556"/>
                  </a:lnTo>
                  <a:lnTo>
                    <a:pt x="913" y="457"/>
                  </a:lnTo>
                  <a:lnTo>
                    <a:pt x="913" y="377"/>
                  </a:lnTo>
                  <a:lnTo>
                    <a:pt x="873" y="278"/>
                  </a:lnTo>
                  <a:lnTo>
                    <a:pt x="834" y="199"/>
                  </a:lnTo>
                  <a:lnTo>
                    <a:pt x="774" y="139"/>
                  </a:lnTo>
                  <a:lnTo>
                    <a:pt x="715" y="80"/>
                  </a:lnTo>
                  <a:lnTo>
                    <a:pt x="635" y="40"/>
                  </a:lnTo>
                  <a:lnTo>
                    <a:pt x="556" y="2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3"/>
            <p:cNvSpPr/>
            <p:nvPr/>
          </p:nvSpPr>
          <p:spPr>
            <a:xfrm>
              <a:off x="4673100" y="709350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318" y="1"/>
                  </a:moveTo>
                  <a:lnTo>
                    <a:pt x="239" y="21"/>
                  </a:lnTo>
                  <a:lnTo>
                    <a:pt x="179" y="60"/>
                  </a:lnTo>
                  <a:lnTo>
                    <a:pt x="120" y="120"/>
                  </a:lnTo>
                  <a:lnTo>
                    <a:pt x="60" y="179"/>
                  </a:lnTo>
                  <a:lnTo>
                    <a:pt x="21" y="259"/>
                  </a:lnTo>
                  <a:lnTo>
                    <a:pt x="1" y="338"/>
                  </a:lnTo>
                  <a:lnTo>
                    <a:pt x="1" y="417"/>
                  </a:lnTo>
                  <a:lnTo>
                    <a:pt x="1" y="497"/>
                  </a:lnTo>
                  <a:lnTo>
                    <a:pt x="21" y="576"/>
                  </a:lnTo>
                  <a:lnTo>
                    <a:pt x="60" y="656"/>
                  </a:lnTo>
                  <a:lnTo>
                    <a:pt x="120" y="715"/>
                  </a:lnTo>
                  <a:lnTo>
                    <a:pt x="179" y="755"/>
                  </a:lnTo>
                  <a:lnTo>
                    <a:pt x="239" y="794"/>
                  </a:lnTo>
                  <a:lnTo>
                    <a:pt x="318" y="834"/>
                  </a:lnTo>
                  <a:lnTo>
                    <a:pt x="497" y="834"/>
                  </a:lnTo>
                  <a:lnTo>
                    <a:pt x="576" y="794"/>
                  </a:lnTo>
                  <a:lnTo>
                    <a:pt x="636" y="755"/>
                  </a:lnTo>
                  <a:lnTo>
                    <a:pt x="715" y="715"/>
                  </a:lnTo>
                  <a:lnTo>
                    <a:pt x="755" y="656"/>
                  </a:lnTo>
                  <a:lnTo>
                    <a:pt x="794" y="576"/>
                  </a:lnTo>
                  <a:lnTo>
                    <a:pt x="814" y="497"/>
                  </a:lnTo>
                  <a:lnTo>
                    <a:pt x="834" y="417"/>
                  </a:lnTo>
                  <a:lnTo>
                    <a:pt x="814" y="338"/>
                  </a:lnTo>
                  <a:lnTo>
                    <a:pt x="794" y="259"/>
                  </a:lnTo>
                  <a:lnTo>
                    <a:pt x="755" y="179"/>
                  </a:lnTo>
                  <a:lnTo>
                    <a:pt x="715" y="120"/>
                  </a:lnTo>
                  <a:lnTo>
                    <a:pt x="636" y="60"/>
                  </a:lnTo>
                  <a:lnTo>
                    <a:pt x="576" y="21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3"/>
            <p:cNvSpPr/>
            <p:nvPr/>
          </p:nvSpPr>
          <p:spPr>
            <a:xfrm>
              <a:off x="4775800" y="709350"/>
              <a:ext cx="21350" cy="20875"/>
            </a:xfrm>
            <a:custGeom>
              <a:avLst/>
              <a:gdLst/>
              <a:ahLst/>
              <a:cxnLst/>
              <a:rect l="l" t="t" r="r" b="b"/>
              <a:pathLst>
                <a:path w="854" h="835" extrusionOk="0">
                  <a:moveTo>
                    <a:pt x="337" y="1"/>
                  </a:moveTo>
                  <a:lnTo>
                    <a:pt x="258" y="21"/>
                  </a:lnTo>
                  <a:lnTo>
                    <a:pt x="199" y="60"/>
                  </a:lnTo>
                  <a:lnTo>
                    <a:pt x="139" y="120"/>
                  </a:lnTo>
                  <a:lnTo>
                    <a:pt x="79" y="179"/>
                  </a:lnTo>
                  <a:lnTo>
                    <a:pt x="40" y="259"/>
                  </a:lnTo>
                  <a:lnTo>
                    <a:pt x="20" y="338"/>
                  </a:lnTo>
                  <a:lnTo>
                    <a:pt x="0" y="417"/>
                  </a:lnTo>
                  <a:lnTo>
                    <a:pt x="20" y="497"/>
                  </a:lnTo>
                  <a:lnTo>
                    <a:pt x="40" y="576"/>
                  </a:lnTo>
                  <a:lnTo>
                    <a:pt x="79" y="656"/>
                  </a:lnTo>
                  <a:lnTo>
                    <a:pt x="139" y="715"/>
                  </a:lnTo>
                  <a:lnTo>
                    <a:pt x="199" y="755"/>
                  </a:lnTo>
                  <a:lnTo>
                    <a:pt x="258" y="794"/>
                  </a:lnTo>
                  <a:lnTo>
                    <a:pt x="337" y="834"/>
                  </a:lnTo>
                  <a:lnTo>
                    <a:pt x="516" y="834"/>
                  </a:lnTo>
                  <a:lnTo>
                    <a:pt x="595" y="794"/>
                  </a:lnTo>
                  <a:lnTo>
                    <a:pt x="655" y="755"/>
                  </a:lnTo>
                  <a:lnTo>
                    <a:pt x="714" y="715"/>
                  </a:lnTo>
                  <a:lnTo>
                    <a:pt x="774" y="656"/>
                  </a:lnTo>
                  <a:lnTo>
                    <a:pt x="814" y="576"/>
                  </a:lnTo>
                  <a:lnTo>
                    <a:pt x="833" y="497"/>
                  </a:lnTo>
                  <a:lnTo>
                    <a:pt x="853" y="417"/>
                  </a:lnTo>
                  <a:lnTo>
                    <a:pt x="833" y="338"/>
                  </a:lnTo>
                  <a:lnTo>
                    <a:pt x="814" y="259"/>
                  </a:lnTo>
                  <a:lnTo>
                    <a:pt x="774" y="179"/>
                  </a:lnTo>
                  <a:lnTo>
                    <a:pt x="714" y="120"/>
                  </a:lnTo>
                  <a:lnTo>
                    <a:pt x="655" y="60"/>
                  </a:lnTo>
                  <a:lnTo>
                    <a:pt x="595" y="21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3"/>
            <p:cNvSpPr/>
            <p:nvPr/>
          </p:nvSpPr>
          <p:spPr>
            <a:xfrm>
              <a:off x="4878975" y="709350"/>
              <a:ext cx="21350" cy="20875"/>
            </a:xfrm>
            <a:custGeom>
              <a:avLst/>
              <a:gdLst/>
              <a:ahLst/>
              <a:cxnLst/>
              <a:rect l="l" t="t" r="r" b="b"/>
              <a:pathLst>
                <a:path w="854" h="835" extrusionOk="0">
                  <a:moveTo>
                    <a:pt x="338" y="1"/>
                  </a:moveTo>
                  <a:lnTo>
                    <a:pt x="258" y="21"/>
                  </a:lnTo>
                  <a:lnTo>
                    <a:pt x="199" y="60"/>
                  </a:lnTo>
                  <a:lnTo>
                    <a:pt x="139" y="120"/>
                  </a:lnTo>
                  <a:lnTo>
                    <a:pt x="80" y="179"/>
                  </a:lnTo>
                  <a:lnTo>
                    <a:pt x="40" y="259"/>
                  </a:lnTo>
                  <a:lnTo>
                    <a:pt x="20" y="338"/>
                  </a:lnTo>
                  <a:lnTo>
                    <a:pt x="0" y="417"/>
                  </a:lnTo>
                  <a:lnTo>
                    <a:pt x="20" y="497"/>
                  </a:lnTo>
                  <a:lnTo>
                    <a:pt x="40" y="576"/>
                  </a:lnTo>
                  <a:lnTo>
                    <a:pt x="80" y="656"/>
                  </a:lnTo>
                  <a:lnTo>
                    <a:pt x="139" y="715"/>
                  </a:lnTo>
                  <a:lnTo>
                    <a:pt x="199" y="755"/>
                  </a:lnTo>
                  <a:lnTo>
                    <a:pt x="258" y="794"/>
                  </a:lnTo>
                  <a:lnTo>
                    <a:pt x="338" y="834"/>
                  </a:lnTo>
                  <a:lnTo>
                    <a:pt x="516" y="834"/>
                  </a:lnTo>
                  <a:lnTo>
                    <a:pt x="595" y="794"/>
                  </a:lnTo>
                  <a:lnTo>
                    <a:pt x="655" y="755"/>
                  </a:lnTo>
                  <a:lnTo>
                    <a:pt x="714" y="715"/>
                  </a:lnTo>
                  <a:lnTo>
                    <a:pt x="774" y="656"/>
                  </a:lnTo>
                  <a:lnTo>
                    <a:pt x="814" y="576"/>
                  </a:lnTo>
                  <a:lnTo>
                    <a:pt x="834" y="497"/>
                  </a:lnTo>
                  <a:lnTo>
                    <a:pt x="853" y="417"/>
                  </a:lnTo>
                  <a:lnTo>
                    <a:pt x="834" y="338"/>
                  </a:lnTo>
                  <a:lnTo>
                    <a:pt x="814" y="259"/>
                  </a:lnTo>
                  <a:lnTo>
                    <a:pt x="774" y="179"/>
                  </a:lnTo>
                  <a:lnTo>
                    <a:pt x="714" y="120"/>
                  </a:lnTo>
                  <a:lnTo>
                    <a:pt x="655" y="60"/>
                  </a:lnTo>
                  <a:lnTo>
                    <a:pt x="595" y="21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3"/>
            <p:cNvSpPr/>
            <p:nvPr/>
          </p:nvSpPr>
          <p:spPr>
            <a:xfrm>
              <a:off x="4982150" y="709350"/>
              <a:ext cx="20850" cy="20875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338" y="1"/>
                  </a:moveTo>
                  <a:lnTo>
                    <a:pt x="258" y="21"/>
                  </a:lnTo>
                  <a:lnTo>
                    <a:pt x="199" y="60"/>
                  </a:lnTo>
                  <a:lnTo>
                    <a:pt x="119" y="120"/>
                  </a:lnTo>
                  <a:lnTo>
                    <a:pt x="80" y="179"/>
                  </a:lnTo>
                  <a:lnTo>
                    <a:pt x="40" y="259"/>
                  </a:lnTo>
                  <a:lnTo>
                    <a:pt x="20" y="338"/>
                  </a:lnTo>
                  <a:lnTo>
                    <a:pt x="0" y="417"/>
                  </a:lnTo>
                  <a:lnTo>
                    <a:pt x="20" y="497"/>
                  </a:lnTo>
                  <a:lnTo>
                    <a:pt x="40" y="576"/>
                  </a:lnTo>
                  <a:lnTo>
                    <a:pt x="80" y="656"/>
                  </a:lnTo>
                  <a:lnTo>
                    <a:pt x="119" y="715"/>
                  </a:lnTo>
                  <a:lnTo>
                    <a:pt x="199" y="755"/>
                  </a:lnTo>
                  <a:lnTo>
                    <a:pt x="258" y="794"/>
                  </a:lnTo>
                  <a:lnTo>
                    <a:pt x="338" y="834"/>
                  </a:lnTo>
                  <a:lnTo>
                    <a:pt x="516" y="834"/>
                  </a:lnTo>
                  <a:lnTo>
                    <a:pt x="596" y="794"/>
                  </a:lnTo>
                  <a:lnTo>
                    <a:pt x="655" y="755"/>
                  </a:lnTo>
                  <a:lnTo>
                    <a:pt x="715" y="715"/>
                  </a:lnTo>
                  <a:lnTo>
                    <a:pt x="774" y="656"/>
                  </a:lnTo>
                  <a:lnTo>
                    <a:pt x="814" y="576"/>
                  </a:lnTo>
                  <a:lnTo>
                    <a:pt x="834" y="497"/>
                  </a:lnTo>
                  <a:lnTo>
                    <a:pt x="834" y="417"/>
                  </a:lnTo>
                  <a:lnTo>
                    <a:pt x="834" y="338"/>
                  </a:lnTo>
                  <a:lnTo>
                    <a:pt x="814" y="259"/>
                  </a:lnTo>
                  <a:lnTo>
                    <a:pt x="774" y="179"/>
                  </a:lnTo>
                  <a:lnTo>
                    <a:pt x="715" y="120"/>
                  </a:lnTo>
                  <a:lnTo>
                    <a:pt x="655" y="60"/>
                  </a:lnTo>
                  <a:lnTo>
                    <a:pt x="596" y="21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3"/>
            <p:cNvSpPr/>
            <p:nvPr/>
          </p:nvSpPr>
          <p:spPr>
            <a:xfrm>
              <a:off x="5085325" y="709350"/>
              <a:ext cx="20850" cy="20875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338" y="1"/>
                  </a:moveTo>
                  <a:lnTo>
                    <a:pt x="258" y="21"/>
                  </a:lnTo>
                  <a:lnTo>
                    <a:pt x="179" y="60"/>
                  </a:lnTo>
                  <a:lnTo>
                    <a:pt x="119" y="120"/>
                  </a:lnTo>
                  <a:lnTo>
                    <a:pt x="80" y="179"/>
                  </a:lnTo>
                  <a:lnTo>
                    <a:pt x="40" y="259"/>
                  </a:lnTo>
                  <a:lnTo>
                    <a:pt x="20" y="338"/>
                  </a:lnTo>
                  <a:lnTo>
                    <a:pt x="0" y="417"/>
                  </a:lnTo>
                  <a:lnTo>
                    <a:pt x="20" y="497"/>
                  </a:lnTo>
                  <a:lnTo>
                    <a:pt x="40" y="576"/>
                  </a:lnTo>
                  <a:lnTo>
                    <a:pt x="80" y="656"/>
                  </a:lnTo>
                  <a:lnTo>
                    <a:pt x="119" y="715"/>
                  </a:lnTo>
                  <a:lnTo>
                    <a:pt x="179" y="755"/>
                  </a:lnTo>
                  <a:lnTo>
                    <a:pt x="258" y="794"/>
                  </a:lnTo>
                  <a:lnTo>
                    <a:pt x="338" y="834"/>
                  </a:lnTo>
                  <a:lnTo>
                    <a:pt x="516" y="834"/>
                  </a:lnTo>
                  <a:lnTo>
                    <a:pt x="576" y="794"/>
                  </a:lnTo>
                  <a:lnTo>
                    <a:pt x="655" y="755"/>
                  </a:lnTo>
                  <a:lnTo>
                    <a:pt x="715" y="715"/>
                  </a:lnTo>
                  <a:lnTo>
                    <a:pt x="774" y="656"/>
                  </a:lnTo>
                  <a:lnTo>
                    <a:pt x="814" y="576"/>
                  </a:lnTo>
                  <a:lnTo>
                    <a:pt x="834" y="497"/>
                  </a:lnTo>
                  <a:lnTo>
                    <a:pt x="834" y="417"/>
                  </a:lnTo>
                  <a:lnTo>
                    <a:pt x="834" y="338"/>
                  </a:lnTo>
                  <a:lnTo>
                    <a:pt x="814" y="259"/>
                  </a:lnTo>
                  <a:lnTo>
                    <a:pt x="774" y="179"/>
                  </a:lnTo>
                  <a:lnTo>
                    <a:pt x="715" y="120"/>
                  </a:lnTo>
                  <a:lnTo>
                    <a:pt x="655" y="60"/>
                  </a:lnTo>
                  <a:lnTo>
                    <a:pt x="576" y="21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3"/>
            <p:cNvSpPr/>
            <p:nvPr/>
          </p:nvSpPr>
          <p:spPr>
            <a:xfrm>
              <a:off x="5188500" y="709350"/>
              <a:ext cx="20850" cy="20875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338" y="1"/>
                  </a:moveTo>
                  <a:lnTo>
                    <a:pt x="258" y="21"/>
                  </a:lnTo>
                  <a:lnTo>
                    <a:pt x="179" y="60"/>
                  </a:lnTo>
                  <a:lnTo>
                    <a:pt x="120" y="120"/>
                  </a:lnTo>
                  <a:lnTo>
                    <a:pt x="80" y="179"/>
                  </a:lnTo>
                  <a:lnTo>
                    <a:pt x="40" y="259"/>
                  </a:lnTo>
                  <a:lnTo>
                    <a:pt x="20" y="338"/>
                  </a:lnTo>
                  <a:lnTo>
                    <a:pt x="1" y="417"/>
                  </a:lnTo>
                  <a:lnTo>
                    <a:pt x="20" y="497"/>
                  </a:lnTo>
                  <a:lnTo>
                    <a:pt x="40" y="576"/>
                  </a:lnTo>
                  <a:lnTo>
                    <a:pt x="80" y="656"/>
                  </a:lnTo>
                  <a:lnTo>
                    <a:pt x="120" y="715"/>
                  </a:lnTo>
                  <a:lnTo>
                    <a:pt x="179" y="755"/>
                  </a:lnTo>
                  <a:lnTo>
                    <a:pt x="258" y="794"/>
                  </a:lnTo>
                  <a:lnTo>
                    <a:pt x="338" y="834"/>
                  </a:lnTo>
                  <a:lnTo>
                    <a:pt x="497" y="834"/>
                  </a:lnTo>
                  <a:lnTo>
                    <a:pt x="576" y="794"/>
                  </a:lnTo>
                  <a:lnTo>
                    <a:pt x="655" y="755"/>
                  </a:lnTo>
                  <a:lnTo>
                    <a:pt x="715" y="715"/>
                  </a:lnTo>
                  <a:lnTo>
                    <a:pt x="774" y="656"/>
                  </a:lnTo>
                  <a:lnTo>
                    <a:pt x="814" y="576"/>
                  </a:lnTo>
                  <a:lnTo>
                    <a:pt x="834" y="497"/>
                  </a:lnTo>
                  <a:lnTo>
                    <a:pt x="834" y="417"/>
                  </a:lnTo>
                  <a:lnTo>
                    <a:pt x="834" y="338"/>
                  </a:lnTo>
                  <a:lnTo>
                    <a:pt x="814" y="259"/>
                  </a:lnTo>
                  <a:lnTo>
                    <a:pt x="774" y="179"/>
                  </a:lnTo>
                  <a:lnTo>
                    <a:pt x="715" y="120"/>
                  </a:lnTo>
                  <a:lnTo>
                    <a:pt x="655" y="60"/>
                  </a:lnTo>
                  <a:lnTo>
                    <a:pt x="576" y="21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3"/>
            <p:cNvSpPr/>
            <p:nvPr/>
          </p:nvSpPr>
          <p:spPr>
            <a:xfrm>
              <a:off x="5291675" y="709350"/>
              <a:ext cx="20850" cy="20875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338" y="1"/>
                  </a:moveTo>
                  <a:lnTo>
                    <a:pt x="259" y="21"/>
                  </a:lnTo>
                  <a:lnTo>
                    <a:pt x="179" y="60"/>
                  </a:lnTo>
                  <a:lnTo>
                    <a:pt x="120" y="120"/>
                  </a:lnTo>
                  <a:lnTo>
                    <a:pt x="80" y="179"/>
                  </a:lnTo>
                  <a:lnTo>
                    <a:pt x="40" y="259"/>
                  </a:lnTo>
                  <a:lnTo>
                    <a:pt x="1" y="338"/>
                  </a:lnTo>
                  <a:lnTo>
                    <a:pt x="1" y="417"/>
                  </a:lnTo>
                  <a:lnTo>
                    <a:pt x="1" y="497"/>
                  </a:lnTo>
                  <a:lnTo>
                    <a:pt x="40" y="576"/>
                  </a:lnTo>
                  <a:lnTo>
                    <a:pt x="80" y="656"/>
                  </a:lnTo>
                  <a:lnTo>
                    <a:pt x="120" y="715"/>
                  </a:lnTo>
                  <a:lnTo>
                    <a:pt x="179" y="755"/>
                  </a:lnTo>
                  <a:lnTo>
                    <a:pt x="259" y="794"/>
                  </a:lnTo>
                  <a:lnTo>
                    <a:pt x="338" y="834"/>
                  </a:lnTo>
                  <a:lnTo>
                    <a:pt x="497" y="834"/>
                  </a:lnTo>
                  <a:lnTo>
                    <a:pt x="576" y="794"/>
                  </a:lnTo>
                  <a:lnTo>
                    <a:pt x="655" y="755"/>
                  </a:lnTo>
                  <a:lnTo>
                    <a:pt x="715" y="715"/>
                  </a:lnTo>
                  <a:lnTo>
                    <a:pt x="774" y="656"/>
                  </a:lnTo>
                  <a:lnTo>
                    <a:pt x="794" y="576"/>
                  </a:lnTo>
                  <a:lnTo>
                    <a:pt x="834" y="497"/>
                  </a:lnTo>
                  <a:lnTo>
                    <a:pt x="834" y="417"/>
                  </a:lnTo>
                  <a:lnTo>
                    <a:pt x="834" y="338"/>
                  </a:lnTo>
                  <a:lnTo>
                    <a:pt x="794" y="259"/>
                  </a:lnTo>
                  <a:lnTo>
                    <a:pt x="774" y="179"/>
                  </a:lnTo>
                  <a:lnTo>
                    <a:pt x="715" y="120"/>
                  </a:lnTo>
                  <a:lnTo>
                    <a:pt x="655" y="60"/>
                  </a:lnTo>
                  <a:lnTo>
                    <a:pt x="576" y="21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3"/>
            <p:cNvSpPr/>
            <p:nvPr/>
          </p:nvSpPr>
          <p:spPr>
            <a:xfrm>
              <a:off x="5394850" y="709350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338" y="1"/>
                  </a:moveTo>
                  <a:lnTo>
                    <a:pt x="259" y="21"/>
                  </a:lnTo>
                  <a:lnTo>
                    <a:pt x="179" y="60"/>
                  </a:lnTo>
                  <a:lnTo>
                    <a:pt x="120" y="120"/>
                  </a:lnTo>
                  <a:lnTo>
                    <a:pt x="80" y="179"/>
                  </a:lnTo>
                  <a:lnTo>
                    <a:pt x="40" y="259"/>
                  </a:lnTo>
                  <a:lnTo>
                    <a:pt x="1" y="338"/>
                  </a:lnTo>
                  <a:lnTo>
                    <a:pt x="1" y="417"/>
                  </a:lnTo>
                  <a:lnTo>
                    <a:pt x="1" y="497"/>
                  </a:lnTo>
                  <a:lnTo>
                    <a:pt x="40" y="576"/>
                  </a:lnTo>
                  <a:lnTo>
                    <a:pt x="80" y="656"/>
                  </a:lnTo>
                  <a:lnTo>
                    <a:pt x="120" y="715"/>
                  </a:lnTo>
                  <a:lnTo>
                    <a:pt x="179" y="755"/>
                  </a:lnTo>
                  <a:lnTo>
                    <a:pt x="259" y="794"/>
                  </a:lnTo>
                  <a:lnTo>
                    <a:pt x="338" y="834"/>
                  </a:lnTo>
                  <a:lnTo>
                    <a:pt x="497" y="834"/>
                  </a:lnTo>
                  <a:lnTo>
                    <a:pt x="576" y="794"/>
                  </a:lnTo>
                  <a:lnTo>
                    <a:pt x="655" y="755"/>
                  </a:lnTo>
                  <a:lnTo>
                    <a:pt x="715" y="715"/>
                  </a:lnTo>
                  <a:lnTo>
                    <a:pt x="755" y="656"/>
                  </a:lnTo>
                  <a:lnTo>
                    <a:pt x="794" y="576"/>
                  </a:lnTo>
                  <a:lnTo>
                    <a:pt x="834" y="497"/>
                  </a:lnTo>
                  <a:lnTo>
                    <a:pt x="834" y="417"/>
                  </a:lnTo>
                  <a:lnTo>
                    <a:pt x="834" y="338"/>
                  </a:lnTo>
                  <a:lnTo>
                    <a:pt x="794" y="259"/>
                  </a:lnTo>
                  <a:lnTo>
                    <a:pt x="755" y="179"/>
                  </a:lnTo>
                  <a:lnTo>
                    <a:pt x="715" y="120"/>
                  </a:lnTo>
                  <a:lnTo>
                    <a:pt x="655" y="60"/>
                  </a:lnTo>
                  <a:lnTo>
                    <a:pt x="576" y="21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3"/>
            <p:cNvSpPr/>
            <p:nvPr/>
          </p:nvSpPr>
          <p:spPr>
            <a:xfrm>
              <a:off x="5498025" y="709350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338" y="1"/>
                  </a:moveTo>
                  <a:lnTo>
                    <a:pt x="259" y="21"/>
                  </a:lnTo>
                  <a:lnTo>
                    <a:pt x="179" y="60"/>
                  </a:lnTo>
                  <a:lnTo>
                    <a:pt x="120" y="120"/>
                  </a:lnTo>
                  <a:lnTo>
                    <a:pt x="60" y="179"/>
                  </a:lnTo>
                  <a:lnTo>
                    <a:pt x="21" y="259"/>
                  </a:lnTo>
                  <a:lnTo>
                    <a:pt x="1" y="338"/>
                  </a:lnTo>
                  <a:lnTo>
                    <a:pt x="1" y="417"/>
                  </a:lnTo>
                  <a:lnTo>
                    <a:pt x="1" y="497"/>
                  </a:lnTo>
                  <a:lnTo>
                    <a:pt x="21" y="576"/>
                  </a:lnTo>
                  <a:lnTo>
                    <a:pt x="60" y="656"/>
                  </a:lnTo>
                  <a:lnTo>
                    <a:pt x="120" y="715"/>
                  </a:lnTo>
                  <a:lnTo>
                    <a:pt x="179" y="755"/>
                  </a:lnTo>
                  <a:lnTo>
                    <a:pt x="259" y="794"/>
                  </a:lnTo>
                  <a:lnTo>
                    <a:pt x="338" y="834"/>
                  </a:lnTo>
                  <a:lnTo>
                    <a:pt x="497" y="834"/>
                  </a:lnTo>
                  <a:lnTo>
                    <a:pt x="576" y="794"/>
                  </a:lnTo>
                  <a:lnTo>
                    <a:pt x="656" y="755"/>
                  </a:lnTo>
                  <a:lnTo>
                    <a:pt x="715" y="715"/>
                  </a:lnTo>
                  <a:lnTo>
                    <a:pt x="755" y="656"/>
                  </a:lnTo>
                  <a:lnTo>
                    <a:pt x="794" y="576"/>
                  </a:lnTo>
                  <a:lnTo>
                    <a:pt x="834" y="497"/>
                  </a:lnTo>
                  <a:lnTo>
                    <a:pt x="834" y="417"/>
                  </a:lnTo>
                  <a:lnTo>
                    <a:pt x="834" y="338"/>
                  </a:lnTo>
                  <a:lnTo>
                    <a:pt x="794" y="259"/>
                  </a:lnTo>
                  <a:lnTo>
                    <a:pt x="755" y="179"/>
                  </a:lnTo>
                  <a:lnTo>
                    <a:pt x="715" y="120"/>
                  </a:lnTo>
                  <a:lnTo>
                    <a:pt x="656" y="60"/>
                  </a:lnTo>
                  <a:lnTo>
                    <a:pt x="576" y="21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3"/>
            <p:cNvSpPr/>
            <p:nvPr/>
          </p:nvSpPr>
          <p:spPr>
            <a:xfrm>
              <a:off x="5601200" y="709350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338" y="1"/>
                  </a:moveTo>
                  <a:lnTo>
                    <a:pt x="259" y="21"/>
                  </a:lnTo>
                  <a:lnTo>
                    <a:pt x="179" y="60"/>
                  </a:lnTo>
                  <a:lnTo>
                    <a:pt x="120" y="120"/>
                  </a:lnTo>
                  <a:lnTo>
                    <a:pt x="60" y="179"/>
                  </a:lnTo>
                  <a:lnTo>
                    <a:pt x="21" y="259"/>
                  </a:lnTo>
                  <a:lnTo>
                    <a:pt x="1" y="338"/>
                  </a:lnTo>
                  <a:lnTo>
                    <a:pt x="1" y="417"/>
                  </a:lnTo>
                  <a:lnTo>
                    <a:pt x="1" y="497"/>
                  </a:lnTo>
                  <a:lnTo>
                    <a:pt x="21" y="576"/>
                  </a:lnTo>
                  <a:lnTo>
                    <a:pt x="60" y="656"/>
                  </a:lnTo>
                  <a:lnTo>
                    <a:pt x="120" y="715"/>
                  </a:lnTo>
                  <a:lnTo>
                    <a:pt x="179" y="755"/>
                  </a:lnTo>
                  <a:lnTo>
                    <a:pt x="259" y="794"/>
                  </a:lnTo>
                  <a:lnTo>
                    <a:pt x="338" y="834"/>
                  </a:lnTo>
                  <a:lnTo>
                    <a:pt x="497" y="834"/>
                  </a:lnTo>
                  <a:lnTo>
                    <a:pt x="576" y="794"/>
                  </a:lnTo>
                  <a:lnTo>
                    <a:pt x="656" y="755"/>
                  </a:lnTo>
                  <a:lnTo>
                    <a:pt x="715" y="715"/>
                  </a:lnTo>
                  <a:lnTo>
                    <a:pt x="755" y="656"/>
                  </a:lnTo>
                  <a:lnTo>
                    <a:pt x="795" y="576"/>
                  </a:lnTo>
                  <a:lnTo>
                    <a:pt x="814" y="497"/>
                  </a:lnTo>
                  <a:lnTo>
                    <a:pt x="834" y="417"/>
                  </a:lnTo>
                  <a:lnTo>
                    <a:pt x="814" y="338"/>
                  </a:lnTo>
                  <a:lnTo>
                    <a:pt x="795" y="259"/>
                  </a:lnTo>
                  <a:lnTo>
                    <a:pt x="755" y="179"/>
                  </a:lnTo>
                  <a:lnTo>
                    <a:pt x="715" y="120"/>
                  </a:lnTo>
                  <a:lnTo>
                    <a:pt x="656" y="60"/>
                  </a:lnTo>
                  <a:lnTo>
                    <a:pt x="576" y="21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3"/>
            <p:cNvSpPr/>
            <p:nvPr/>
          </p:nvSpPr>
          <p:spPr>
            <a:xfrm>
              <a:off x="5704400" y="709350"/>
              <a:ext cx="20850" cy="20875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317" y="1"/>
                  </a:moveTo>
                  <a:lnTo>
                    <a:pt x="238" y="21"/>
                  </a:lnTo>
                  <a:lnTo>
                    <a:pt x="179" y="60"/>
                  </a:lnTo>
                  <a:lnTo>
                    <a:pt x="119" y="120"/>
                  </a:lnTo>
                  <a:lnTo>
                    <a:pt x="60" y="179"/>
                  </a:lnTo>
                  <a:lnTo>
                    <a:pt x="20" y="259"/>
                  </a:lnTo>
                  <a:lnTo>
                    <a:pt x="0" y="338"/>
                  </a:lnTo>
                  <a:lnTo>
                    <a:pt x="0" y="417"/>
                  </a:lnTo>
                  <a:lnTo>
                    <a:pt x="0" y="497"/>
                  </a:lnTo>
                  <a:lnTo>
                    <a:pt x="20" y="576"/>
                  </a:lnTo>
                  <a:lnTo>
                    <a:pt x="60" y="656"/>
                  </a:lnTo>
                  <a:lnTo>
                    <a:pt x="119" y="715"/>
                  </a:lnTo>
                  <a:lnTo>
                    <a:pt x="179" y="755"/>
                  </a:lnTo>
                  <a:lnTo>
                    <a:pt x="238" y="794"/>
                  </a:lnTo>
                  <a:lnTo>
                    <a:pt x="317" y="834"/>
                  </a:lnTo>
                  <a:lnTo>
                    <a:pt x="496" y="834"/>
                  </a:lnTo>
                  <a:lnTo>
                    <a:pt x="575" y="794"/>
                  </a:lnTo>
                  <a:lnTo>
                    <a:pt x="635" y="755"/>
                  </a:lnTo>
                  <a:lnTo>
                    <a:pt x="714" y="715"/>
                  </a:lnTo>
                  <a:lnTo>
                    <a:pt x="754" y="656"/>
                  </a:lnTo>
                  <a:lnTo>
                    <a:pt x="794" y="576"/>
                  </a:lnTo>
                  <a:lnTo>
                    <a:pt x="814" y="497"/>
                  </a:lnTo>
                  <a:lnTo>
                    <a:pt x="833" y="417"/>
                  </a:lnTo>
                  <a:lnTo>
                    <a:pt x="814" y="338"/>
                  </a:lnTo>
                  <a:lnTo>
                    <a:pt x="794" y="259"/>
                  </a:lnTo>
                  <a:lnTo>
                    <a:pt x="754" y="179"/>
                  </a:lnTo>
                  <a:lnTo>
                    <a:pt x="714" y="120"/>
                  </a:lnTo>
                  <a:lnTo>
                    <a:pt x="635" y="60"/>
                  </a:lnTo>
                  <a:lnTo>
                    <a:pt x="575" y="21"/>
                  </a:lnTo>
                  <a:lnTo>
                    <a:pt x="4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3"/>
            <p:cNvSpPr/>
            <p:nvPr/>
          </p:nvSpPr>
          <p:spPr>
            <a:xfrm>
              <a:off x="5807575" y="709350"/>
              <a:ext cx="20850" cy="20875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318" y="1"/>
                  </a:moveTo>
                  <a:lnTo>
                    <a:pt x="238" y="21"/>
                  </a:lnTo>
                  <a:lnTo>
                    <a:pt x="179" y="60"/>
                  </a:lnTo>
                  <a:lnTo>
                    <a:pt x="119" y="120"/>
                  </a:lnTo>
                  <a:lnTo>
                    <a:pt x="60" y="179"/>
                  </a:lnTo>
                  <a:lnTo>
                    <a:pt x="20" y="259"/>
                  </a:lnTo>
                  <a:lnTo>
                    <a:pt x="0" y="338"/>
                  </a:lnTo>
                  <a:lnTo>
                    <a:pt x="0" y="417"/>
                  </a:lnTo>
                  <a:lnTo>
                    <a:pt x="0" y="497"/>
                  </a:lnTo>
                  <a:lnTo>
                    <a:pt x="20" y="576"/>
                  </a:lnTo>
                  <a:lnTo>
                    <a:pt x="60" y="656"/>
                  </a:lnTo>
                  <a:lnTo>
                    <a:pt x="119" y="715"/>
                  </a:lnTo>
                  <a:lnTo>
                    <a:pt x="179" y="755"/>
                  </a:lnTo>
                  <a:lnTo>
                    <a:pt x="238" y="794"/>
                  </a:lnTo>
                  <a:lnTo>
                    <a:pt x="318" y="834"/>
                  </a:lnTo>
                  <a:lnTo>
                    <a:pt x="496" y="834"/>
                  </a:lnTo>
                  <a:lnTo>
                    <a:pt x="576" y="794"/>
                  </a:lnTo>
                  <a:lnTo>
                    <a:pt x="635" y="755"/>
                  </a:lnTo>
                  <a:lnTo>
                    <a:pt x="695" y="715"/>
                  </a:lnTo>
                  <a:lnTo>
                    <a:pt x="754" y="656"/>
                  </a:lnTo>
                  <a:lnTo>
                    <a:pt x="794" y="576"/>
                  </a:lnTo>
                  <a:lnTo>
                    <a:pt x="814" y="497"/>
                  </a:lnTo>
                  <a:lnTo>
                    <a:pt x="833" y="417"/>
                  </a:lnTo>
                  <a:lnTo>
                    <a:pt x="814" y="338"/>
                  </a:lnTo>
                  <a:lnTo>
                    <a:pt x="794" y="259"/>
                  </a:lnTo>
                  <a:lnTo>
                    <a:pt x="754" y="179"/>
                  </a:lnTo>
                  <a:lnTo>
                    <a:pt x="695" y="120"/>
                  </a:lnTo>
                  <a:lnTo>
                    <a:pt x="635" y="60"/>
                  </a:lnTo>
                  <a:lnTo>
                    <a:pt x="576" y="21"/>
                  </a:lnTo>
                  <a:lnTo>
                    <a:pt x="4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3"/>
            <p:cNvSpPr/>
            <p:nvPr/>
          </p:nvSpPr>
          <p:spPr>
            <a:xfrm>
              <a:off x="5910250" y="709350"/>
              <a:ext cx="21350" cy="20875"/>
            </a:xfrm>
            <a:custGeom>
              <a:avLst/>
              <a:gdLst/>
              <a:ahLst/>
              <a:cxnLst/>
              <a:rect l="l" t="t" r="r" b="b"/>
              <a:pathLst>
                <a:path w="854" h="835" extrusionOk="0">
                  <a:moveTo>
                    <a:pt x="338" y="1"/>
                  </a:moveTo>
                  <a:lnTo>
                    <a:pt x="258" y="21"/>
                  </a:lnTo>
                  <a:lnTo>
                    <a:pt x="199" y="60"/>
                  </a:lnTo>
                  <a:lnTo>
                    <a:pt x="139" y="120"/>
                  </a:lnTo>
                  <a:lnTo>
                    <a:pt x="80" y="179"/>
                  </a:lnTo>
                  <a:lnTo>
                    <a:pt x="40" y="259"/>
                  </a:lnTo>
                  <a:lnTo>
                    <a:pt x="20" y="338"/>
                  </a:lnTo>
                  <a:lnTo>
                    <a:pt x="0" y="417"/>
                  </a:lnTo>
                  <a:lnTo>
                    <a:pt x="20" y="497"/>
                  </a:lnTo>
                  <a:lnTo>
                    <a:pt x="40" y="576"/>
                  </a:lnTo>
                  <a:lnTo>
                    <a:pt x="80" y="656"/>
                  </a:lnTo>
                  <a:lnTo>
                    <a:pt x="139" y="715"/>
                  </a:lnTo>
                  <a:lnTo>
                    <a:pt x="199" y="755"/>
                  </a:lnTo>
                  <a:lnTo>
                    <a:pt x="258" y="794"/>
                  </a:lnTo>
                  <a:lnTo>
                    <a:pt x="338" y="834"/>
                  </a:lnTo>
                  <a:lnTo>
                    <a:pt x="516" y="834"/>
                  </a:lnTo>
                  <a:lnTo>
                    <a:pt x="596" y="794"/>
                  </a:lnTo>
                  <a:lnTo>
                    <a:pt x="655" y="755"/>
                  </a:lnTo>
                  <a:lnTo>
                    <a:pt x="715" y="715"/>
                  </a:lnTo>
                  <a:lnTo>
                    <a:pt x="774" y="656"/>
                  </a:lnTo>
                  <a:lnTo>
                    <a:pt x="814" y="576"/>
                  </a:lnTo>
                  <a:lnTo>
                    <a:pt x="834" y="497"/>
                  </a:lnTo>
                  <a:lnTo>
                    <a:pt x="854" y="417"/>
                  </a:lnTo>
                  <a:lnTo>
                    <a:pt x="834" y="338"/>
                  </a:lnTo>
                  <a:lnTo>
                    <a:pt x="814" y="259"/>
                  </a:lnTo>
                  <a:lnTo>
                    <a:pt x="774" y="179"/>
                  </a:lnTo>
                  <a:lnTo>
                    <a:pt x="715" y="120"/>
                  </a:lnTo>
                  <a:lnTo>
                    <a:pt x="655" y="60"/>
                  </a:lnTo>
                  <a:lnTo>
                    <a:pt x="596" y="21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3"/>
            <p:cNvSpPr/>
            <p:nvPr/>
          </p:nvSpPr>
          <p:spPr>
            <a:xfrm>
              <a:off x="6013425" y="709350"/>
              <a:ext cx="20850" cy="20875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338" y="1"/>
                  </a:moveTo>
                  <a:lnTo>
                    <a:pt x="258" y="21"/>
                  </a:lnTo>
                  <a:lnTo>
                    <a:pt x="199" y="60"/>
                  </a:lnTo>
                  <a:lnTo>
                    <a:pt x="120" y="120"/>
                  </a:lnTo>
                  <a:lnTo>
                    <a:pt x="80" y="179"/>
                  </a:lnTo>
                  <a:lnTo>
                    <a:pt x="40" y="259"/>
                  </a:lnTo>
                  <a:lnTo>
                    <a:pt x="20" y="338"/>
                  </a:lnTo>
                  <a:lnTo>
                    <a:pt x="0" y="417"/>
                  </a:lnTo>
                  <a:lnTo>
                    <a:pt x="20" y="497"/>
                  </a:lnTo>
                  <a:lnTo>
                    <a:pt x="40" y="576"/>
                  </a:lnTo>
                  <a:lnTo>
                    <a:pt x="80" y="656"/>
                  </a:lnTo>
                  <a:lnTo>
                    <a:pt x="120" y="715"/>
                  </a:lnTo>
                  <a:lnTo>
                    <a:pt x="199" y="755"/>
                  </a:lnTo>
                  <a:lnTo>
                    <a:pt x="258" y="794"/>
                  </a:lnTo>
                  <a:lnTo>
                    <a:pt x="338" y="834"/>
                  </a:lnTo>
                  <a:lnTo>
                    <a:pt x="516" y="834"/>
                  </a:lnTo>
                  <a:lnTo>
                    <a:pt x="596" y="794"/>
                  </a:lnTo>
                  <a:lnTo>
                    <a:pt x="655" y="755"/>
                  </a:lnTo>
                  <a:lnTo>
                    <a:pt x="715" y="715"/>
                  </a:lnTo>
                  <a:lnTo>
                    <a:pt x="774" y="656"/>
                  </a:lnTo>
                  <a:lnTo>
                    <a:pt x="814" y="576"/>
                  </a:lnTo>
                  <a:lnTo>
                    <a:pt x="834" y="497"/>
                  </a:lnTo>
                  <a:lnTo>
                    <a:pt x="834" y="417"/>
                  </a:lnTo>
                  <a:lnTo>
                    <a:pt x="834" y="338"/>
                  </a:lnTo>
                  <a:lnTo>
                    <a:pt x="814" y="259"/>
                  </a:lnTo>
                  <a:lnTo>
                    <a:pt x="774" y="179"/>
                  </a:lnTo>
                  <a:lnTo>
                    <a:pt x="715" y="120"/>
                  </a:lnTo>
                  <a:lnTo>
                    <a:pt x="655" y="60"/>
                  </a:lnTo>
                  <a:lnTo>
                    <a:pt x="596" y="21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3"/>
            <p:cNvSpPr/>
            <p:nvPr/>
          </p:nvSpPr>
          <p:spPr>
            <a:xfrm>
              <a:off x="6116600" y="709350"/>
              <a:ext cx="20850" cy="20875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338" y="1"/>
                  </a:moveTo>
                  <a:lnTo>
                    <a:pt x="259" y="21"/>
                  </a:lnTo>
                  <a:lnTo>
                    <a:pt x="199" y="60"/>
                  </a:lnTo>
                  <a:lnTo>
                    <a:pt x="120" y="120"/>
                  </a:lnTo>
                  <a:lnTo>
                    <a:pt x="80" y="179"/>
                  </a:lnTo>
                  <a:lnTo>
                    <a:pt x="40" y="259"/>
                  </a:lnTo>
                  <a:lnTo>
                    <a:pt x="20" y="338"/>
                  </a:lnTo>
                  <a:lnTo>
                    <a:pt x="1" y="417"/>
                  </a:lnTo>
                  <a:lnTo>
                    <a:pt x="20" y="497"/>
                  </a:lnTo>
                  <a:lnTo>
                    <a:pt x="40" y="576"/>
                  </a:lnTo>
                  <a:lnTo>
                    <a:pt x="80" y="656"/>
                  </a:lnTo>
                  <a:lnTo>
                    <a:pt x="120" y="715"/>
                  </a:lnTo>
                  <a:lnTo>
                    <a:pt x="199" y="755"/>
                  </a:lnTo>
                  <a:lnTo>
                    <a:pt x="259" y="794"/>
                  </a:lnTo>
                  <a:lnTo>
                    <a:pt x="338" y="834"/>
                  </a:lnTo>
                  <a:lnTo>
                    <a:pt x="516" y="834"/>
                  </a:lnTo>
                  <a:lnTo>
                    <a:pt x="576" y="794"/>
                  </a:lnTo>
                  <a:lnTo>
                    <a:pt x="655" y="755"/>
                  </a:lnTo>
                  <a:lnTo>
                    <a:pt x="715" y="715"/>
                  </a:lnTo>
                  <a:lnTo>
                    <a:pt x="774" y="656"/>
                  </a:lnTo>
                  <a:lnTo>
                    <a:pt x="814" y="576"/>
                  </a:lnTo>
                  <a:lnTo>
                    <a:pt x="834" y="497"/>
                  </a:lnTo>
                  <a:lnTo>
                    <a:pt x="834" y="417"/>
                  </a:lnTo>
                  <a:lnTo>
                    <a:pt x="834" y="338"/>
                  </a:lnTo>
                  <a:lnTo>
                    <a:pt x="814" y="259"/>
                  </a:lnTo>
                  <a:lnTo>
                    <a:pt x="774" y="179"/>
                  </a:lnTo>
                  <a:lnTo>
                    <a:pt x="715" y="120"/>
                  </a:lnTo>
                  <a:lnTo>
                    <a:pt x="655" y="60"/>
                  </a:lnTo>
                  <a:lnTo>
                    <a:pt x="576" y="21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3"/>
            <p:cNvSpPr/>
            <p:nvPr/>
          </p:nvSpPr>
          <p:spPr>
            <a:xfrm>
              <a:off x="6219775" y="709350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338" y="1"/>
                  </a:moveTo>
                  <a:lnTo>
                    <a:pt x="259" y="21"/>
                  </a:lnTo>
                  <a:lnTo>
                    <a:pt x="179" y="60"/>
                  </a:lnTo>
                  <a:lnTo>
                    <a:pt x="120" y="120"/>
                  </a:lnTo>
                  <a:lnTo>
                    <a:pt x="80" y="179"/>
                  </a:lnTo>
                  <a:lnTo>
                    <a:pt x="40" y="259"/>
                  </a:lnTo>
                  <a:lnTo>
                    <a:pt x="21" y="338"/>
                  </a:lnTo>
                  <a:lnTo>
                    <a:pt x="1" y="417"/>
                  </a:lnTo>
                  <a:lnTo>
                    <a:pt x="21" y="497"/>
                  </a:lnTo>
                  <a:lnTo>
                    <a:pt x="40" y="576"/>
                  </a:lnTo>
                  <a:lnTo>
                    <a:pt x="80" y="656"/>
                  </a:lnTo>
                  <a:lnTo>
                    <a:pt x="120" y="715"/>
                  </a:lnTo>
                  <a:lnTo>
                    <a:pt x="179" y="755"/>
                  </a:lnTo>
                  <a:lnTo>
                    <a:pt x="259" y="794"/>
                  </a:lnTo>
                  <a:lnTo>
                    <a:pt x="338" y="834"/>
                  </a:lnTo>
                  <a:lnTo>
                    <a:pt x="497" y="834"/>
                  </a:lnTo>
                  <a:lnTo>
                    <a:pt x="576" y="794"/>
                  </a:lnTo>
                  <a:lnTo>
                    <a:pt x="655" y="755"/>
                  </a:lnTo>
                  <a:lnTo>
                    <a:pt x="715" y="715"/>
                  </a:lnTo>
                  <a:lnTo>
                    <a:pt x="775" y="656"/>
                  </a:lnTo>
                  <a:lnTo>
                    <a:pt x="814" y="576"/>
                  </a:lnTo>
                  <a:lnTo>
                    <a:pt x="834" y="497"/>
                  </a:lnTo>
                  <a:lnTo>
                    <a:pt x="834" y="417"/>
                  </a:lnTo>
                  <a:lnTo>
                    <a:pt x="834" y="338"/>
                  </a:lnTo>
                  <a:lnTo>
                    <a:pt x="814" y="259"/>
                  </a:lnTo>
                  <a:lnTo>
                    <a:pt x="775" y="179"/>
                  </a:lnTo>
                  <a:lnTo>
                    <a:pt x="715" y="120"/>
                  </a:lnTo>
                  <a:lnTo>
                    <a:pt x="655" y="60"/>
                  </a:lnTo>
                  <a:lnTo>
                    <a:pt x="576" y="21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3"/>
            <p:cNvSpPr/>
            <p:nvPr/>
          </p:nvSpPr>
          <p:spPr>
            <a:xfrm>
              <a:off x="6322950" y="709350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338" y="1"/>
                  </a:moveTo>
                  <a:lnTo>
                    <a:pt x="259" y="21"/>
                  </a:lnTo>
                  <a:lnTo>
                    <a:pt x="179" y="60"/>
                  </a:lnTo>
                  <a:lnTo>
                    <a:pt x="120" y="120"/>
                  </a:lnTo>
                  <a:lnTo>
                    <a:pt x="80" y="179"/>
                  </a:lnTo>
                  <a:lnTo>
                    <a:pt x="40" y="259"/>
                  </a:lnTo>
                  <a:lnTo>
                    <a:pt x="1" y="338"/>
                  </a:lnTo>
                  <a:lnTo>
                    <a:pt x="1" y="417"/>
                  </a:lnTo>
                  <a:lnTo>
                    <a:pt x="1" y="497"/>
                  </a:lnTo>
                  <a:lnTo>
                    <a:pt x="40" y="576"/>
                  </a:lnTo>
                  <a:lnTo>
                    <a:pt x="80" y="656"/>
                  </a:lnTo>
                  <a:lnTo>
                    <a:pt x="120" y="715"/>
                  </a:lnTo>
                  <a:lnTo>
                    <a:pt x="179" y="755"/>
                  </a:lnTo>
                  <a:lnTo>
                    <a:pt x="259" y="794"/>
                  </a:lnTo>
                  <a:lnTo>
                    <a:pt x="338" y="834"/>
                  </a:lnTo>
                  <a:lnTo>
                    <a:pt x="497" y="834"/>
                  </a:lnTo>
                  <a:lnTo>
                    <a:pt x="576" y="794"/>
                  </a:lnTo>
                  <a:lnTo>
                    <a:pt x="656" y="755"/>
                  </a:lnTo>
                  <a:lnTo>
                    <a:pt x="715" y="715"/>
                  </a:lnTo>
                  <a:lnTo>
                    <a:pt x="775" y="656"/>
                  </a:lnTo>
                  <a:lnTo>
                    <a:pt x="814" y="576"/>
                  </a:lnTo>
                  <a:lnTo>
                    <a:pt x="834" y="497"/>
                  </a:lnTo>
                  <a:lnTo>
                    <a:pt x="834" y="417"/>
                  </a:lnTo>
                  <a:lnTo>
                    <a:pt x="834" y="338"/>
                  </a:lnTo>
                  <a:lnTo>
                    <a:pt x="814" y="259"/>
                  </a:lnTo>
                  <a:lnTo>
                    <a:pt x="775" y="179"/>
                  </a:lnTo>
                  <a:lnTo>
                    <a:pt x="715" y="120"/>
                  </a:lnTo>
                  <a:lnTo>
                    <a:pt x="656" y="60"/>
                  </a:lnTo>
                  <a:lnTo>
                    <a:pt x="576" y="21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3"/>
            <p:cNvSpPr/>
            <p:nvPr/>
          </p:nvSpPr>
          <p:spPr>
            <a:xfrm>
              <a:off x="6426125" y="709350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338" y="1"/>
                  </a:moveTo>
                  <a:lnTo>
                    <a:pt x="259" y="21"/>
                  </a:lnTo>
                  <a:lnTo>
                    <a:pt x="179" y="60"/>
                  </a:lnTo>
                  <a:lnTo>
                    <a:pt x="120" y="120"/>
                  </a:lnTo>
                  <a:lnTo>
                    <a:pt x="80" y="179"/>
                  </a:lnTo>
                  <a:lnTo>
                    <a:pt x="41" y="259"/>
                  </a:lnTo>
                  <a:lnTo>
                    <a:pt x="1" y="338"/>
                  </a:lnTo>
                  <a:lnTo>
                    <a:pt x="1" y="417"/>
                  </a:lnTo>
                  <a:lnTo>
                    <a:pt x="1" y="497"/>
                  </a:lnTo>
                  <a:lnTo>
                    <a:pt x="41" y="576"/>
                  </a:lnTo>
                  <a:lnTo>
                    <a:pt x="80" y="656"/>
                  </a:lnTo>
                  <a:lnTo>
                    <a:pt x="120" y="715"/>
                  </a:lnTo>
                  <a:lnTo>
                    <a:pt x="179" y="755"/>
                  </a:lnTo>
                  <a:lnTo>
                    <a:pt x="259" y="794"/>
                  </a:lnTo>
                  <a:lnTo>
                    <a:pt x="338" y="834"/>
                  </a:lnTo>
                  <a:lnTo>
                    <a:pt x="497" y="834"/>
                  </a:lnTo>
                  <a:lnTo>
                    <a:pt x="576" y="794"/>
                  </a:lnTo>
                  <a:lnTo>
                    <a:pt x="656" y="755"/>
                  </a:lnTo>
                  <a:lnTo>
                    <a:pt x="715" y="715"/>
                  </a:lnTo>
                  <a:lnTo>
                    <a:pt x="755" y="656"/>
                  </a:lnTo>
                  <a:lnTo>
                    <a:pt x="795" y="576"/>
                  </a:lnTo>
                  <a:lnTo>
                    <a:pt x="834" y="497"/>
                  </a:lnTo>
                  <a:lnTo>
                    <a:pt x="834" y="417"/>
                  </a:lnTo>
                  <a:lnTo>
                    <a:pt x="834" y="338"/>
                  </a:lnTo>
                  <a:lnTo>
                    <a:pt x="795" y="259"/>
                  </a:lnTo>
                  <a:lnTo>
                    <a:pt x="755" y="179"/>
                  </a:lnTo>
                  <a:lnTo>
                    <a:pt x="715" y="120"/>
                  </a:lnTo>
                  <a:lnTo>
                    <a:pt x="656" y="60"/>
                  </a:lnTo>
                  <a:lnTo>
                    <a:pt x="576" y="21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3"/>
            <p:cNvSpPr/>
            <p:nvPr/>
          </p:nvSpPr>
          <p:spPr>
            <a:xfrm>
              <a:off x="4674100" y="826925"/>
              <a:ext cx="18875" cy="19375"/>
            </a:xfrm>
            <a:custGeom>
              <a:avLst/>
              <a:gdLst/>
              <a:ahLst/>
              <a:cxnLst/>
              <a:rect l="l" t="t" r="r" b="b"/>
              <a:pathLst>
                <a:path w="755" h="775" extrusionOk="0">
                  <a:moveTo>
                    <a:pt x="378" y="0"/>
                  </a:moveTo>
                  <a:lnTo>
                    <a:pt x="298" y="20"/>
                  </a:lnTo>
                  <a:lnTo>
                    <a:pt x="219" y="40"/>
                  </a:lnTo>
                  <a:lnTo>
                    <a:pt x="159" y="80"/>
                  </a:lnTo>
                  <a:lnTo>
                    <a:pt x="100" y="119"/>
                  </a:lnTo>
                  <a:lnTo>
                    <a:pt x="60" y="179"/>
                  </a:lnTo>
                  <a:lnTo>
                    <a:pt x="20" y="238"/>
                  </a:lnTo>
                  <a:lnTo>
                    <a:pt x="1" y="318"/>
                  </a:lnTo>
                  <a:lnTo>
                    <a:pt x="1" y="397"/>
                  </a:lnTo>
                  <a:lnTo>
                    <a:pt x="1" y="457"/>
                  </a:lnTo>
                  <a:lnTo>
                    <a:pt x="20" y="536"/>
                  </a:lnTo>
                  <a:lnTo>
                    <a:pt x="60" y="596"/>
                  </a:lnTo>
                  <a:lnTo>
                    <a:pt x="100" y="655"/>
                  </a:lnTo>
                  <a:lnTo>
                    <a:pt x="159" y="695"/>
                  </a:lnTo>
                  <a:lnTo>
                    <a:pt x="219" y="734"/>
                  </a:lnTo>
                  <a:lnTo>
                    <a:pt x="298" y="754"/>
                  </a:lnTo>
                  <a:lnTo>
                    <a:pt x="378" y="774"/>
                  </a:lnTo>
                  <a:lnTo>
                    <a:pt x="457" y="754"/>
                  </a:lnTo>
                  <a:lnTo>
                    <a:pt x="516" y="734"/>
                  </a:lnTo>
                  <a:lnTo>
                    <a:pt x="576" y="695"/>
                  </a:lnTo>
                  <a:lnTo>
                    <a:pt x="635" y="655"/>
                  </a:lnTo>
                  <a:lnTo>
                    <a:pt x="695" y="596"/>
                  </a:lnTo>
                  <a:lnTo>
                    <a:pt x="715" y="536"/>
                  </a:lnTo>
                  <a:lnTo>
                    <a:pt x="735" y="457"/>
                  </a:lnTo>
                  <a:lnTo>
                    <a:pt x="754" y="397"/>
                  </a:lnTo>
                  <a:lnTo>
                    <a:pt x="735" y="318"/>
                  </a:lnTo>
                  <a:lnTo>
                    <a:pt x="715" y="238"/>
                  </a:lnTo>
                  <a:lnTo>
                    <a:pt x="695" y="179"/>
                  </a:lnTo>
                  <a:lnTo>
                    <a:pt x="635" y="119"/>
                  </a:lnTo>
                  <a:lnTo>
                    <a:pt x="576" y="80"/>
                  </a:lnTo>
                  <a:lnTo>
                    <a:pt x="516" y="40"/>
                  </a:lnTo>
                  <a:lnTo>
                    <a:pt x="457" y="20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3"/>
            <p:cNvSpPr/>
            <p:nvPr/>
          </p:nvSpPr>
          <p:spPr>
            <a:xfrm>
              <a:off x="4776775" y="826925"/>
              <a:ext cx="19375" cy="19375"/>
            </a:xfrm>
            <a:custGeom>
              <a:avLst/>
              <a:gdLst/>
              <a:ahLst/>
              <a:cxnLst/>
              <a:rect l="l" t="t" r="r" b="b"/>
              <a:pathLst>
                <a:path w="775" h="775" extrusionOk="0">
                  <a:moveTo>
                    <a:pt x="398" y="0"/>
                  </a:moveTo>
                  <a:lnTo>
                    <a:pt x="318" y="20"/>
                  </a:lnTo>
                  <a:lnTo>
                    <a:pt x="239" y="40"/>
                  </a:lnTo>
                  <a:lnTo>
                    <a:pt x="179" y="80"/>
                  </a:lnTo>
                  <a:lnTo>
                    <a:pt x="120" y="119"/>
                  </a:lnTo>
                  <a:lnTo>
                    <a:pt x="80" y="179"/>
                  </a:lnTo>
                  <a:lnTo>
                    <a:pt x="40" y="238"/>
                  </a:lnTo>
                  <a:lnTo>
                    <a:pt x="21" y="318"/>
                  </a:lnTo>
                  <a:lnTo>
                    <a:pt x="1" y="397"/>
                  </a:lnTo>
                  <a:lnTo>
                    <a:pt x="21" y="457"/>
                  </a:lnTo>
                  <a:lnTo>
                    <a:pt x="40" y="536"/>
                  </a:lnTo>
                  <a:lnTo>
                    <a:pt x="80" y="596"/>
                  </a:lnTo>
                  <a:lnTo>
                    <a:pt x="120" y="655"/>
                  </a:lnTo>
                  <a:lnTo>
                    <a:pt x="179" y="695"/>
                  </a:lnTo>
                  <a:lnTo>
                    <a:pt x="239" y="734"/>
                  </a:lnTo>
                  <a:lnTo>
                    <a:pt x="318" y="754"/>
                  </a:lnTo>
                  <a:lnTo>
                    <a:pt x="398" y="774"/>
                  </a:lnTo>
                  <a:lnTo>
                    <a:pt x="457" y="754"/>
                  </a:lnTo>
                  <a:lnTo>
                    <a:pt x="536" y="734"/>
                  </a:lnTo>
                  <a:lnTo>
                    <a:pt x="596" y="695"/>
                  </a:lnTo>
                  <a:lnTo>
                    <a:pt x="656" y="655"/>
                  </a:lnTo>
                  <a:lnTo>
                    <a:pt x="695" y="596"/>
                  </a:lnTo>
                  <a:lnTo>
                    <a:pt x="735" y="536"/>
                  </a:lnTo>
                  <a:lnTo>
                    <a:pt x="755" y="457"/>
                  </a:lnTo>
                  <a:lnTo>
                    <a:pt x="775" y="397"/>
                  </a:lnTo>
                  <a:lnTo>
                    <a:pt x="755" y="318"/>
                  </a:lnTo>
                  <a:lnTo>
                    <a:pt x="735" y="238"/>
                  </a:lnTo>
                  <a:lnTo>
                    <a:pt x="695" y="179"/>
                  </a:lnTo>
                  <a:lnTo>
                    <a:pt x="656" y="119"/>
                  </a:lnTo>
                  <a:lnTo>
                    <a:pt x="596" y="80"/>
                  </a:lnTo>
                  <a:lnTo>
                    <a:pt x="536" y="40"/>
                  </a:lnTo>
                  <a:lnTo>
                    <a:pt x="457" y="20"/>
                  </a:lnTo>
                  <a:lnTo>
                    <a:pt x="3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3"/>
            <p:cNvSpPr/>
            <p:nvPr/>
          </p:nvSpPr>
          <p:spPr>
            <a:xfrm>
              <a:off x="4879950" y="826925"/>
              <a:ext cx="19375" cy="19375"/>
            </a:xfrm>
            <a:custGeom>
              <a:avLst/>
              <a:gdLst/>
              <a:ahLst/>
              <a:cxnLst/>
              <a:rect l="l" t="t" r="r" b="b"/>
              <a:pathLst>
                <a:path w="775" h="775" extrusionOk="0">
                  <a:moveTo>
                    <a:pt x="378" y="0"/>
                  </a:moveTo>
                  <a:lnTo>
                    <a:pt x="318" y="20"/>
                  </a:lnTo>
                  <a:lnTo>
                    <a:pt x="239" y="40"/>
                  </a:lnTo>
                  <a:lnTo>
                    <a:pt x="179" y="80"/>
                  </a:lnTo>
                  <a:lnTo>
                    <a:pt x="120" y="119"/>
                  </a:lnTo>
                  <a:lnTo>
                    <a:pt x="80" y="179"/>
                  </a:lnTo>
                  <a:lnTo>
                    <a:pt x="41" y="238"/>
                  </a:lnTo>
                  <a:lnTo>
                    <a:pt x="21" y="318"/>
                  </a:lnTo>
                  <a:lnTo>
                    <a:pt x="1" y="397"/>
                  </a:lnTo>
                  <a:lnTo>
                    <a:pt x="21" y="457"/>
                  </a:lnTo>
                  <a:lnTo>
                    <a:pt x="41" y="536"/>
                  </a:lnTo>
                  <a:lnTo>
                    <a:pt x="80" y="596"/>
                  </a:lnTo>
                  <a:lnTo>
                    <a:pt x="120" y="655"/>
                  </a:lnTo>
                  <a:lnTo>
                    <a:pt x="179" y="695"/>
                  </a:lnTo>
                  <a:lnTo>
                    <a:pt x="239" y="734"/>
                  </a:lnTo>
                  <a:lnTo>
                    <a:pt x="318" y="754"/>
                  </a:lnTo>
                  <a:lnTo>
                    <a:pt x="378" y="774"/>
                  </a:lnTo>
                  <a:lnTo>
                    <a:pt x="457" y="754"/>
                  </a:lnTo>
                  <a:lnTo>
                    <a:pt x="537" y="734"/>
                  </a:lnTo>
                  <a:lnTo>
                    <a:pt x="596" y="695"/>
                  </a:lnTo>
                  <a:lnTo>
                    <a:pt x="656" y="655"/>
                  </a:lnTo>
                  <a:lnTo>
                    <a:pt x="695" y="596"/>
                  </a:lnTo>
                  <a:lnTo>
                    <a:pt x="735" y="536"/>
                  </a:lnTo>
                  <a:lnTo>
                    <a:pt x="755" y="457"/>
                  </a:lnTo>
                  <a:lnTo>
                    <a:pt x="775" y="397"/>
                  </a:lnTo>
                  <a:lnTo>
                    <a:pt x="755" y="318"/>
                  </a:lnTo>
                  <a:lnTo>
                    <a:pt x="735" y="238"/>
                  </a:lnTo>
                  <a:lnTo>
                    <a:pt x="695" y="179"/>
                  </a:lnTo>
                  <a:lnTo>
                    <a:pt x="656" y="119"/>
                  </a:lnTo>
                  <a:lnTo>
                    <a:pt x="596" y="80"/>
                  </a:lnTo>
                  <a:lnTo>
                    <a:pt x="537" y="40"/>
                  </a:lnTo>
                  <a:lnTo>
                    <a:pt x="457" y="20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3"/>
            <p:cNvSpPr/>
            <p:nvPr/>
          </p:nvSpPr>
          <p:spPr>
            <a:xfrm>
              <a:off x="4983125" y="826925"/>
              <a:ext cx="19375" cy="19375"/>
            </a:xfrm>
            <a:custGeom>
              <a:avLst/>
              <a:gdLst/>
              <a:ahLst/>
              <a:cxnLst/>
              <a:rect l="l" t="t" r="r" b="b"/>
              <a:pathLst>
                <a:path w="775" h="775" extrusionOk="0">
                  <a:moveTo>
                    <a:pt x="378" y="0"/>
                  </a:moveTo>
                  <a:lnTo>
                    <a:pt x="318" y="20"/>
                  </a:lnTo>
                  <a:lnTo>
                    <a:pt x="239" y="40"/>
                  </a:lnTo>
                  <a:lnTo>
                    <a:pt x="180" y="80"/>
                  </a:lnTo>
                  <a:lnTo>
                    <a:pt x="120" y="119"/>
                  </a:lnTo>
                  <a:lnTo>
                    <a:pt x="61" y="179"/>
                  </a:lnTo>
                  <a:lnTo>
                    <a:pt x="41" y="238"/>
                  </a:lnTo>
                  <a:lnTo>
                    <a:pt x="21" y="318"/>
                  </a:lnTo>
                  <a:lnTo>
                    <a:pt x="1" y="397"/>
                  </a:lnTo>
                  <a:lnTo>
                    <a:pt x="21" y="457"/>
                  </a:lnTo>
                  <a:lnTo>
                    <a:pt x="41" y="536"/>
                  </a:lnTo>
                  <a:lnTo>
                    <a:pt x="61" y="596"/>
                  </a:lnTo>
                  <a:lnTo>
                    <a:pt x="120" y="655"/>
                  </a:lnTo>
                  <a:lnTo>
                    <a:pt x="180" y="695"/>
                  </a:lnTo>
                  <a:lnTo>
                    <a:pt x="239" y="734"/>
                  </a:lnTo>
                  <a:lnTo>
                    <a:pt x="318" y="754"/>
                  </a:lnTo>
                  <a:lnTo>
                    <a:pt x="378" y="774"/>
                  </a:lnTo>
                  <a:lnTo>
                    <a:pt x="457" y="754"/>
                  </a:lnTo>
                  <a:lnTo>
                    <a:pt x="537" y="734"/>
                  </a:lnTo>
                  <a:lnTo>
                    <a:pt x="596" y="695"/>
                  </a:lnTo>
                  <a:lnTo>
                    <a:pt x="656" y="655"/>
                  </a:lnTo>
                  <a:lnTo>
                    <a:pt x="695" y="596"/>
                  </a:lnTo>
                  <a:lnTo>
                    <a:pt x="735" y="536"/>
                  </a:lnTo>
                  <a:lnTo>
                    <a:pt x="755" y="457"/>
                  </a:lnTo>
                  <a:lnTo>
                    <a:pt x="775" y="397"/>
                  </a:lnTo>
                  <a:lnTo>
                    <a:pt x="755" y="318"/>
                  </a:lnTo>
                  <a:lnTo>
                    <a:pt x="735" y="238"/>
                  </a:lnTo>
                  <a:lnTo>
                    <a:pt x="695" y="179"/>
                  </a:lnTo>
                  <a:lnTo>
                    <a:pt x="656" y="119"/>
                  </a:lnTo>
                  <a:lnTo>
                    <a:pt x="596" y="80"/>
                  </a:lnTo>
                  <a:lnTo>
                    <a:pt x="537" y="40"/>
                  </a:lnTo>
                  <a:lnTo>
                    <a:pt x="457" y="20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3"/>
            <p:cNvSpPr/>
            <p:nvPr/>
          </p:nvSpPr>
          <p:spPr>
            <a:xfrm>
              <a:off x="5086325" y="826925"/>
              <a:ext cx="18875" cy="19375"/>
            </a:xfrm>
            <a:custGeom>
              <a:avLst/>
              <a:gdLst/>
              <a:ahLst/>
              <a:cxnLst/>
              <a:rect l="l" t="t" r="r" b="b"/>
              <a:pathLst>
                <a:path w="755" h="775" extrusionOk="0">
                  <a:moveTo>
                    <a:pt x="377" y="0"/>
                  </a:moveTo>
                  <a:lnTo>
                    <a:pt x="298" y="20"/>
                  </a:lnTo>
                  <a:lnTo>
                    <a:pt x="238" y="40"/>
                  </a:lnTo>
                  <a:lnTo>
                    <a:pt x="179" y="80"/>
                  </a:lnTo>
                  <a:lnTo>
                    <a:pt x="119" y="119"/>
                  </a:lnTo>
                  <a:lnTo>
                    <a:pt x="60" y="179"/>
                  </a:lnTo>
                  <a:lnTo>
                    <a:pt x="40" y="238"/>
                  </a:lnTo>
                  <a:lnTo>
                    <a:pt x="20" y="318"/>
                  </a:lnTo>
                  <a:lnTo>
                    <a:pt x="0" y="397"/>
                  </a:lnTo>
                  <a:lnTo>
                    <a:pt x="20" y="457"/>
                  </a:lnTo>
                  <a:lnTo>
                    <a:pt x="40" y="536"/>
                  </a:lnTo>
                  <a:lnTo>
                    <a:pt x="60" y="596"/>
                  </a:lnTo>
                  <a:lnTo>
                    <a:pt x="119" y="655"/>
                  </a:lnTo>
                  <a:lnTo>
                    <a:pt x="179" y="695"/>
                  </a:lnTo>
                  <a:lnTo>
                    <a:pt x="238" y="734"/>
                  </a:lnTo>
                  <a:lnTo>
                    <a:pt x="298" y="754"/>
                  </a:lnTo>
                  <a:lnTo>
                    <a:pt x="377" y="774"/>
                  </a:lnTo>
                  <a:lnTo>
                    <a:pt x="456" y="754"/>
                  </a:lnTo>
                  <a:lnTo>
                    <a:pt x="536" y="734"/>
                  </a:lnTo>
                  <a:lnTo>
                    <a:pt x="595" y="695"/>
                  </a:lnTo>
                  <a:lnTo>
                    <a:pt x="655" y="655"/>
                  </a:lnTo>
                  <a:lnTo>
                    <a:pt x="695" y="596"/>
                  </a:lnTo>
                  <a:lnTo>
                    <a:pt x="734" y="536"/>
                  </a:lnTo>
                  <a:lnTo>
                    <a:pt x="754" y="457"/>
                  </a:lnTo>
                  <a:lnTo>
                    <a:pt x="754" y="397"/>
                  </a:lnTo>
                  <a:lnTo>
                    <a:pt x="754" y="318"/>
                  </a:lnTo>
                  <a:lnTo>
                    <a:pt x="734" y="238"/>
                  </a:lnTo>
                  <a:lnTo>
                    <a:pt x="695" y="179"/>
                  </a:lnTo>
                  <a:lnTo>
                    <a:pt x="655" y="119"/>
                  </a:lnTo>
                  <a:lnTo>
                    <a:pt x="595" y="80"/>
                  </a:lnTo>
                  <a:lnTo>
                    <a:pt x="536" y="40"/>
                  </a:lnTo>
                  <a:lnTo>
                    <a:pt x="456" y="20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3"/>
            <p:cNvSpPr/>
            <p:nvPr/>
          </p:nvSpPr>
          <p:spPr>
            <a:xfrm>
              <a:off x="5189500" y="826925"/>
              <a:ext cx="18875" cy="19375"/>
            </a:xfrm>
            <a:custGeom>
              <a:avLst/>
              <a:gdLst/>
              <a:ahLst/>
              <a:cxnLst/>
              <a:rect l="l" t="t" r="r" b="b"/>
              <a:pathLst>
                <a:path w="755" h="775" extrusionOk="0">
                  <a:moveTo>
                    <a:pt x="377" y="0"/>
                  </a:moveTo>
                  <a:lnTo>
                    <a:pt x="298" y="20"/>
                  </a:lnTo>
                  <a:lnTo>
                    <a:pt x="238" y="40"/>
                  </a:lnTo>
                  <a:lnTo>
                    <a:pt x="159" y="80"/>
                  </a:lnTo>
                  <a:lnTo>
                    <a:pt x="119" y="119"/>
                  </a:lnTo>
                  <a:lnTo>
                    <a:pt x="60" y="179"/>
                  </a:lnTo>
                  <a:lnTo>
                    <a:pt x="40" y="238"/>
                  </a:lnTo>
                  <a:lnTo>
                    <a:pt x="0" y="318"/>
                  </a:lnTo>
                  <a:lnTo>
                    <a:pt x="0" y="397"/>
                  </a:lnTo>
                  <a:lnTo>
                    <a:pt x="0" y="457"/>
                  </a:lnTo>
                  <a:lnTo>
                    <a:pt x="40" y="536"/>
                  </a:lnTo>
                  <a:lnTo>
                    <a:pt x="60" y="596"/>
                  </a:lnTo>
                  <a:lnTo>
                    <a:pt x="119" y="655"/>
                  </a:lnTo>
                  <a:lnTo>
                    <a:pt x="159" y="695"/>
                  </a:lnTo>
                  <a:lnTo>
                    <a:pt x="238" y="734"/>
                  </a:lnTo>
                  <a:lnTo>
                    <a:pt x="298" y="754"/>
                  </a:lnTo>
                  <a:lnTo>
                    <a:pt x="377" y="774"/>
                  </a:lnTo>
                  <a:lnTo>
                    <a:pt x="457" y="754"/>
                  </a:lnTo>
                  <a:lnTo>
                    <a:pt x="536" y="734"/>
                  </a:lnTo>
                  <a:lnTo>
                    <a:pt x="595" y="695"/>
                  </a:lnTo>
                  <a:lnTo>
                    <a:pt x="655" y="655"/>
                  </a:lnTo>
                  <a:lnTo>
                    <a:pt x="695" y="596"/>
                  </a:lnTo>
                  <a:lnTo>
                    <a:pt x="734" y="536"/>
                  </a:lnTo>
                  <a:lnTo>
                    <a:pt x="754" y="457"/>
                  </a:lnTo>
                  <a:lnTo>
                    <a:pt x="754" y="397"/>
                  </a:lnTo>
                  <a:lnTo>
                    <a:pt x="754" y="318"/>
                  </a:lnTo>
                  <a:lnTo>
                    <a:pt x="734" y="238"/>
                  </a:lnTo>
                  <a:lnTo>
                    <a:pt x="695" y="179"/>
                  </a:lnTo>
                  <a:lnTo>
                    <a:pt x="655" y="119"/>
                  </a:lnTo>
                  <a:lnTo>
                    <a:pt x="595" y="80"/>
                  </a:lnTo>
                  <a:lnTo>
                    <a:pt x="536" y="40"/>
                  </a:lnTo>
                  <a:lnTo>
                    <a:pt x="457" y="20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3"/>
            <p:cNvSpPr/>
            <p:nvPr/>
          </p:nvSpPr>
          <p:spPr>
            <a:xfrm>
              <a:off x="5292675" y="826925"/>
              <a:ext cx="18875" cy="19375"/>
            </a:xfrm>
            <a:custGeom>
              <a:avLst/>
              <a:gdLst/>
              <a:ahLst/>
              <a:cxnLst/>
              <a:rect l="l" t="t" r="r" b="b"/>
              <a:pathLst>
                <a:path w="755" h="775" extrusionOk="0">
                  <a:moveTo>
                    <a:pt x="377" y="0"/>
                  </a:moveTo>
                  <a:lnTo>
                    <a:pt x="298" y="20"/>
                  </a:lnTo>
                  <a:lnTo>
                    <a:pt x="238" y="40"/>
                  </a:lnTo>
                  <a:lnTo>
                    <a:pt x="159" y="80"/>
                  </a:lnTo>
                  <a:lnTo>
                    <a:pt x="119" y="119"/>
                  </a:lnTo>
                  <a:lnTo>
                    <a:pt x="60" y="179"/>
                  </a:lnTo>
                  <a:lnTo>
                    <a:pt x="20" y="238"/>
                  </a:lnTo>
                  <a:lnTo>
                    <a:pt x="0" y="318"/>
                  </a:lnTo>
                  <a:lnTo>
                    <a:pt x="0" y="397"/>
                  </a:lnTo>
                  <a:lnTo>
                    <a:pt x="0" y="457"/>
                  </a:lnTo>
                  <a:lnTo>
                    <a:pt x="20" y="536"/>
                  </a:lnTo>
                  <a:lnTo>
                    <a:pt x="60" y="596"/>
                  </a:lnTo>
                  <a:lnTo>
                    <a:pt x="119" y="655"/>
                  </a:lnTo>
                  <a:lnTo>
                    <a:pt x="159" y="695"/>
                  </a:lnTo>
                  <a:lnTo>
                    <a:pt x="238" y="734"/>
                  </a:lnTo>
                  <a:lnTo>
                    <a:pt x="298" y="754"/>
                  </a:lnTo>
                  <a:lnTo>
                    <a:pt x="377" y="774"/>
                  </a:lnTo>
                  <a:lnTo>
                    <a:pt x="457" y="754"/>
                  </a:lnTo>
                  <a:lnTo>
                    <a:pt x="536" y="734"/>
                  </a:lnTo>
                  <a:lnTo>
                    <a:pt x="596" y="695"/>
                  </a:lnTo>
                  <a:lnTo>
                    <a:pt x="655" y="655"/>
                  </a:lnTo>
                  <a:lnTo>
                    <a:pt x="695" y="596"/>
                  </a:lnTo>
                  <a:lnTo>
                    <a:pt x="734" y="536"/>
                  </a:lnTo>
                  <a:lnTo>
                    <a:pt x="754" y="457"/>
                  </a:lnTo>
                  <a:lnTo>
                    <a:pt x="754" y="397"/>
                  </a:lnTo>
                  <a:lnTo>
                    <a:pt x="754" y="318"/>
                  </a:lnTo>
                  <a:lnTo>
                    <a:pt x="734" y="238"/>
                  </a:lnTo>
                  <a:lnTo>
                    <a:pt x="695" y="179"/>
                  </a:lnTo>
                  <a:lnTo>
                    <a:pt x="655" y="119"/>
                  </a:lnTo>
                  <a:lnTo>
                    <a:pt x="596" y="80"/>
                  </a:lnTo>
                  <a:lnTo>
                    <a:pt x="536" y="40"/>
                  </a:lnTo>
                  <a:lnTo>
                    <a:pt x="457" y="20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3"/>
            <p:cNvSpPr/>
            <p:nvPr/>
          </p:nvSpPr>
          <p:spPr>
            <a:xfrm>
              <a:off x="5395850" y="826925"/>
              <a:ext cx="18875" cy="19375"/>
            </a:xfrm>
            <a:custGeom>
              <a:avLst/>
              <a:gdLst/>
              <a:ahLst/>
              <a:cxnLst/>
              <a:rect l="l" t="t" r="r" b="b"/>
              <a:pathLst>
                <a:path w="755" h="775" extrusionOk="0">
                  <a:moveTo>
                    <a:pt x="377" y="0"/>
                  </a:moveTo>
                  <a:lnTo>
                    <a:pt x="298" y="20"/>
                  </a:lnTo>
                  <a:lnTo>
                    <a:pt x="238" y="40"/>
                  </a:lnTo>
                  <a:lnTo>
                    <a:pt x="159" y="80"/>
                  </a:lnTo>
                  <a:lnTo>
                    <a:pt x="100" y="119"/>
                  </a:lnTo>
                  <a:lnTo>
                    <a:pt x="60" y="179"/>
                  </a:lnTo>
                  <a:lnTo>
                    <a:pt x="20" y="238"/>
                  </a:lnTo>
                  <a:lnTo>
                    <a:pt x="0" y="318"/>
                  </a:lnTo>
                  <a:lnTo>
                    <a:pt x="0" y="397"/>
                  </a:lnTo>
                  <a:lnTo>
                    <a:pt x="0" y="457"/>
                  </a:lnTo>
                  <a:lnTo>
                    <a:pt x="20" y="536"/>
                  </a:lnTo>
                  <a:lnTo>
                    <a:pt x="60" y="596"/>
                  </a:lnTo>
                  <a:lnTo>
                    <a:pt x="100" y="655"/>
                  </a:lnTo>
                  <a:lnTo>
                    <a:pt x="159" y="695"/>
                  </a:lnTo>
                  <a:lnTo>
                    <a:pt x="238" y="734"/>
                  </a:lnTo>
                  <a:lnTo>
                    <a:pt x="298" y="754"/>
                  </a:lnTo>
                  <a:lnTo>
                    <a:pt x="377" y="774"/>
                  </a:lnTo>
                  <a:lnTo>
                    <a:pt x="457" y="754"/>
                  </a:lnTo>
                  <a:lnTo>
                    <a:pt x="516" y="734"/>
                  </a:lnTo>
                  <a:lnTo>
                    <a:pt x="596" y="695"/>
                  </a:lnTo>
                  <a:lnTo>
                    <a:pt x="655" y="655"/>
                  </a:lnTo>
                  <a:lnTo>
                    <a:pt x="695" y="596"/>
                  </a:lnTo>
                  <a:lnTo>
                    <a:pt x="735" y="536"/>
                  </a:lnTo>
                  <a:lnTo>
                    <a:pt x="754" y="457"/>
                  </a:lnTo>
                  <a:lnTo>
                    <a:pt x="754" y="397"/>
                  </a:lnTo>
                  <a:lnTo>
                    <a:pt x="754" y="318"/>
                  </a:lnTo>
                  <a:lnTo>
                    <a:pt x="735" y="238"/>
                  </a:lnTo>
                  <a:lnTo>
                    <a:pt x="695" y="179"/>
                  </a:lnTo>
                  <a:lnTo>
                    <a:pt x="655" y="119"/>
                  </a:lnTo>
                  <a:lnTo>
                    <a:pt x="596" y="80"/>
                  </a:lnTo>
                  <a:lnTo>
                    <a:pt x="516" y="40"/>
                  </a:lnTo>
                  <a:lnTo>
                    <a:pt x="457" y="20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3"/>
            <p:cNvSpPr/>
            <p:nvPr/>
          </p:nvSpPr>
          <p:spPr>
            <a:xfrm>
              <a:off x="5499025" y="826925"/>
              <a:ext cx="18875" cy="19375"/>
            </a:xfrm>
            <a:custGeom>
              <a:avLst/>
              <a:gdLst/>
              <a:ahLst/>
              <a:cxnLst/>
              <a:rect l="l" t="t" r="r" b="b"/>
              <a:pathLst>
                <a:path w="755" h="775" extrusionOk="0">
                  <a:moveTo>
                    <a:pt x="377" y="0"/>
                  </a:moveTo>
                  <a:lnTo>
                    <a:pt x="298" y="20"/>
                  </a:lnTo>
                  <a:lnTo>
                    <a:pt x="219" y="40"/>
                  </a:lnTo>
                  <a:lnTo>
                    <a:pt x="159" y="80"/>
                  </a:lnTo>
                  <a:lnTo>
                    <a:pt x="100" y="119"/>
                  </a:lnTo>
                  <a:lnTo>
                    <a:pt x="60" y="179"/>
                  </a:lnTo>
                  <a:lnTo>
                    <a:pt x="20" y="238"/>
                  </a:lnTo>
                  <a:lnTo>
                    <a:pt x="1" y="318"/>
                  </a:lnTo>
                  <a:lnTo>
                    <a:pt x="1" y="397"/>
                  </a:lnTo>
                  <a:lnTo>
                    <a:pt x="1" y="457"/>
                  </a:lnTo>
                  <a:lnTo>
                    <a:pt x="20" y="536"/>
                  </a:lnTo>
                  <a:lnTo>
                    <a:pt x="60" y="596"/>
                  </a:lnTo>
                  <a:lnTo>
                    <a:pt x="100" y="655"/>
                  </a:lnTo>
                  <a:lnTo>
                    <a:pt x="159" y="695"/>
                  </a:lnTo>
                  <a:lnTo>
                    <a:pt x="219" y="734"/>
                  </a:lnTo>
                  <a:lnTo>
                    <a:pt x="298" y="754"/>
                  </a:lnTo>
                  <a:lnTo>
                    <a:pt x="377" y="774"/>
                  </a:lnTo>
                  <a:lnTo>
                    <a:pt x="457" y="754"/>
                  </a:lnTo>
                  <a:lnTo>
                    <a:pt x="516" y="734"/>
                  </a:lnTo>
                  <a:lnTo>
                    <a:pt x="596" y="695"/>
                  </a:lnTo>
                  <a:lnTo>
                    <a:pt x="635" y="655"/>
                  </a:lnTo>
                  <a:lnTo>
                    <a:pt x="695" y="596"/>
                  </a:lnTo>
                  <a:lnTo>
                    <a:pt x="735" y="536"/>
                  </a:lnTo>
                  <a:lnTo>
                    <a:pt x="754" y="457"/>
                  </a:lnTo>
                  <a:lnTo>
                    <a:pt x="754" y="397"/>
                  </a:lnTo>
                  <a:lnTo>
                    <a:pt x="754" y="318"/>
                  </a:lnTo>
                  <a:lnTo>
                    <a:pt x="735" y="238"/>
                  </a:lnTo>
                  <a:lnTo>
                    <a:pt x="695" y="179"/>
                  </a:lnTo>
                  <a:lnTo>
                    <a:pt x="635" y="119"/>
                  </a:lnTo>
                  <a:lnTo>
                    <a:pt x="596" y="80"/>
                  </a:lnTo>
                  <a:lnTo>
                    <a:pt x="516" y="40"/>
                  </a:lnTo>
                  <a:lnTo>
                    <a:pt x="457" y="20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3"/>
            <p:cNvSpPr/>
            <p:nvPr/>
          </p:nvSpPr>
          <p:spPr>
            <a:xfrm>
              <a:off x="5602200" y="826925"/>
              <a:ext cx="18875" cy="19375"/>
            </a:xfrm>
            <a:custGeom>
              <a:avLst/>
              <a:gdLst/>
              <a:ahLst/>
              <a:cxnLst/>
              <a:rect l="l" t="t" r="r" b="b"/>
              <a:pathLst>
                <a:path w="755" h="775" extrusionOk="0">
                  <a:moveTo>
                    <a:pt x="378" y="0"/>
                  </a:moveTo>
                  <a:lnTo>
                    <a:pt x="298" y="20"/>
                  </a:lnTo>
                  <a:lnTo>
                    <a:pt x="219" y="40"/>
                  </a:lnTo>
                  <a:lnTo>
                    <a:pt x="159" y="80"/>
                  </a:lnTo>
                  <a:lnTo>
                    <a:pt x="100" y="119"/>
                  </a:lnTo>
                  <a:lnTo>
                    <a:pt x="60" y="179"/>
                  </a:lnTo>
                  <a:lnTo>
                    <a:pt x="20" y="238"/>
                  </a:lnTo>
                  <a:lnTo>
                    <a:pt x="1" y="318"/>
                  </a:lnTo>
                  <a:lnTo>
                    <a:pt x="1" y="397"/>
                  </a:lnTo>
                  <a:lnTo>
                    <a:pt x="1" y="457"/>
                  </a:lnTo>
                  <a:lnTo>
                    <a:pt x="20" y="536"/>
                  </a:lnTo>
                  <a:lnTo>
                    <a:pt x="60" y="596"/>
                  </a:lnTo>
                  <a:lnTo>
                    <a:pt x="100" y="655"/>
                  </a:lnTo>
                  <a:lnTo>
                    <a:pt x="159" y="695"/>
                  </a:lnTo>
                  <a:lnTo>
                    <a:pt x="219" y="734"/>
                  </a:lnTo>
                  <a:lnTo>
                    <a:pt x="298" y="754"/>
                  </a:lnTo>
                  <a:lnTo>
                    <a:pt x="378" y="774"/>
                  </a:lnTo>
                  <a:lnTo>
                    <a:pt x="457" y="754"/>
                  </a:lnTo>
                  <a:lnTo>
                    <a:pt x="516" y="734"/>
                  </a:lnTo>
                  <a:lnTo>
                    <a:pt x="576" y="695"/>
                  </a:lnTo>
                  <a:lnTo>
                    <a:pt x="636" y="655"/>
                  </a:lnTo>
                  <a:lnTo>
                    <a:pt x="695" y="596"/>
                  </a:lnTo>
                  <a:lnTo>
                    <a:pt x="715" y="536"/>
                  </a:lnTo>
                  <a:lnTo>
                    <a:pt x="755" y="457"/>
                  </a:lnTo>
                  <a:lnTo>
                    <a:pt x="755" y="397"/>
                  </a:lnTo>
                  <a:lnTo>
                    <a:pt x="755" y="318"/>
                  </a:lnTo>
                  <a:lnTo>
                    <a:pt x="715" y="238"/>
                  </a:lnTo>
                  <a:lnTo>
                    <a:pt x="695" y="179"/>
                  </a:lnTo>
                  <a:lnTo>
                    <a:pt x="636" y="119"/>
                  </a:lnTo>
                  <a:lnTo>
                    <a:pt x="576" y="80"/>
                  </a:lnTo>
                  <a:lnTo>
                    <a:pt x="516" y="40"/>
                  </a:lnTo>
                  <a:lnTo>
                    <a:pt x="457" y="20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3"/>
            <p:cNvSpPr/>
            <p:nvPr/>
          </p:nvSpPr>
          <p:spPr>
            <a:xfrm>
              <a:off x="5705375" y="826925"/>
              <a:ext cx="18875" cy="19375"/>
            </a:xfrm>
            <a:custGeom>
              <a:avLst/>
              <a:gdLst/>
              <a:ahLst/>
              <a:cxnLst/>
              <a:rect l="l" t="t" r="r" b="b"/>
              <a:pathLst>
                <a:path w="755" h="775" extrusionOk="0">
                  <a:moveTo>
                    <a:pt x="378" y="0"/>
                  </a:moveTo>
                  <a:lnTo>
                    <a:pt x="298" y="20"/>
                  </a:lnTo>
                  <a:lnTo>
                    <a:pt x="219" y="40"/>
                  </a:lnTo>
                  <a:lnTo>
                    <a:pt x="159" y="80"/>
                  </a:lnTo>
                  <a:lnTo>
                    <a:pt x="100" y="119"/>
                  </a:lnTo>
                  <a:lnTo>
                    <a:pt x="60" y="179"/>
                  </a:lnTo>
                  <a:lnTo>
                    <a:pt x="21" y="238"/>
                  </a:lnTo>
                  <a:lnTo>
                    <a:pt x="1" y="318"/>
                  </a:lnTo>
                  <a:lnTo>
                    <a:pt x="1" y="397"/>
                  </a:lnTo>
                  <a:lnTo>
                    <a:pt x="1" y="457"/>
                  </a:lnTo>
                  <a:lnTo>
                    <a:pt x="21" y="536"/>
                  </a:lnTo>
                  <a:lnTo>
                    <a:pt x="60" y="596"/>
                  </a:lnTo>
                  <a:lnTo>
                    <a:pt x="100" y="655"/>
                  </a:lnTo>
                  <a:lnTo>
                    <a:pt x="159" y="695"/>
                  </a:lnTo>
                  <a:lnTo>
                    <a:pt x="219" y="734"/>
                  </a:lnTo>
                  <a:lnTo>
                    <a:pt x="298" y="754"/>
                  </a:lnTo>
                  <a:lnTo>
                    <a:pt x="378" y="774"/>
                  </a:lnTo>
                  <a:lnTo>
                    <a:pt x="457" y="754"/>
                  </a:lnTo>
                  <a:lnTo>
                    <a:pt x="517" y="734"/>
                  </a:lnTo>
                  <a:lnTo>
                    <a:pt x="576" y="695"/>
                  </a:lnTo>
                  <a:lnTo>
                    <a:pt x="636" y="655"/>
                  </a:lnTo>
                  <a:lnTo>
                    <a:pt x="695" y="596"/>
                  </a:lnTo>
                  <a:lnTo>
                    <a:pt x="715" y="536"/>
                  </a:lnTo>
                  <a:lnTo>
                    <a:pt x="735" y="457"/>
                  </a:lnTo>
                  <a:lnTo>
                    <a:pt x="755" y="397"/>
                  </a:lnTo>
                  <a:lnTo>
                    <a:pt x="735" y="318"/>
                  </a:lnTo>
                  <a:lnTo>
                    <a:pt x="715" y="238"/>
                  </a:lnTo>
                  <a:lnTo>
                    <a:pt x="695" y="179"/>
                  </a:lnTo>
                  <a:lnTo>
                    <a:pt x="636" y="119"/>
                  </a:lnTo>
                  <a:lnTo>
                    <a:pt x="576" y="80"/>
                  </a:lnTo>
                  <a:lnTo>
                    <a:pt x="517" y="40"/>
                  </a:lnTo>
                  <a:lnTo>
                    <a:pt x="457" y="20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3"/>
            <p:cNvSpPr/>
            <p:nvPr/>
          </p:nvSpPr>
          <p:spPr>
            <a:xfrm>
              <a:off x="5808050" y="826925"/>
              <a:ext cx="19375" cy="19375"/>
            </a:xfrm>
            <a:custGeom>
              <a:avLst/>
              <a:gdLst/>
              <a:ahLst/>
              <a:cxnLst/>
              <a:rect l="l" t="t" r="r" b="b"/>
              <a:pathLst>
                <a:path w="775" h="775" extrusionOk="0">
                  <a:moveTo>
                    <a:pt x="398" y="0"/>
                  </a:moveTo>
                  <a:lnTo>
                    <a:pt x="318" y="20"/>
                  </a:lnTo>
                  <a:lnTo>
                    <a:pt x="239" y="40"/>
                  </a:lnTo>
                  <a:lnTo>
                    <a:pt x="180" y="80"/>
                  </a:lnTo>
                  <a:lnTo>
                    <a:pt x="120" y="119"/>
                  </a:lnTo>
                  <a:lnTo>
                    <a:pt x="80" y="179"/>
                  </a:lnTo>
                  <a:lnTo>
                    <a:pt x="41" y="238"/>
                  </a:lnTo>
                  <a:lnTo>
                    <a:pt x="21" y="318"/>
                  </a:lnTo>
                  <a:lnTo>
                    <a:pt x="1" y="397"/>
                  </a:lnTo>
                  <a:lnTo>
                    <a:pt x="21" y="457"/>
                  </a:lnTo>
                  <a:lnTo>
                    <a:pt x="41" y="536"/>
                  </a:lnTo>
                  <a:lnTo>
                    <a:pt x="80" y="596"/>
                  </a:lnTo>
                  <a:lnTo>
                    <a:pt x="120" y="655"/>
                  </a:lnTo>
                  <a:lnTo>
                    <a:pt x="180" y="695"/>
                  </a:lnTo>
                  <a:lnTo>
                    <a:pt x="239" y="734"/>
                  </a:lnTo>
                  <a:lnTo>
                    <a:pt x="318" y="754"/>
                  </a:lnTo>
                  <a:lnTo>
                    <a:pt x="398" y="774"/>
                  </a:lnTo>
                  <a:lnTo>
                    <a:pt x="457" y="754"/>
                  </a:lnTo>
                  <a:lnTo>
                    <a:pt x="537" y="734"/>
                  </a:lnTo>
                  <a:lnTo>
                    <a:pt x="596" y="695"/>
                  </a:lnTo>
                  <a:lnTo>
                    <a:pt x="656" y="655"/>
                  </a:lnTo>
                  <a:lnTo>
                    <a:pt x="695" y="596"/>
                  </a:lnTo>
                  <a:lnTo>
                    <a:pt x="735" y="536"/>
                  </a:lnTo>
                  <a:lnTo>
                    <a:pt x="755" y="457"/>
                  </a:lnTo>
                  <a:lnTo>
                    <a:pt x="775" y="397"/>
                  </a:lnTo>
                  <a:lnTo>
                    <a:pt x="755" y="318"/>
                  </a:lnTo>
                  <a:lnTo>
                    <a:pt x="735" y="238"/>
                  </a:lnTo>
                  <a:lnTo>
                    <a:pt x="695" y="179"/>
                  </a:lnTo>
                  <a:lnTo>
                    <a:pt x="656" y="119"/>
                  </a:lnTo>
                  <a:lnTo>
                    <a:pt x="596" y="80"/>
                  </a:lnTo>
                  <a:lnTo>
                    <a:pt x="537" y="40"/>
                  </a:lnTo>
                  <a:lnTo>
                    <a:pt x="457" y="20"/>
                  </a:lnTo>
                  <a:lnTo>
                    <a:pt x="3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3"/>
            <p:cNvSpPr/>
            <p:nvPr/>
          </p:nvSpPr>
          <p:spPr>
            <a:xfrm>
              <a:off x="5911250" y="826925"/>
              <a:ext cx="19350" cy="19375"/>
            </a:xfrm>
            <a:custGeom>
              <a:avLst/>
              <a:gdLst/>
              <a:ahLst/>
              <a:cxnLst/>
              <a:rect l="l" t="t" r="r" b="b"/>
              <a:pathLst>
                <a:path w="774" h="775" extrusionOk="0">
                  <a:moveTo>
                    <a:pt x="377" y="0"/>
                  </a:moveTo>
                  <a:lnTo>
                    <a:pt x="318" y="20"/>
                  </a:lnTo>
                  <a:lnTo>
                    <a:pt x="238" y="40"/>
                  </a:lnTo>
                  <a:lnTo>
                    <a:pt x="179" y="80"/>
                  </a:lnTo>
                  <a:lnTo>
                    <a:pt x="119" y="119"/>
                  </a:lnTo>
                  <a:lnTo>
                    <a:pt x="79" y="179"/>
                  </a:lnTo>
                  <a:lnTo>
                    <a:pt x="40" y="238"/>
                  </a:lnTo>
                  <a:lnTo>
                    <a:pt x="20" y="318"/>
                  </a:lnTo>
                  <a:lnTo>
                    <a:pt x="0" y="397"/>
                  </a:lnTo>
                  <a:lnTo>
                    <a:pt x="20" y="457"/>
                  </a:lnTo>
                  <a:lnTo>
                    <a:pt x="40" y="536"/>
                  </a:lnTo>
                  <a:lnTo>
                    <a:pt x="79" y="596"/>
                  </a:lnTo>
                  <a:lnTo>
                    <a:pt x="119" y="655"/>
                  </a:lnTo>
                  <a:lnTo>
                    <a:pt x="179" y="695"/>
                  </a:lnTo>
                  <a:lnTo>
                    <a:pt x="238" y="734"/>
                  </a:lnTo>
                  <a:lnTo>
                    <a:pt x="318" y="754"/>
                  </a:lnTo>
                  <a:lnTo>
                    <a:pt x="377" y="774"/>
                  </a:lnTo>
                  <a:lnTo>
                    <a:pt x="456" y="754"/>
                  </a:lnTo>
                  <a:lnTo>
                    <a:pt x="536" y="734"/>
                  </a:lnTo>
                  <a:lnTo>
                    <a:pt x="595" y="695"/>
                  </a:lnTo>
                  <a:lnTo>
                    <a:pt x="655" y="655"/>
                  </a:lnTo>
                  <a:lnTo>
                    <a:pt x="695" y="596"/>
                  </a:lnTo>
                  <a:lnTo>
                    <a:pt x="734" y="536"/>
                  </a:lnTo>
                  <a:lnTo>
                    <a:pt x="754" y="457"/>
                  </a:lnTo>
                  <a:lnTo>
                    <a:pt x="774" y="397"/>
                  </a:lnTo>
                  <a:lnTo>
                    <a:pt x="754" y="318"/>
                  </a:lnTo>
                  <a:lnTo>
                    <a:pt x="734" y="238"/>
                  </a:lnTo>
                  <a:lnTo>
                    <a:pt x="695" y="179"/>
                  </a:lnTo>
                  <a:lnTo>
                    <a:pt x="655" y="119"/>
                  </a:lnTo>
                  <a:lnTo>
                    <a:pt x="595" y="80"/>
                  </a:lnTo>
                  <a:lnTo>
                    <a:pt x="536" y="40"/>
                  </a:lnTo>
                  <a:lnTo>
                    <a:pt x="456" y="20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3"/>
            <p:cNvSpPr/>
            <p:nvPr/>
          </p:nvSpPr>
          <p:spPr>
            <a:xfrm>
              <a:off x="6014425" y="826925"/>
              <a:ext cx="19350" cy="19375"/>
            </a:xfrm>
            <a:custGeom>
              <a:avLst/>
              <a:gdLst/>
              <a:ahLst/>
              <a:cxnLst/>
              <a:rect l="l" t="t" r="r" b="b"/>
              <a:pathLst>
                <a:path w="774" h="775" extrusionOk="0">
                  <a:moveTo>
                    <a:pt x="377" y="0"/>
                  </a:moveTo>
                  <a:lnTo>
                    <a:pt x="318" y="20"/>
                  </a:lnTo>
                  <a:lnTo>
                    <a:pt x="238" y="40"/>
                  </a:lnTo>
                  <a:lnTo>
                    <a:pt x="179" y="80"/>
                  </a:lnTo>
                  <a:lnTo>
                    <a:pt x="119" y="119"/>
                  </a:lnTo>
                  <a:lnTo>
                    <a:pt x="80" y="179"/>
                  </a:lnTo>
                  <a:lnTo>
                    <a:pt x="40" y="238"/>
                  </a:lnTo>
                  <a:lnTo>
                    <a:pt x="20" y="318"/>
                  </a:lnTo>
                  <a:lnTo>
                    <a:pt x="0" y="397"/>
                  </a:lnTo>
                  <a:lnTo>
                    <a:pt x="20" y="457"/>
                  </a:lnTo>
                  <a:lnTo>
                    <a:pt x="40" y="536"/>
                  </a:lnTo>
                  <a:lnTo>
                    <a:pt x="80" y="596"/>
                  </a:lnTo>
                  <a:lnTo>
                    <a:pt x="119" y="655"/>
                  </a:lnTo>
                  <a:lnTo>
                    <a:pt x="179" y="695"/>
                  </a:lnTo>
                  <a:lnTo>
                    <a:pt x="238" y="734"/>
                  </a:lnTo>
                  <a:lnTo>
                    <a:pt x="318" y="754"/>
                  </a:lnTo>
                  <a:lnTo>
                    <a:pt x="377" y="774"/>
                  </a:lnTo>
                  <a:lnTo>
                    <a:pt x="457" y="754"/>
                  </a:lnTo>
                  <a:lnTo>
                    <a:pt x="536" y="734"/>
                  </a:lnTo>
                  <a:lnTo>
                    <a:pt x="595" y="695"/>
                  </a:lnTo>
                  <a:lnTo>
                    <a:pt x="655" y="655"/>
                  </a:lnTo>
                  <a:lnTo>
                    <a:pt x="695" y="596"/>
                  </a:lnTo>
                  <a:lnTo>
                    <a:pt x="734" y="536"/>
                  </a:lnTo>
                  <a:lnTo>
                    <a:pt x="754" y="457"/>
                  </a:lnTo>
                  <a:lnTo>
                    <a:pt x="774" y="397"/>
                  </a:lnTo>
                  <a:lnTo>
                    <a:pt x="754" y="318"/>
                  </a:lnTo>
                  <a:lnTo>
                    <a:pt x="734" y="238"/>
                  </a:lnTo>
                  <a:lnTo>
                    <a:pt x="695" y="179"/>
                  </a:lnTo>
                  <a:lnTo>
                    <a:pt x="655" y="119"/>
                  </a:lnTo>
                  <a:lnTo>
                    <a:pt x="595" y="80"/>
                  </a:lnTo>
                  <a:lnTo>
                    <a:pt x="536" y="40"/>
                  </a:lnTo>
                  <a:lnTo>
                    <a:pt x="457" y="20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3"/>
            <p:cNvSpPr/>
            <p:nvPr/>
          </p:nvSpPr>
          <p:spPr>
            <a:xfrm>
              <a:off x="6117600" y="826925"/>
              <a:ext cx="18875" cy="19375"/>
            </a:xfrm>
            <a:custGeom>
              <a:avLst/>
              <a:gdLst/>
              <a:ahLst/>
              <a:cxnLst/>
              <a:rect l="l" t="t" r="r" b="b"/>
              <a:pathLst>
                <a:path w="755" h="775" extrusionOk="0">
                  <a:moveTo>
                    <a:pt x="377" y="0"/>
                  </a:moveTo>
                  <a:lnTo>
                    <a:pt x="298" y="20"/>
                  </a:lnTo>
                  <a:lnTo>
                    <a:pt x="238" y="40"/>
                  </a:lnTo>
                  <a:lnTo>
                    <a:pt x="179" y="80"/>
                  </a:lnTo>
                  <a:lnTo>
                    <a:pt x="119" y="119"/>
                  </a:lnTo>
                  <a:lnTo>
                    <a:pt x="60" y="179"/>
                  </a:lnTo>
                  <a:lnTo>
                    <a:pt x="40" y="238"/>
                  </a:lnTo>
                  <a:lnTo>
                    <a:pt x="20" y="318"/>
                  </a:lnTo>
                  <a:lnTo>
                    <a:pt x="0" y="397"/>
                  </a:lnTo>
                  <a:lnTo>
                    <a:pt x="20" y="457"/>
                  </a:lnTo>
                  <a:lnTo>
                    <a:pt x="40" y="536"/>
                  </a:lnTo>
                  <a:lnTo>
                    <a:pt x="60" y="596"/>
                  </a:lnTo>
                  <a:lnTo>
                    <a:pt x="119" y="655"/>
                  </a:lnTo>
                  <a:lnTo>
                    <a:pt x="179" y="695"/>
                  </a:lnTo>
                  <a:lnTo>
                    <a:pt x="238" y="734"/>
                  </a:lnTo>
                  <a:lnTo>
                    <a:pt x="298" y="754"/>
                  </a:lnTo>
                  <a:lnTo>
                    <a:pt x="377" y="774"/>
                  </a:lnTo>
                  <a:lnTo>
                    <a:pt x="457" y="754"/>
                  </a:lnTo>
                  <a:lnTo>
                    <a:pt x="536" y="734"/>
                  </a:lnTo>
                  <a:lnTo>
                    <a:pt x="596" y="695"/>
                  </a:lnTo>
                  <a:lnTo>
                    <a:pt x="655" y="655"/>
                  </a:lnTo>
                  <a:lnTo>
                    <a:pt x="695" y="596"/>
                  </a:lnTo>
                  <a:lnTo>
                    <a:pt x="734" y="536"/>
                  </a:lnTo>
                  <a:lnTo>
                    <a:pt x="754" y="457"/>
                  </a:lnTo>
                  <a:lnTo>
                    <a:pt x="754" y="397"/>
                  </a:lnTo>
                  <a:lnTo>
                    <a:pt x="754" y="318"/>
                  </a:lnTo>
                  <a:lnTo>
                    <a:pt x="734" y="238"/>
                  </a:lnTo>
                  <a:lnTo>
                    <a:pt x="695" y="179"/>
                  </a:lnTo>
                  <a:lnTo>
                    <a:pt x="655" y="119"/>
                  </a:lnTo>
                  <a:lnTo>
                    <a:pt x="596" y="80"/>
                  </a:lnTo>
                  <a:lnTo>
                    <a:pt x="536" y="40"/>
                  </a:lnTo>
                  <a:lnTo>
                    <a:pt x="457" y="20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3"/>
            <p:cNvSpPr/>
            <p:nvPr/>
          </p:nvSpPr>
          <p:spPr>
            <a:xfrm>
              <a:off x="6220775" y="826925"/>
              <a:ext cx="18875" cy="19375"/>
            </a:xfrm>
            <a:custGeom>
              <a:avLst/>
              <a:gdLst/>
              <a:ahLst/>
              <a:cxnLst/>
              <a:rect l="l" t="t" r="r" b="b"/>
              <a:pathLst>
                <a:path w="755" h="775" extrusionOk="0">
                  <a:moveTo>
                    <a:pt x="377" y="0"/>
                  </a:moveTo>
                  <a:lnTo>
                    <a:pt x="298" y="20"/>
                  </a:lnTo>
                  <a:lnTo>
                    <a:pt x="238" y="40"/>
                  </a:lnTo>
                  <a:lnTo>
                    <a:pt x="159" y="80"/>
                  </a:lnTo>
                  <a:lnTo>
                    <a:pt x="119" y="119"/>
                  </a:lnTo>
                  <a:lnTo>
                    <a:pt x="60" y="179"/>
                  </a:lnTo>
                  <a:lnTo>
                    <a:pt x="40" y="238"/>
                  </a:lnTo>
                  <a:lnTo>
                    <a:pt x="0" y="318"/>
                  </a:lnTo>
                  <a:lnTo>
                    <a:pt x="0" y="397"/>
                  </a:lnTo>
                  <a:lnTo>
                    <a:pt x="0" y="457"/>
                  </a:lnTo>
                  <a:lnTo>
                    <a:pt x="40" y="536"/>
                  </a:lnTo>
                  <a:lnTo>
                    <a:pt x="60" y="596"/>
                  </a:lnTo>
                  <a:lnTo>
                    <a:pt x="119" y="655"/>
                  </a:lnTo>
                  <a:lnTo>
                    <a:pt x="159" y="695"/>
                  </a:lnTo>
                  <a:lnTo>
                    <a:pt x="238" y="734"/>
                  </a:lnTo>
                  <a:lnTo>
                    <a:pt x="298" y="754"/>
                  </a:lnTo>
                  <a:lnTo>
                    <a:pt x="377" y="774"/>
                  </a:lnTo>
                  <a:lnTo>
                    <a:pt x="457" y="754"/>
                  </a:lnTo>
                  <a:lnTo>
                    <a:pt x="536" y="734"/>
                  </a:lnTo>
                  <a:lnTo>
                    <a:pt x="596" y="695"/>
                  </a:lnTo>
                  <a:lnTo>
                    <a:pt x="655" y="655"/>
                  </a:lnTo>
                  <a:lnTo>
                    <a:pt x="695" y="596"/>
                  </a:lnTo>
                  <a:lnTo>
                    <a:pt x="735" y="536"/>
                  </a:lnTo>
                  <a:lnTo>
                    <a:pt x="754" y="457"/>
                  </a:lnTo>
                  <a:lnTo>
                    <a:pt x="754" y="397"/>
                  </a:lnTo>
                  <a:lnTo>
                    <a:pt x="754" y="318"/>
                  </a:lnTo>
                  <a:lnTo>
                    <a:pt x="735" y="238"/>
                  </a:lnTo>
                  <a:lnTo>
                    <a:pt x="695" y="179"/>
                  </a:lnTo>
                  <a:lnTo>
                    <a:pt x="655" y="119"/>
                  </a:lnTo>
                  <a:lnTo>
                    <a:pt x="596" y="80"/>
                  </a:lnTo>
                  <a:lnTo>
                    <a:pt x="536" y="40"/>
                  </a:lnTo>
                  <a:lnTo>
                    <a:pt x="457" y="20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3"/>
            <p:cNvSpPr/>
            <p:nvPr/>
          </p:nvSpPr>
          <p:spPr>
            <a:xfrm>
              <a:off x="6323950" y="826925"/>
              <a:ext cx="18875" cy="19375"/>
            </a:xfrm>
            <a:custGeom>
              <a:avLst/>
              <a:gdLst/>
              <a:ahLst/>
              <a:cxnLst/>
              <a:rect l="l" t="t" r="r" b="b"/>
              <a:pathLst>
                <a:path w="755" h="775" extrusionOk="0">
                  <a:moveTo>
                    <a:pt x="377" y="0"/>
                  </a:moveTo>
                  <a:lnTo>
                    <a:pt x="298" y="20"/>
                  </a:lnTo>
                  <a:lnTo>
                    <a:pt x="239" y="40"/>
                  </a:lnTo>
                  <a:lnTo>
                    <a:pt x="159" y="80"/>
                  </a:lnTo>
                  <a:lnTo>
                    <a:pt x="120" y="119"/>
                  </a:lnTo>
                  <a:lnTo>
                    <a:pt x="60" y="179"/>
                  </a:lnTo>
                  <a:lnTo>
                    <a:pt x="20" y="238"/>
                  </a:lnTo>
                  <a:lnTo>
                    <a:pt x="0" y="318"/>
                  </a:lnTo>
                  <a:lnTo>
                    <a:pt x="0" y="397"/>
                  </a:lnTo>
                  <a:lnTo>
                    <a:pt x="0" y="457"/>
                  </a:lnTo>
                  <a:lnTo>
                    <a:pt x="20" y="536"/>
                  </a:lnTo>
                  <a:lnTo>
                    <a:pt x="60" y="596"/>
                  </a:lnTo>
                  <a:lnTo>
                    <a:pt x="120" y="655"/>
                  </a:lnTo>
                  <a:lnTo>
                    <a:pt x="159" y="695"/>
                  </a:lnTo>
                  <a:lnTo>
                    <a:pt x="239" y="734"/>
                  </a:lnTo>
                  <a:lnTo>
                    <a:pt x="298" y="754"/>
                  </a:lnTo>
                  <a:lnTo>
                    <a:pt x="377" y="774"/>
                  </a:lnTo>
                  <a:lnTo>
                    <a:pt x="457" y="754"/>
                  </a:lnTo>
                  <a:lnTo>
                    <a:pt x="536" y="734"/>
                  </a:lnTo>
                  <a:lnTo>
                    <a:pt x="596" y="695"/>
                  </a:lnTo>
                  <a:lnTo>
                    <a:pt x="655" y="655"/>
                  </a:lnTo>
                  <a:lnTo>
                    <a:pt x="695" y="596"/>
                  </a:lnTo>
                  <a:lnTo>
                    <a:pt x="735" y="536"/>
                  </a:lnTo>
                  <a:lnTo>
                    <a:pt x="754" y="457"/>
                  </a:lnTo>
                  <a:lnTo>
                    <a:pt x="754" y="397"/>
                  </a:lnTo>
                  <a:lnTo>
                    <a:pt x="754" y="318"/>
                  </a:lnTo>
                  <a:lnTo>
                    <a:pt x="735" y="238"/>
                  </a:lnTo>
                  <a:lnTo>
                    <a:pt x="695" y="179"/>
                  </a:lnTo>
                  <a:lnTo>
                    <a:pt x="655" y="119"/>
                  </a:lnTo>
                  <a:lnTo>
                    <a:pt x="596" y="80"/>
                  </a:lnTo>
                  <a:lnTo>
                    <a:pt x="536" y="40"/>
                  </a:lnTo>
                  <a:lnTo>
                    <a:pt x="457" y="20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3"/>
            <p:cNvSpPr/>
            <p:nvPr/>
          </p:nvSpPr>
          <p:spPr>
            <a:xfrm>
              <a:off x="6427125" y="826925"/>
              <a:ext cx="18875" cy="19375"/>
            </a:xfrm>
            <a:custGeom>
              <a:avLst/>
              <a:gdLst/>
              <a:ahLst/>
              <a:cxnLst/>
              <a:rect l="l" t="t" r="r" b="b"/>
              <a:pathLst>
                <a:path w="755" h="775" extrusionOk="0">
                  <a:moveTo>
                    <a:pt x="378" y="0"/>
                  </a:moveTo>
                  <a:lnTo>
                    <a:pt x="298" y="20"/>
                  </a:lnTo>
                  <a:lnTo>
                    <a:pt x="239" y="40"/>
                  </a:lnTo>
                  <a:lnTo>
                    <a:pt x="159" y="80"/>
                  </a:lnTo>
                  <a:lnTo>
                    <a:pt x="100" y="119"/>
                  </a:lnTo>
                  <a:lnTo>
                    <a:pt x="60" y="179"/>
                  </a:lnTo>
                  <a:lnTo>
                    <a:pt x="20" y="238"/>
                  </a:lnTo>
                  <a:lnTo>
                    <a:pt x="1" y="318"/>
                  </a:lnTo>
                  <a:lnTo>
                    <a:pt x="1" y="397"/>
                  </a:lnTo>
                  <a:lnTo>
                    <a:pt x="1" y="457"/>
                  </a:lnTo>
                  <a:lnTo>
                    <a:pt x="20" y="536"/>
                  </a:lnTo>
                  <a:lnTo>
                    <a:pt x="60" y="596"/>
                  </a:lnTo>
                  <a:lnTo>
                    <a:pt x="100" y="655"/>
                  </a:lnTo>
                  <a:lnTo>
                    <a:pt x="159" y="695"/>
                  </a:lnTo>
                  <a:lnTo>
                    <a:pt x="239" y="734"/>
                  </a:lnTo>
                  <a:lnTo>
                    <a:pt x="298" y="754"/>
                  </a:lnTo>
                  <a:lnTo>
                    <a:pt x="378" y="774"/>
                  </a:lnTo>
                  <a:lnTo>
                    <a:pt x="457" y="754"/>
                  </a:lnTo>
                  <a:lnTo>
                    <a:pt x="516" y="734"/>
                  </a:lnTo>
                  <a:lnTo>
                    <a:pt x="596" y="695"/>
                  </a:lnTo>
                  <a:lnTo>
                    <a:pt x="655" y="655"/>
                  </a:lnTo>
                  <a:lnTo>
                    <a:pt x="695" y="596"/>
                  </a:lnTo>
                  <a:lnTo>
                    <a:pt x="735" y="536"/>
                  </a:lnTo>
                  <a:lnTo>
                    <a:pt x="755" y="457"/>
                  </a:lnTo>
                  <a:lnTo>
                    <a:pt x="755" y="397"/>
                  </a:lnTo>
                  <a:lnTo>
                    <a:pt x="755" y="318"/>
                  </a:lnTo>
                  <a:lnTo>
                    <a:pt x="735" y="238"/>
                  </a:lnTo>
                  <a:lnTo>
                    <a:pt x="695" y="179"/>
                  </a:lnTo>
                  <a:lnTo>
                    <a:pt x="655" y="119"/>
                  </a:lnTo>
                  <a:lnTo>
                    <a:pt x="596" y="80"/>
                  </a:lnTo>
                  <a:lnTo>
                    <a:pt x="516" y="40"/>
                  </a:lnTo>
                  <a:lnTo>
                    <a:pt x="457" y="20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3"/>
            <p:cNvSpPr/>
            <p:nvPr/>
          </p:nvSpPr>
          <p:spPr>
            <a:xfrm>
              <a:off x="4674600" y="944975"/>
              <a:ext cx="17375" cy="16900"/>
            </a:xfrm>
            <a:custGeom>
              <a:avLst/>
              <a:gdLst/>
              <a:ahLst/>
              <a:cxnLst/>
              <a:rect l="l" t="t" r="r" b="b"/>
              <a:pathLst>
                <a:path w="695" h="676" extrusionOk="0">
                  <a:moveTo>
                    <a:pt x="278" y="1"/>
                  </a:moveTo>
                  <a:lnTo>
                    <a:pt x="219" y="21"/>
                  </a:lnTo>
                  <a:lnTo>
                    <a:pt x="159" y="60"/>
                  </a:lnTo>
                  <a:lnTo>
                    <a:pt x="100" y="100"/>
                  </a:lnTo>
                  <a:lnTo>
                    <a:pt x="60" y="159"/>
                  </a:lnTo>
                  <a:lnTo>
                    <a:pt x="40" y="199"/>
                  </a:lnTo>
                  <a:lnTo>
                    <a:pt x="20" y="278"/>
                  </a:lnTo>
                  <a:lnTo>
                    <a:pt x="0" y="338"/>
                  </a:lnTo>
                  <a:lnTo>
                    <a:pt x="20" y="417"/>
                  </a:lnTo>
                  <a:lnTo>
                    <a:pt x="40" y="477"/>
                  </a:lnTo>
                  <a:lnTo>
                    <a:pt x="60" y="536"/>
                  </a:lnTo>
                  <a:lnTo>
                    <a:pt x="100" y="576"/>
                  </a:lnTo>
                  <a:lnTo>
                    <a:pt x="159" y="616"/>
                  </a:lnTo>
                  <a:lnTo>
                    <a:pt x="219" y="655"/>
                  </a:lnTo>
                  <a:lnTo>
                    <a:pt x="278" y="675"/>
                  </a:lnTo>
                  <a:lnTo>
                    <a:pt x="417" y="675"/>
                  </a:lnTo>
                  <a:lnTo>
                    <a:pt x="477" y="655"/>
                  </a:lnTo>
                  <a:lnTo>
                    <a:pt x="536" y="616"/>
                  </a:lnTo>
                  <a:lnTo>
                    <a:pt x="596" y="576"/>
                  </a:lnTo>
                  <a:lnTo>
                    <a:pt x="635" y="536"/>
                  </a:lnTo>
                  <a:lnTo>
                    <a:pt x="675" y="477"/>
                  </a:lnTo>
                  <a:lnTo>
                    <a:pt x="695" y="417"/>
                  </a:lnTo>
                  <a:lnTo>
                    <a:pt x="695" y="338"/>
                  </a:lnTo>
                  <a:lnTo>
                    <a:pt x="695" y="278"/>
                  </a:lnTo>
                  <a:lnTo>
                    <a:pt x="675" y="199"/>
                  </a:lnTo>
                  <a:lnTo>
                    <a:pt x="635" y="159"/>
                  </a:lnTo>
                  <a:lnTo>
                    <a:pt x="596" y="100"/>
                  </a:lnTo>
                  <a:lnTo>
                    <a:pt x="536" y="60"/>
                  </a:lnTo>
                  <a:lnTo>
                    <a:pt x="477" y="21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3"/>
            <p:cNvSpPr/>
            <p:nvPr/>
          </p:nvSpPr>
          <p:spPr>
            <a:xfrm>
              <a:off x="4777775" y="944975"/>
              <a:ext cx="17375" cy="16900"/>
            </a:xfrm>
            <a:custGeom>
              <a:avLst/>
              <a:gdLst/>
              <a:ahLst/>
              <a:cxnLst/>
              <a:rect l="l" t="t" r="r" b="b"/>
              <a:pathLst>
                <a:path w="695" h="676" extrusionOk="0">
                  <a:moveTo>
                    <a:pt x="278" y="1"/>
                  </a:moveTo>
                  <a:lnTo>
                    <a:pt x="219" y="21"/>
                  </a:lnTo>
                  <a:lnTo>
                    <a:pt x="159" y="60"/>
                  </a:lnTo>
                  <a:lnTo>
                    <a:pt x="100" y="100"/>
                  </a:lnTo>
                  <a:lnTo>
                    <a:pt x="60" y="159"/>
                  </a:lnTo>
                  <a:lnTo>
                    <a:pt x="40" y="199"/>
                  </a:lnTo>
                  <a:lnTo>
                    <a:pt x="20" y="278"/>
                  </a:lnTo>
                  <a:lnTo>
                    <a:pt x="0" y="338"/>
                  </a:lnTo>
                  <a:lnTo>
                    <a:pt x="20" y="417"/>
                  </a:lnTo>
                  <a:lnTo>
                    <a:pt x="40" y="477"/>
                  </a:lnTo>
                  <a:lnTo>
                    <a:pt x="60" y="536"/>
                  </a:lnTo>
                  <a:lnTo>
                    <a:pt x="100" y="576"/>
                  </a:lnTo>
                  <a:lnTo>
                    <a:pt x="159" y="616"/>
                  </a:lnTo>
                  <a:lnTo>
                    <a:pt x="219" y="655"/>
                  </a:lnTo>
                  <a:lnTo>
                    <a:pt x="278" y="675"/>
                  </a:lnTo>
                  <a:lnTo>
                    <a:pt x="417" y="675"/>
                  </a:lnTo>
                  <a:lnTo>
                    <a:pt x="477" y="655"/>
                  </a:lnTo>
                  <a:lnTo>
                    <a:pt x="536" y="616"/>
                  </a:lnTo>
                  <a:lnTo>
                    <a:pt x="596" y="576"/>
                  </a:lnTo>
                  <a:lnTo>
                    <a:pt x="635" y="536"/>
                  </a:lnTo>
                  <a:lnTo>
                    <a:pt x="655" y="477"/>
                  </a:lnTo>
                  <a:lnTo>
                    <a:pt x="675" y="417"/>
                  </a:lnTo>
                  <a:lnTo>
                    <a:pt x="695" y="338"/>
                  </a:lnTo>
                  <a:lnTo>
                    <a:pt x="675" y="278"/>
                  </a:lnTo>
                  <a:lnTo>
                    <a:pt x="655" y="199"/>
                  </a:lnTo>
                  <a:lnTo>
                    <a:pt x="635" y="159"/>
                  </a:lnTo>
                  <a:lnTo>
                    <a:pt x="596" y="100"/>
                  </a:lnTo>
                  <a:lnTo>
                    <a:pt x="536" y="60"/>
                  </a:lnTo>
                  <a:lnTo>
                    <a:pt x="477" y="21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3"/>
            <p:cNvSpPr/>
            <p:nvPr/>
          </p:nvSpPr>
          <p:spPr>
            <a:xfrm>
              <a:off x="4880950" y="944975"/>
              <a:ext cx="17400" cy="16900"/>
            </a:xfrm>
            <a:custGeom>
              <a:avLst/>
              <a:gdLst/>
              <a:ahLst/>
              <a:cxnLst/>
              <a:rect l="l" t="t" r="r" b="b"/>
              <a:pathLst>
                <a:path w="696" h="676" extrusionOk="0">
                  <a:moveTo>
                    <a:pt x="278" y="1"/>
                  </a:moveTo>
                  <a:lnTo>
                    <a:pt x="219" y="21"/>
                  </a:lnTo>
                  <a:lnTo>
                    <a:pt x="159" y="60"/>
                  </a:lnTo>
                  <a:lnTo>
                    <a:pt x="100" y="100"/>
                  </a:lnTo>
                  <a:lnTo>
                    <a:pt x="60" y="159"/>
                  </a:lnTo>
                  <a:lnTo>
                    <a:pt x="40" y="199"/>
                  </a:lnTo>
                  <a:lnTo>
                    <a:pt x="20" y="278"/>
                  </a:lnTo>
                  <a:lnTo>
                    <a:pt x="1" y="338"/>
                  </a:lnTo>
                  <a:lnTo>
                    <a:pt x="20" y="417"/>
                  </a:lnTo>
                  <a:lnTo>
                    <a:pt x="40" y="477"/>
                  </a:lnTo>
                  <a:lnTo>
                    <a:pt x="60" y="536"/>
                  </a:lnTo>
                  <a:lnTo>
                    <a:pt x="100" y="576"/>
                  </a:lnTo>
                  <a:lnTo>
                    <a:pt x="159" y="616"/>
                  </a:lnTo>
                  <a:lnTo>
                    <a:pt x="219" y="655"/>
                  </a:lnTo>
                  <a:lnTo>
                    <a:pt x="278" y="675"/>
                  </a:lnTo>
                  <a:lnTo>
                    <a:pt x="417" y="675"/>
                  </a:lnTo>
                  <a:lnTo>
                    <a:pt x="477" y="655"/>
                  </a:lnTo>
                  <a:lnTo>
                    <a:pt x="536" y="616"/>
                  </a:lnTo>
                  <a:lnTo>
                    <a:pt x="596" y="576"/>
                  </a:lnTo>
                  <a:lnTo>
                    <a:pt x="635" y="536"/>
                  </a:lnTo>
                  <a:lnTo>
                    <a:pt x="655" y="477"/>
                  </a:lnTo>
                  <a:lnTo>
                    <a:pt x="675" y="417"/>
                  </a:lnTo>
                  <a:lnTo>
                    <a:pt x="695" y="338"/>
                  </a:lnTo>
                  <a:lnTo>
                    <a:pt x="675" y="278"/>
                  </a:lnTo>
                  <a:lnTo>
                    <a:pt x="655" y="199"/>
                  </a:lnTo>
                  <a:lnTo>
                    <a:pt x="635" y="159"/>
                  </a:lnTo>
                  <a:lnTo>
                    <a:pt x="596" y="100"/>
                  </a:lnTo>
                  <a:lnTo>
                    <a:pt x="536" y="60"/>
                  </a:lnTo>
                  <a:lnTo>
                    <a:pt x="477" y="21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3"/>
            <p:cNvSpPr/>
            <p:nvPr/>
          </p:nvSpPr>
          <p:spPr>
            <a:xfrm>
              <a:off x="4984125" y="944975"/>
              <a:ext cx="17400" cy="16900"/>
            </a:xfrm>
            <a:custGeom>
              <a:avLst/>
              <a:gdLst/>
              <a:ahLst/>
              <a:cxnLst/>
              <a:rect l="l" t="t" r="r" b="b"/>
              <a:pathLst>
                <a:path w="696" h="676" extrusionOk="0">
                  <a:moveTo>
                    <a:pt x="278" y="1"/>
                  </a:moveTo>
                  <a:lnTo>
                    <a:pt x="219" y="21"/>
                  </a:lnTo>
                  <a:lnTo>
                    <a:pt x="159" y="60"/>
                  </a:lnTo>
                  <a:lnTo>
                    <a:pt x="100" y="100"/>
                  </a:lnTo>
                  <a:lnTo>
                    <a:pt x="60" y="159"/>
                  </a:lnTo>
                  <a:lnTo>
                    <a:pt x="21" y="199"/>
                  </a:lnTo>
                  <a:lnTo>
                    <a:pt x="1" y="278"/>
                  </a:lnTo>
                  <a:lnTo>
                    <a:pt x="1" y="338"/>
                  </a:lnTo>
                  <a:lnTo>
                    <a:pt x="1" y="417"/>
                  </a:lnTo>
                  <a:lnTo>
                    <a:pt x="21" y="477"/>
                  </a:lnTo>
                  <a:lnTo>
                    <a:pt x="60" y="536"/>
                  </a:lnTo>
                  <a:lnTo>
                    <a:pt x="100" y="576"/>
                  </a:lnTo>
                  <a:lnTo>
                    <a:pt x="159" y="616"/>
                  </a:lnTo>
                  <a:lnTo>
                    <a:pt x="219" y="655"/>
                  </a:lnTo>
                  <a:lnTo>
                    <a:pt x="278" y="675"/>
                  </a:lnTo>
                  <a:lnTo>
                    <a:pt x="417" y="675"/>
                  </a:lnTo>
                  <a:lnTo>
                    <a:pt x="477" y="655"/>
                  </a:lnTo>
                  <a:lnTo>
                    <a:pt x="536" y="616"/>
                  </a:lnTo>
                  <a:lnTo>
                    <a:pt x="596" y="576"/>
                  </a:lnTo>
                  <a:lnTo>
                    <a:pt x="636" y="536"/>
                  </a:lnTo>
                  <a:lnTo>
                    <a:pt x="655" y="477"/>
                  </a:lnTo>
                  <a:lnTo>
                    <a:pt x="675" y="417"/>
                  </a:lnTo>
                  <a:lnTo>
                    <a:pt x="695" y="338"/>
                  </a:lnTo>
                  <a:lnTo>
                    <a:pt x="675" y="278"/>
                  </a:lnTo>
                  <a:lnTo>
                    <a:pt x="655" y="199"/>
                  </a:lnTo>
                  <a:lnTo>
                    <a:pt x="636" y="159"/>
                  </a:lnTo>
                  <a:lnTo>
                    <a:pt x="596" y="100"/>
                  </a:lnTo>
                  <a:lnTo>
                    <a:pt x="536" y="60"/>
                  </a:lnTo>
                  <a:lnTo>
                    <a:pt x="477" y="21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3"/>
            <p:cNvSpPr/>
            <p:nvPr/>
          </p:nvSpPr>
          <p:spPr>
            <a:xfrm>
              <a:off x="5087300" y="944975"/>
              <a:ext cx="16900" cy="16900"/>
            </a:xfrm>
            <a:custGeom>
              <a:avLst/>
              <a:gdLst/>
              <a:ahLst/>
              <a:cxnLst/>
              <a:rect l="l" t="t" r="r" b="b"/>
              <a:pathLst>
                <a:path w="676" h="676" extrusionOk="0">
                  <a:moveTo>
                    <a:pt x="279" y="1"/>
                  </a:moveTo>
                  <a:lnTo>
                    <a:pt x="219" y="21"/>
                  </a:lnTo>
                  <a:lnTo>
                    <a:pt x="160" y="60"/>
                  </a:lnTo>
                  <a:lnTo>
                    <a:pt x="100" y="100"/>
                  </a:lnTo>
                  <a:lnTo>
                    <a:pt x="60" y="159"/>
                  </a:lnTo>
                  <a:lnTo>
                    <a:pt x="21" y="199"/>
                  </a:lnTo>
                  <a:lnTo>
                    <a:pt x="1" y="278"/>
                  </a:lnTo>
                  <a:lnTo>
                    <a:pt x="1" y="338"/>
                  </a:lnTo>
                  <a:lnTo>
                    <a:pt x="1" y="417"/>
                  </a:lnTo>
                  <a:lnTo>
                    <a:pt x="21" y="477"/>
                  </a:lnTo>
                  <a:lnTo>
                    <a:pt x="60" y="536"/>
                  </a:lnTo>
                  <a:lnTo>
                    <a:pt x="100" y="576"/>
                  </a:lnTo>
                  <a:lnTo>
                    <a:pt x="160" y="616"/>
                  </a:lnTo>
                  <a:lnTo>
                    <a:pt x="219" y="655"/>
                  </a:lnTo>
                  <a:lnTo>
                    <a:pt x="279" y="675"/>
                  </a:lnTo>
                  <a:lnTo>
                    <a:pt x="417" y="675"/>
                  </a:lnTo>
                  <a:lnTo>
                    <a:pt x="477" y="655"/>
                  </a:lnTo>
                  <a:lnTo>
                    <a:pt x="536" y="616"/>
                  </a:lnTo>
                  <a:lnTo>
                    <a:pt x="576" y="576"/>
                  </a:lnTo>
                  <a:lnTo>
                    <a:pt x="636" y="536"/>
                  </a:lnTo>
                  <a:lnTo>
                    <a:pt x="656" y="477"/>
                  </a:lnTo>
                  <a:lnTo>
                    <a:pt x="675" y="417"/>
                  </a:lnTo>
                  <a:lnTo>
                    <a:pt x="675" y="338"/>
                  </a:lnTo>
                  <a:lnTo>
                    <a:pt x="675" y="278"/>
                  </a:lnTo>
                  <a:lnTo>
                    <a:pt x="656" y="199"/>
                  </a:lnTo>
                  <a:lnTo>
                    <a:pt x="636" y="159"/>
                  </a:lnTo>
                  <a:lnTo>
                    <a:pt x="576" y="100"/>
                  </a:lnTo>
                  <a:lnTo>
                    <a:pt x="536" y="60"/>
                  </a:lnTo>
                  <a:lnTo>
                    <a:pt x="477" y="21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3"/>
            <p:cNvSpPr/>
            <p:nvPr/>
          </p:nvSpPr>
          <p:spPr>
            <a:xfrm>
              <a:off x="5190475" y="944975"/>
              <a:ext cx="16900" cy="16900"/>
            </a:xfrm>
            <a:custGeom>
              <a:avLst/>
              <a:gdLst/>
              <a:ahLst/>
              <a:cxnLst/>
              <a:rect l="l" t="t" r="r" b="b"/>
              <a:pathLst>
                <a:path w="676" h="676" extrusionOk="0">
                  <a:moveTo>
                    <a:pt x="279" y="1"/>
                  </a:moveTo>
                  <a:lnTo>
                    <a:pt x="199" y="21"/>
                  </a:lnTo>
                  <a:lnTo>
                    <a:pt x="160" y="60"/>
                  </a:lnTo>
                  <a:lnTo>
                    <a:pt x="100" y="100"/>
                  </a:lnTo>
                  <a:lnTo>
                    <a:pt x="60" y="159"/>
                  </a:lnTo>
                  <a:lnTo>
                    <a:pt x="21" y="199"/>
                  </a:lnTo>
                  <a:lnTo>
                    <a:pt x="1" y="278"/>
                  </a:lnTo>
                  <a:lnTo>
                    <a:pt x="1" y="338"/>
                  </a:lnTo>
                  <a:lnTo>
                    <a:pt x="1" y="417"/>
                  </a:lnTo>
                  <a:lnTo>
                    <a:pt x="21" y="477"/>
                  </a:lnTo>
                  <a:lnTo>
                    <a:pt x="60" y="536"/>
                  </a:lnTo>
                  <a:lnTo>
                    <a:pt x="100" y="576"/>
                  </a:lnTo>
                  <a:lnTo>
                    <a:pt x="160" y="616"/>
                  </a:lnTo>
                  <a:lnTo>
                    <a:pt x="199" y="655"/>
                  </a:lnTo>
                  <a:lnTo>
                    <a:pt x="279" y="675"/>
                  </a:lnTo>
                  <a:lnTo>
                    <a:pt x="418" y="675"/>
                  </a:lnTo>
                  <a:lnTo>
                    <a:pt x="477" y="655"/>
                  </a:lnTo>
                  <a:lnTo>
                    <a:pt x="537" y="616"/>
                  </a:lnTo>
                  <a:lnTo>
                    <a:pt x="576" y="576"/>
                  </a:lnTo>
                  <a:lnTo>
                    <a:pt x="616" y="536"/>
                  </a:lnTo>
                  <a:lnTo>
                    <a:pt x="656" y="477"/>
                  </a:lnTo>
                  <a:lnTo>
                    <a:pt x="675" y="417"/>
                  </a:lnTo>
                  <a:lnTo>
                    <a:pt x="675" y="338"/>
                  </a:lnTo>
                  <a:lnTo>
                    <a:pt x="675" y="278"/>
                  </a:lnTo>
                  <a:lnTo>
                    <a:pt x="656" y="199"/>
                  </a:lnTo>
                  <a:lnTo>
                    <a:pt x="616" y="159"/>
                  </a:lnTo>
                  <a:lnTo>
                    <a:pt x="576" y="100"/>
                  </a:lnTo>
                  <a:lnTo>
                    <a:pt x="537" y="60"/>
                  </a:lnTo>
                  <a:lnTo>
                    <a:pt x="477" y="21"/>
                  </a:lnTo>
                  <a:lnTo>
                    <a:pt x="4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3"/>
            <p:cNvSpPr/>
            <p:nvPr/>
          </p:nvSpPr>
          <p:spPr>
            <a:xfrm>
              <a:off x="5293650" y="944975"/>
              <a:ext cx="16900" cy="16900"/>
            </a:xfrm>
            <a:custGeom>
              <a:avLst/>
              <a:gdLst/>
              <a:ahLst/>
              <a:cxnLst/>
              <a:rect l="l" t="t" r="r" b="b"/>
              <a:pathLst>
                <a:path w="676" h="676" extrusionOk="0">
                  <a:moveTo>
                    <a:pt x="279" y="1"/>
                  </a:moveTo>
                  <a:lnTo>
                    <a:pt x="199" y="21"/>
                  </a:lnTo>
                  <a:lnTo>
                    <a:pt x="140" y="60"/>
                  </a:lnTo>
                  <a:lnTo>
                    <a:pt x="100" y="100"/>
                  </a:lnTo>
                  <a:lnTo>
                    <a:pt x="61" y="159"/>
                  </a:lnTo>
                  <a:lnTo>
                    <a:pt x="21" y="199"/>
                  </a:lnTo>
                  <a:lnTo>
                    <a:pt x="1" y="278"/>
                  </a:lnTo>
                  <a:lnTo>
                    <a:pt x="1" y="338"/>
                  </a:lnTo>
                  <a:lnTo>
                    <a:pt x="1" y="417"/>
                  </a:lnTo>
                  <a:lnTo>
                    <a:pt x="21" y="477"/>
                  </a:lnTo>
                  <a:lnTo>
                    <a:pt x="61" y="536"/>
                  </a:lnTo>
                  <a:lnTo>
                    <a:pt x="100" y="576"/>
                  </a:lnTo>
                  <a:lnTo>
                    <a:pt x="140" y="616"/>
                  </a:lnTo>
                  <a:lnTo>
                    <a:pt x="199" y="655"/>
                  </a:lnTo>
                  <a:lnTo>
                    <a:pt x="279" y="675"/>
                  </a:lnTo>
                  <a:lnTo>
                    <a:pt x="418" y="675"/>
                  </a:lnTo>
                  <a:lnTo>
                    <a:pt x="477" y="655"/>
                  </a:lnTo>
                  <a:lnTo>
                    <a:pt x="537" y="616"/>
                  </a:lnTo>
                  <a:lnTo>
                    <a:pt x="576" y="576"/>
                  </a:lnTo>
                  <a:lnTo>
                    <a:pt x="616" y="536"/>
                  </a:lnTo>
                  <a:lnTo>
                    <a:pt x="656" y="477"/>
                  </a:lnTo>
                  <a:lnTo>
                    <a:pt x="676" y="417"/>
                  </a:lnTo>
                  <a:lnTo>
                    <a:pt x="676" y="338"/>
                  </a:lnTo>
                  <a:lnTo>
                    <a:pt x="676" y="278"/>
                  </a:lnTo>
                  <a:lnTo>
                    <a:pt x="656" y="199"/>
                  </a:lnTo>
                  <a:lnTo>
                    <a:pt x="616" y="159"/>
                  </a:lnTo>
                  <a:lnTo>
                    <a:pt x="576" y="100"/>
                  </a:lnTo>
                  <a:lnTo>
                    <a:pt x="537" y="60"/>
                  </a:lnTo>
                  <a:lnTo>
                    <a:pt x="477" y="21"/>
                  </a:lnTo>
                  <a:lnTo>
                    <a:pt x="4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3"/>
            <p:cNvSpPr/>
            <p:nvPr/>
          </p:nvSpPr>
          <p:spPr>
            <a:xfrm>
              <a:off x="5396850" y="944975"/>
              <a:ext cx="16875" cy="1690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258" y="1"/>
                  </a:moveTo>
                  <a:lnTo>
                    <a:pt x="198" y="21"/>
                  </a:lnTo>
                  <a:lnTo>
                    <a:pt x="139" y="60"/>
                  </a:lnTo>
                  <a:lnTo>
                    <a:pt x="99" y="100"/>
                  </a:lnTo>
                  <a:lnTo>
                    <a:pt x="60" y="159"/>
                  </a:lnTo>
                  <a:lnTo>
                    <a:pt x="20" y="199"/>
                  </a:lnTo>
                  <a:lnTo>
                    <a:pt x="0" y="278"/>
                  </a:lnTo>
                  <a:lnTo>
                    <a:pt x="0" y="338"/>
                  </a:lnTo>
                  <a:lnTo>
                    <a:pt x="0" y="417"/>
                  </a:lnTo>
                  <a:lnTo>
                    <a:pt x="20" y="477"/>
                  </a:lnTo>
                  <a:lnTo>
                    <a:pt x="60" y="536"/>
                  </a:lnTo>
                  <a:lnTo>
                    <a:pt x="99" y="576"/>
                  </a:lnTo>
                  <a:lnTo>
                    <a:pt x="139" y="616"/>
                  </a:lnTo>
                  <a:lnTo>
                    <a:pt x="198" y="655"/>
                  </a:lnTo>
                  <a:lnTo>
                    <a:pt x="258" y="675"/>
                  </a:lnTo>
                  <a:lnTo>
                    <a:pt x="397" y="675"/>
                  </a:lnTo>
                  <a:lnTo>
                    <a:pt x="476" y="655"/>
                  </a:lnTo>
                  <a:lnTo>
                    <a:pt x="536" y="616"/>
                  </a:lnTo>
                  <a:lnTo>
                    <a:pt x="575" y="576"/>
                  </a:lnTo>
                  <a:lnTo>
                    <a:pt x="615" y="536"/>
                  </a:lnTo>
                  <a:lnTo>
                    <a:pt x="655" y="477"/>
                  </a:lnTo>
                  <a:lnTo>
                    <a:pt x="675" y="417"/>
                  </a:lnTo>
                  <a:lnTo>
                    <a:pt x="675" y="338"/>
                  </a:lnTo>
                  <a:lnTo>
                    <a:pt x="675" y="278"/>
                  </a:lnTo>
                  <a:lnTo>
                    <a:pt x="655" y="199"/>
                  </a:lnTo>
                  <a:lnTo>
                    <a:pt x="615" y="159"/>
                  </a:lnTo>
                  <a:lnTo>
                    <a:pt x="575" y="100"/>
                  </a:lnTo>
                  <a:lnTo>
                    <a:pt x="536" y="60"/>
                  </a:lnTo>
                  <a:lnTo>
                    <a:pt x="476" y="21"/>
                  </a:lnTo>
                  <a:lnTo>
                    <a:pt x="3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3"/>
            <p:cNvSpPr/>
            <p:nvPr/>
          </p:nvSpPr>
          <p:spPr>
            <a:xfrm>
              <a:off x="5500025" y="944975"/>
              <a:ext cx="16875" cy="1690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258" y="1"/>
                  </a:moveTo>
                  <a:lnTo>
                    <a:pt x="199" y="21"/>
                  </a:lnTo>
                  <a:lnTo>
                    <a:pt x="139" y="60"/>
                  </a:lnTo>
                  <a:lnTo>
                    <a:pt x="99" y="100"/>
                  </a:lnTo>
                  <a:lnTo>
                    <a:pt x="60" y="159"/>
                  </a:lnTo>
                  <a:lnTo>
                    <a:pt x="20" y="199"/>
                  </a:lnTo>
                  <a:lnTo>
                    <a:pt x="0" y="278"/>
                  </a:lnTo>
                  <a:lnTo>
                    <a:pt x="0" y="338"/>
                  </a:lnTo>
                  <a:lnTo>
                    <a:pt x="0" y="417"/>
                  </a:lnTo>
                  <a:lnTo>
                    <a:pt x="20" y="477"/>
                  </a:lnTo>
                  <a:lnTo>
                    <a:pt x="60" y="536"/>
                  </a:lnTo>
                  <a:lnTo>
                    <a:pt x="99" y="576"/>
                  </a:lnTo>
                  <a:lnTo>
                    <a:pt x="139" y="616"/>
                  </a:lnTo>
                  <a:lnTo>
                    <a:pt x="199" y="655"/>
                  </a:lnTo>
                  <a:lnTo>
                    <a:pt x="258" y="675"/>
                  </a:lnTo>
                  <a:lnTo>
                    <a:pt x="397" y="675"/>
                  </a:lnTo>
                  <a:lnTo>
                    <a:pt x="476" y="655"/>
                  </a:lnTo>
                  <a:lnTo>
                    <a:pt x="536" y="616"/>
                  </a:lnTo>
                  <a:lnTo>
                    <a:pt x="576" y="576"/>
                  </a:lnTo>
                  <a:lnTo>
                    <a:pt x="615" y="536"/>
                  </a:lnTo>
                  <a:lnTo>
                    <a:pt x="655" y="477"/>
                  </a:lnTo>
                  <a:lnTo>
                    <a:pt x="675" y="417"/>
                  </a:lnTo>
                  <a:lnTo>
                    <a:pt x="675" y="338"/>
                  </a:lnTo>
                  <a:lnTo>
                    <a:pt x="675" y="278"/>
                  </a:lnTo>
                  <a:lnTo>
                    <a:pt x="655" y="199"/>
                  </a:lnTo>
                  <a:lnTo>
                    <a:pt x="615" y="159"/>
                  </a:lnTo>
                  <a:lnTo>
                    <a:pt x="576" y="100"/>
                  </a:lnTo>
                  <a:lnTo>
                    <a:pt x="536" y="60"/>
                  </a:lnTo>
                  <a:lnTo>
                    <a:pt x="476" y="21"/>
                  </a:lnTo>
                  <a:lnTo>
                    <a:pt x="3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3"/>
            <p:cNvSpPr/>
            <p:nvPr/>
          </p:nvSpPr>
          <p:spPr>
            <a:xfrm>
              <a:off x="5603200" y="944975"/>
              <a:ext cx="16875" cy="1690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258" y="1"/>
                  </a:moveTo>
                  <a:lnTo>
                    <a:pt x="199" y="21"/>
                  </a:lnTo>
                  <a:lnTo>
                    <a:pt x="139" y="60"/>
                  </a:lnTo>
                  <a:lnTo>
                    <a:pt x="99" y="100"/>
                  </a:lnTo>
                  <a:lnTo>
                    <a:pt x="40" y="159"/>
                  </a:lnTo>
                  <a:lnTo>
                    <a:pt x="20" y="199"/>
                  </a:lnTo>
                  <a:lnTo>
                    <a:pt x="0" y="278"/>
                  </a:lnTo>
                  <a:lnTo>
                    <a:pt x="0" y="338"/>
                  </a:lnTo>
                  <a:lnTo>
                    <a:pt x="0" y="417"/>
                  </a:lnTo>
                  <a:lnTo>
                    <a:pt x="20" y="477"/>
                  </a:lnTo>
                  <a:lnTo>
                    <a:pt x="40" y="536"/>
                  </a:lnTo>
                  <a:lnTo>
                    <a:pt x="99" y="576"/>
                  </a:lnTo>
                  <a:lnTo>
                    <a:pt x="139" y="616"/>
                  </a:lnTo>
                  <a:lnTo>
                    <a:pt x="199" y="655"/>
                  </a:lnTo>
                  <a:lnTo>
                    <a:pt x="258" y="675"/>
                  </a:lnTo>
                  <a:lnTo>
                    <a:pt x="397" y="675"/>
                  </a:lnTo>
                  <a:lnTo>
                    <a:pt x="457" y="655"/>
                  </a:lnTo>
                  <a:lnTo>
                    <a:pt x="516" y="616"/>
                  </a:lnTo>
                  <a:lnTo>
                    <a:pt x="576" y="576"/>
                  </a:lnTo>
                  <a:lnTo>
                    <a:pt x="615" y="536"/>
                  </a:lnTo>
                  <a:lnTo>
                    <a:pt x="655" y="477"/>
                  </a:lnTo>
                  <a:lnTo>
                    <a:pt x="675" y="417"/>
                  </a:lnTo>
                  <a:lnTo>
                    <a:pt x="675" y="338"/>
                  </a:lnTo>
                  <a:lnTo>
                    <a:pt x="675" y="278"/>
                  </a:lnTo>
                  <a:lnTo>
                    <a:pt x="655" y="199"/>
                  </a:lnTo>
                  <a:lnTo>
                    <a:pt x="615" y="159"/>
                  </a:lnTo>
                  <a:lnTo>
                    <a:pt x="576" y="100"/>
                  </a:lnTo>
                  <a:lnTo>
                    <a:pt x="516" y="60"/>
                  </a:lnTo>
                  <a:lnTo>
                    <a:pt x="457" y="21"/>
                  </a:lnTo>
                  <a:lnTo>
                    <a:pt x="3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3"/>
            <p:cNvSpPr/>
            <p:nvPr/>
          </p:nvSpPr>
          <p:spPr>
            <a:xfrm>
              <a:off x="5705875" y="944975"/>
              <a:ext cx="17400" cy="16900"/>
            </a:xfrm>
            <a:custGeom>
              <a:avLst/>
              <a:gdLst/>
              <a:ahLst/>
              <a:cxnLst/>
              <a:rect l="l" t="t" r="r" b="b"/>
              <a:pathLst>
                <a:path w="696" h="676" extrusionOk="0">
                  <a:moveTo>
                    <a:pt x="278" y="1"/>
                  </a:moveTo>
                  <a:lnTo>
                    <a:pt x="219" y="21"/>
                  </a:lnTo>
                  <a:lnTo>
                    <a:pt x="159" y="60"/>
                  </a:lnTo>
                  <a:lnTo>
                    <a:pt x="100" y="100"/>
                  </a:lnTo>
                  <a:lnTo>
                    <a:pt x="60" y="159"/>
                  </a:lnTo>
                  <a:lnTo>
                    <a:pt x="40" y="199"/>
                  </a:lnTo>
                  <a:lnTo>
                    <a:pt x="20" y="278"/>
                  </a:lnTo>
                  <a:lnTo>
                    <a:pt x="1" y="338"/>
                  </a:lnTo>
                  <a:lnTo>
                    <a:pt x="20" y="417"/>
                  </a:lnTo>
                  <a:lnTo>
                    <a:pt x="40" y="477"/>
                  </a:lnTo>
                  <a:lnTo>
                    <a:pt x="60" y="536"/>
                  </a:lnTo>
                  <a:lnTo>
                    <a:pt x="100" y="576"/>
                  </a:lnTo>
                  <a:lnTo>
                    <a:pt x="159" y="616"/>
                  </a:lnTo>
                  <a:lnTo>
                    <a:pt x="219" y="655"/>
                  </a:lnTo>
                  <a:lnTo>
                    <a:pt x="278" y="675"/>
                  </a:lnTo>
                  <a:lnTo>
                    <a:pt x="417" y="675"/>
                  </a:lnTo>
                  <a:lnTo>
                    <a:pt x="477" y="655"/>
                  </a:lnTo>
                  <a:lnTo>
                    <a:pt x="536" y="616"/>
                  </a:lnTo>
                  <a:lnTo>
                    <a:pt x="596" y="576"/>
                  </a:lnTo>
                  <a:lnTo>
                    <a:pt x="635" y="536"/>
                  </a:lnTo>
                  <a:lnTo>
                    <a:pt x="675" y="477"/>
                  </a:lnTo>
                  <a:lnTo>
                    <a:pt x="695" y="417"/>
                  </a:lnTo>
                  <a:lnTo>
                    <a:pt x="695" y="338"/>
                  </a:lnTo>
                  <a:lnTo>
                    <a:pt x="695" y="278"/>
                  </a:lnTo>
                  <a:lnTo>
                    <a:pt x="675" y="199"/>
                  </a:lnTo>
                  <a:lnTo>
                    <a:pt x="635" y="159"/>
                  </a:lnTo>
                  <a:lnTo>
                    <a:pt x="596" y="100"/>
                  </a:lnTo>
                  <a:lnTo>
                    <a:pt x="536" y="60"/>
                  </a:lnTo>
                  <a:lnTo>
                    <a:pt x="477" y="21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3"/>
            <p:cNvSpPr/>
            <p:nvPr/>
          </p:nvSpPr>
          <p:spPr>
            <a:xfrm>
              <a:off x="5809050" y="944975"/>
              <a:ext cx="17400" cy="16900"/>
            </a:xfrm>
            <a:custGeom>
              <a:avLst/>
              <a:gdLst/>
              <a:ahLst/>
              <a:cxnLst/>
              <a:rect l="l" t="t" r="r" b="b"/>
              <a:pathLst>
                <a:path w="696" h="676" extrusionOk="0">
                  <a:moveTo>
                    <a:pt x="278" y="1"/>
                  </a:moveTo>
                  <a:lnTo>
                    <a:pt x="219" y="21"/>
                  </a:lnTo>
                  <a:lnTo>
                    <a:pt x="159" y="60"/>
                  </a:lnTo>
                  <a:lnTo>
                    <a:pt x="100" y="100"/>
                  </a:lnTo>
                  <a:lnTo>
                    <a:pt x="60" y="159"/>
                  </a:lnTo>
                  <a:lnTo>
                    <a:pt x="40" y="199"/>
                  </a:lnTo>
                  <a:lnTo>
                    <a:pt x="20" y="278"/>
                  </a:lnTo>
                  <a:lnTo>
                    <a:pt x="1" y="338"/>
                  </a:lnTo>
                  <a:lnTo>
                    <a:pt x="20" y="417"/>
                  </a:lnTo>
                  <a:lnTo>
                    <a:pt x="40" y="477"/>
                  </a:lnTo>
                  <a:lnTo>
                    <a:pt x="60" y="536"/>
                  </a:lnTo>
                  <a:lnTo>
                    <a:pt x="100" y="576"/>
                  </a:lnTo>
                  <a:lnTo>
                    <a:pt x="159" y="616"/>
                  </a:lnTo>
                  <a:lnTo>
                    <a:pt x="219" y="655"/>
                  </a:lnTo>
                  <a:lnTo>
                    <a:pt x="278" y="675"/>
                  </a:lnTo>
                  <a:lnTo>
                    <a:pt x="417" y="675"/>
                  </a:lnTo>
                  <a:lnTo>
                    <a:pt x="477" y="655"/>
                  </a:lnTo>
                  <a:lnTo>
                    <a:pt x="536" y="616"/>
                  </a:lnTo>
                  <a:lnTo>
                    <a:pt x="596" y="576"/>
                  </a:lnTo>
                  <a:lnTo>
                    <a:pt x="636" y="536"/>
                  </a:lnTo>
                  <a:lnTo>
                    <a:pt x="655" y="477"/>
                  </a:lnTo>
                  <a:lnTo>
                    <a:pt x="675" y="417"/>
                  </a:lnTo>
                  <a:lnTo>
                    <a:pt x="695" y="338"/>
                  </a:lnTo>
                  <a:lnTo>
                    <a:pt x="675" y="278"/>
                  </a:lnTo>
                  <a:lnTo>
                    <a:pt x="655" y="199"/>
                  </a:lnTo>
                  <a:lnTo>
                    <a:pt x="636" y="159"/>
                  </a:lnTo>
                  <a:lnTo>
                    <a:pt x="596" y="100"/>
                  </a:lnTo>
                  <a:lnTo>
                    <a:pt x="536" y="60"/>
                  </a:lnTo>
                  <a:lnTo>
                    <a:pt x="477" y="21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3"/>
            <p:cNvSpPr/>
            <p:nvPr/>
          </p:nvSpPr>
          <p:spPr>
            <a:xfrm>
              <a:off x="5912225" y="944975"/>
              <a:ext cx="17400" cy="16900"/>
            </a:xfrm>
            <a:custGeom>
              <a:avLst/>
              <a:gdLst/>
              <a:ahLst/>
              <a:cxnLst/>
              <a:rect l="l" t="t" r="r" b="b"/>
              <a:pathLst>
                <a:path w="696" h="676" extrusionOk="0">
                  <a:moveTo>
                    <a:pt x="279" y="1"/>
                  </a:moveTo>
                  <a:lnTo>
                    <a:pt x="219" y="21"/>
                  </a:lnTo>
                  <a:lnTo>
                    <a:pt x="159" y="60"/>
                  </a:lnTo>
                  <a:lnTo>
                    <a:pt x="100" y="100"/>
                  </a:lnTo>
                  <a:lnTo>
                    <a:pt x="60" y="159"/>
                  </a:lnTo>
                  <a:lnTo>
                    <a:pt x="40" y="199"/>
                  </a:lnTo>
                  <a:lnTo>
                    <a:pt x="21" y="278"/>
                  </a:lnTo>
                  <a:lnTo>
                    <a:pt x="1" y="338"/>
                  </a:lnTo>
                  <a:lnTo>
                    <a:pt x="21" y="417"/>
                  </a:lnTo>
                  <a:lnTo>
                    <a:pt x="40" y="477"/>
                  </a:lnTo>
                  <a:lnTo>
                    <a:pt x="60" y="536"/>
                  </a:lnTo>
                  <a:lnTo>
                    <a:pt x="100" y="576"/>
                  </a:lnTo>
                  <a:lnTo>
                    <a:pt x="159" y="616"/>
                  </a:lnTo>
                  <a:lnTo>
                    <a:pt x="219" y="655"/>
                  </a:lnTo>
                  <a:lnTo>
                    <a:pt x="279" y="675"/>
                  </a:lnTo>
                  <a:lnTo>
                    <a:pt x="417" y="675"/>
                  </a:lnTo>
                  <a:lnTo>
                    <a:pt x="477" y="655"/>
                  </a:lnTo>
                  <a:lnTo>
                    <a:pt x="536" y="616"/>
                  </a:lnTo>
                  <a:lnTo>
                    <a:pt x="596" y="576"/>
                  </a:lnTo>
                  <a:lnTo>
                    <a:pt x="636" y="536"/>
                  </a:lnTo>
                  <a:lnTo>
                    <a:pt x="656" y="477"/>
                  </a:lnTo>
                  <a:lnTo>
                    <a:pt x="675" y="417"/>
                  </a:lnTo>
                  <a:lnTo>
                    <a:pt x="695" y="338"/>
                  </a:lnTo>
                  <a:lnTo>
                    <a:pt x="675" y="278"/>
                  </a:lnTo>
                  <a:lnTo>
                    <a:pt x="656" y="199"/>
                  </a:lnTo>
                  <a:lnTo>
                    <a:pt x="636" y="159"/>
                  </a:lnTo>
                  <a:lnTo>
                    <a:pt x="596" y="100"/>
                  </a:lnTo>
                  <a:lnTo>
                    <a:pt x="536" y="60"/>
                  </a:lnTo>
                  <a:lnTo>
                    <a:pt x="477" y="21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3"/>
            <p:cNvSpPr/>
            <p:nvPr/>
          </p:nvSpPr>
          <p:spPr>
            <a:xfrm>
              <a:off x="6015400" y="944975"/>
              <a:ext cx="17400" cy="16900"/>
            </a:xfrm>
            <a:custGeom>
              <a:avLst/>
              <a:gdLst/>
              <a:ahLst/>
              <a:cxnLst/>
              <a:rect l="l" t="t" r="r" b="b"/>
              <a:pathLst>
                <a:path w="696" h="676" extrusionOk="0">
                  <a:moveTo>
                    <a:pt x="279" y="1"/>
                  </a:moveTo>
                  <a:lnTo>
                    <a:pt x="219" y="21"/>
                  </a:lnTo>
                  <a:lnTo>
                    <a:pt x="160" y="60"/>
                  </a:lnTo>
                  <a:lnTo>
                    <a:pt x="100" y="100"/>
                  </a:lnTo>
                  <a:lnTo>
                    <a:pt x="60" y="159"/>
                  </a:lnTo>
                  <a:lnTo>
                    <a:pt x="41" y="199"/>
                  </a:lnTo>
                  <a:lnTo>
                    <a:pt x="21" y="278"/>
                  </a:lnTo>
                  <a:lnTo>
                    <a:pt x="1" y="338"/>
                  </a:lnTo>
                  <a:lnTo>
                    <a:pt x="21" y="417"/>
                  </a:lnTo>
                  <a:lnTo>
                    <a:pt x="41" y="477"/>
                  </a:lnTo>
                  <a:lnTo>
                    <a:pt x="60" y="536"/>
                  </a:lnTo>
                  <a:lnTo>
                    <a:pt x="100" y="576"/>
                  </a:lnTo>
                  <a:lnTo>
                    <a:pt x="160" y="616"/>
                  </a:lnTo>
                  <a:lnTo>
                    <a:pt x="219" y="655"/>
                  </a:lnTo>
                  <a:lnTo>
                    <a:pt x="279" y="675"/>
                  </a:lnTo>
                  <a:lnTo>
                    <a:pt x="418" y="675"/>
                  </a:lnTo>
                  <a:lnTo>
                    <a:pt x="477" y="655"/>
                  </a:lnTo>
                  <a:lnTo>
                    <a:pt x="537" y="616"/>
                  </a:lnTo>
                  <a:lnTo>
                    <a:pt x="596" y="576"/>
                  </a:lnTo>
                  <a:lnTo>
                    <a:pt x="636" y="536"/>
                  </a:lnTo>
                  <a:lnTo>
                    <a:pt x="656" y="477"/>
                  </a:lnTo>
                  <a:lnTo>
                    <a:pt x="675" y="417"/>
                  </a:lnTo>
                  <a:lnTo>
                    <a:pt x="695" y="338"/>
                  </a:lnTo>
                  <a:lnTo>
                    <a:pt x="675" y="278"/>
                  </a:lnTo>
                  <a:lnTo>
                    <a:pt x="656" y="199"/>
                  </a:lnTo>
                  <a:lnTo>
                    <a:pt x="636" y="159"/>
                  </a:lnTo>
                  <a:lnTo>
                    <a:pt x="596" y="100"/>
                  </a:lnTo>
                  <a:lnTo>
                    <a:pt x="537" y="60"/>
                  </a:lnTo>
                  <a:lnTo>
                    <a:pt x="477" y="21"/>
                  </a:lnTo>
                  <a:lnTo>
                    <a:pt x="4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3"/>
            <p:cNvSpPr/>
            <p:nvPr/>
          </p:nvSpPr>
          <p:spPr>
            <a:xfrm>
              <a:off x="6118575" y="944975"/>
              <a:ext cx="17400" cy="16900"/>
            </a:xfrm>
            <a:custGeom>
              <a:avLst/>
              <a:gdLst/>
              <a:ahLst/>
              <a:cxnLst/>
              <a:rect l="l" t="t" r="r" b="b"/>
              <a:pathLst>
                <a:path w="696" h="676" extrusionOk="0">
                  <a:moveTo>
                    <a:pt x="279" y="1"/>
                  </a:moveTo>
                  <a:lnTo>
                    <a:pt x="219" y="21"/>
                  </a:lnTo>
                  <a:lnTo>
                    <a:pt x="160" y="60"/>
                  </a:lnTo>
                  <a:lnTo>
                    <a:pt x="100" y="100"/>
                  </a:lnTo>
                  <a:lnTo>
                    <a:pt x="60" y="159"/>
                  </a:lnTo>
                  <a:lnTo>
                    <a:pt x="21" y="199"/>
                  </a:lnTo>
                  <a:lnTo>
                    <a:pt x="1" y="278"/>
                  </a:lnTo>
                  <a:lnTo>
                    <a:pt x="1" y="338"/>
                  </a:lnTo>
                  <a:lnTo>
                    <a:pt x="1" y="417"/>
                  </a:lnTo>
                  <a:lnTo>
                    <a:pt x="21" y="477"/>
                  </a:lnTo>
                  <a:lnTo>
                    <a:pt x="60" y="536"/>
                  </a:lnTo>
                  <a:lnTo>
                    <a:pt x="100" y="576"/>
                  </a:lnTo>
                  <a:lnTo>
                    <a:pt x="160" y="616"/>
                  </a:lnTo>
                  <a:lnTo>
                    <a:pt x="219" y="655"/>
                  </a:lnTo>
                  <a:lnTo>
                    <a:pt x="279" y="675"/>
                  </a:lnTo>
                  <a:lnTo>
                    <a:pt x="418" y="675"/>
                  </a:lnTo>
                  <a:lnTo>
                    <a:pt x="477" y="655"/>
                  </a:lnTo>
                  <a:lnTo>
                    <a:pt x="537" y="616"/>
                  </a:lnTo>
                  <a:lnTo>
                    <a:pt x="576" y="576"/>
                  </a:lnTo>
                  <a:lnTo>
                    <a:pt x="636" y="536"/>
                  </a:lnTo>
                  <a:lnTo>
                    <a:pt x="656" y="477"/>
                  </a:lnTo>
                  <a:lnTo>
                    <a:pt x="676" y="417"/>
                  </a:lnTo>
                  <a:lnTo>
                    <a:pt x="695" y="338"/>
                  </a:lnTo>
                  <a:lnTo>
                    <a:pt x="676" y="278"/>
                  </a:lnTo>
                  <a:lnTo>
                    <a:pt x="656" y="199"/>
                  </a:lnTo>
                  <a:lnTo>
                    <a:pt x="636" y="159"/>
                  </a:lnTo>
                  <a:lnTo>
                    <a:pt x="576" y="100"/>
                  </a:lnTo>
                  <a:lnTo>
                    <a:pt x="537" y="60"/>
                  </a:lnTo>
                  <a:lnTo>
                    <a:pt x="477" y="21"/>
                  </a:lnTo>
                  <a:lnTo>
                    <a:pt x="4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3"/>
            <p:cNvSpPr/>
            <p:nvPr/>
          </p:nvSpPr>
          <p:spPr>
            <a:xfrm>
              <a:off x="6221775" y="944975"/>
              <a:ext cx="16875" cy="1690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278" y="1"/>
                  </a:moveTo>
                  <a:lnTo>
                    <a:pt x="198" y="21"/>
                  </a:lnTo>
                  <a:lnTo>
                    <a:pt x="159" y="60"/>
                  </a:lnTo>
                  <a:lnTo>
                    <a:pt x="99" y="100"/>
                  </a:lnTo>
                  <a:lnTo>
                    <a:pt x="60" y="159"/>
                  </a:lnTo>
                  <a:lnTo>
                    <a:pt x="20" y="199"/>
                  </a:lnTo>
                  <a:lnTo>
                    <a:pt x="0" y="278"/>
                  </a:lnTo>
                  <a:lnTo>
                    <a:pt x="0" y="338"/>
                  </a:lnTo>
                  <a:lnTo>
                    <a:pt x="0" y="417"/>
                  </a:lnTo>
                  <a:lnTo>
                    <a:pt x="20" y="477"/>
                  </a:lnTo>
                  <a:lnTo>
                    <a:pt x="60" y="536"/>
                  </a:lnTo>
                  <a:lnTo>
                    <a:pt x="99" y="576"/>
                  </a:lnTo>
                  <a:lnTo>
                    <a:pt x="159" y="616"/>
                  </a:lnTo>
                  <a:lnTo>
                    <a:pt x="198" y="655"/>
                  </a:lnTo>
                  <a:lnTo>
                    <a:pt x="278" y="675"/>
                  </a:lnTo>
                  <a:lnTo>
                    <a:pt x="417" y="675"/>
                  </a:lnTo>
                  <a:lnTo>
                    <a:pt x="476" y="655"/>
                  </a:lnTo>
                  <a:lnTo>
                    <a:pt x="536" y="616"/>
                  </a:lnTo>
                  <a:lnTo>
                    <a:pt x="575" y="576"/>
                  </a:lnTo>
                  <a:lnTo>
                    <a:pt x="615" y="536"/>
                  </a:lnTo>
                  <a:lnTo>
                    <a:pt x="655" y="477"/>
                  </a:lnTo>
                  <a:lnTo>
                    <a:pt x="675" y="417"/>
                  </a:lnTo>
                  <a:lnTo>
                    <a:pt x="675" y="338"/>
                  </a:lnTo>
                  <a:lnTo>
                    <a:pt x="675" y="278"/>
                  </a:lnTo>
                  <a:lnTo>
                    <a:pt x="655" y="199"/>
                  </a:lnTo>
                  <a:lnTo>
                    <a:pt x="615" y="159"/>
                  </a:lnTo>
                  <a:lnTo>
                    <a:pt x="575" y="100"/>
                  </a:lnTo>
                  <a:lnTo>
                    <a:pt x="536" y="60"/>
                  </a:lnTo>
                  <a:lnTo>
                    <a:pt x="476" y="21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3"/>
            <p:cNvSpPr/>
            <p:nvPr/>
          </p:nvSpPr>
          <p:spPr>
            <a:xfrm>
              <a:off x="6324950" y="944975"/>
              <a:ext cx="16875" cy="1690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278" y="1"/>
                  </a:moveTo>
                  <a:lnTo>
                    <a:pt x="199" y="21"/>
                  </a:lnTo>
                  <a:lnTo>
                    <a:pt x="139" y="60"/>
                  </a:lnTo>
                  <a:lnTo>
                    <a:pt x="99" y="100"/>
                  </a:lnTo>
                  <a:lnTo>
                    <a:pt x="60" y="159"/>
                  </a:lnTo>
                  <a:lnTo>
                    <a:pt x="20" y="199"/>
                  </a:lnTo>
                  <a:lnTo>
                    <a:pt x="0" y="278"/>
                  </a:lnTo>
                  <a:lnTo>
                    <a:pt x="0" y="338"/>
                  </a:lnTo>
                  <a:lnTo>
                    <a:pt x="0" y="417"/>
                  </a:lnTo>
                  <a:lnTo>
                    <a:pt x="20" y="477"/>
                  </a:lnTo>
                  <a:lnTo>
                    <a:pt x="60" y="536"/>
                  </a:lnTo>
                  <a:lnTo>
                    <a:pt x="99" y="576"/>
                  </a:lnTo>
                  <a:lnTo>
                    <a:pt x="139" y="616"/>
                  </a:lnTo>
                  <a:lnTo>
                    <a:pt x="199" y="655"/>
                  </a:lnTo>
                  <a:lnTo>
                    <a:pt x="278" y="675"/>
                  </a:lnTo>
                  <a:lnTo>
                    <a:pt x="417" y="675"/>
                  </a:lnTo>
                  <a:lnTo>
                    <a:pt x="476" y="655"/>
                  </a:lnTo>
                  <a:lnTo>
                    <a:pt x="536" y="616"/>
                  </a:lnTo>
                  <a:lnTo>
                    <a:pt x="576" y="576"/>
                  </a:lnTo>
                  <a:lnTo>
                    <a:pt x="615" y="536"/>
                  </a:lnTo>
                  <a:lnTo>
                    <a:pt x="655" y="477"/>
                  </a:lnTo>
                  <a:lnTo>
                    <a:pt x="675" y="417"/>
                  </a:lnTo>
                  <a:lnTo>
                    <a:pt x="675" y="338"/>
                  </a:lnTo>
                  <a:lnTo>
                    <a:pt x="675" y="278"/>
                  </a:lnTo>
                  <a:lnTo>
                    <a:pt x="655" y="199"/>
                  </a:lnTo>
                  <a:lnTo>
                    <a:pt x="615" y="159"/>
                  </a:lnTo>
                  <a:lnTo>
                    <a:pt x="576" y="100"/>
                  </a:lnTo>
                  <a:lnTo>
                    <a:pt x="536" y="60"/>
                  </a:lnTo>
                  <a:lnTo>
                    <a:pt x="476" y="21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3"/>
            <p:cNvSpPr/>
            <p:nvPr/>
          </p:nvSpPr>
          <p:spPr>
            <a:xfrm>
              <a:off x="6428125" y="944975"/>
              <a:ext cx="16875" cy="1690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278" y="1"/>
                  </a:moveTo>
                  <a:lnTo>
                    <a:pt x="199" y="21"/>
                  </a:lnTo>
                  <a:lnTo>
                    <a:pt x="139" y="60"/>
                  </a:lnTo>
                  <a:lnTo>
                    <a:pt x="99" y="100"/>
                  </a:lnTo>
                  <a:lnTo>
                    <a:pt x="60" y="159"/>
                  </a:lnTo>
                  <a:lnTo>
                    <a:pt x="20" y="199"/>
                  </a:lnTo>
                  <a:lnTo>
                    <a:pt x="0" y="278"/>
                  </a:lnTo>
                  <a:lnTo>
                    <a:pt x="0" y="338"/>
                  </a:lnTo>
                  <a:lnTo>
                    <a:pt x="0" y="417"/>
                  </a:lnTo>
                  <a:lnTo>
                    <a:pt x="20" y="477"/>
                  </a:lnTo>
                  <a:lnTo>
                    <a:pt x="60" y="536"/>
                  </a:lnTo>
                  <a:lnTo>
                    <a:pt x="99" y="576"/>
                  </a:lnTo>
                  <a:lnTo>
                    <a:pt x="139" y="616"/>
                  </a:lnTo>
                  <a:lnTo>
                    <a:pt x="199" y="655"/>
                  </a:lnTo>
                  <a:lnTo>
                    <a:pt x="278" y="675"/>
                  </a:lnTo>
                  <a:lnTo>
                    <a:pt x="397" y="675"/>
                  </a:lnTo>
                  <a:lnTo>
                    <a:pt x="476" y="655"/>
                  </a:lnTo>
                  <a:lnTo>
                    <a:pt x="536" y="616"/>
                  </a:lnTo>
                  <a:lnTo>
                    <a:pt x="576" y="576"/>
                  </a:lnTo>
                  <a:lnTo>
                    <a:pt x="615" y="536"/>
                  </a:lnTo>
                  <a:lnTo>
                    <a:pt x="655" y="477"/>
                  </a:lnTo>
                  <a:lnTo>
                    <a:pt x="675" y="417"/>
                  </a:lnTo>
                  <a:lnTo>
                    <a:pt x="675" y="338"/>
                  </a:lnTo>
                  <a:lnTo>
                    <a:pt x="675" y="278"/>
                  </a:lnTo>
                  <a:lnTo>
                    <a:pt x="655" y="199"/>
                  </a:lnTo>
                  <a:lnTo>
                    <a:pt x="615" y="159"/>
                  </a:lnTo>
                  <a:lnTo>
                    <a:pt x="576" y="100"/>
                  </a:lnTo>
                  <a:lnTo>
                    <a:pt x="536" y="60"/>
                  </a:lnTo>
                  <a:lnTo>
                    <a:pt x="476" y="21"/>
                  </a:lnTo>
                  <a:lnTo>
                    <a:pt x="3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3"/>
            <p:cNvSpPr/>
            <p:nvPr/>
          </p:nvSpPr>
          <p:spPr>
            <a:xfrm>
              <a:off x="4675600" y="1062550"/>
              <a:ext cx="15400" cy="15400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318" y="0"/>
                  </a:moveTo>
                  <a:lnTo>
                    <a:pt x="258" y="20"/>
                  </a:lnTo>
                  <a:lnTo>
                    <a:pt x="198" y="40"/>
                  </a:lnTo>
                  <a:lnTo>
                    <a:pt x="99" y="99"/>
                  </a:lnTo>
                  <a:lnTo>
                    <a:pt x="40" y="199"/>
                  </a:lnTo>
                  <a:lnTo>
                    <a:pt x="20" y="258"/>
                  </a:lnTo>
                  <a:lnTo>
                    <a:pt x="0" y="318"/>
                  </a:lnTo>
                  <a:lnTo>
                    <a:pt x="20" y="377"/>
                  </a:lnTo>
                  <a:lnTo>
                    <a:pt x="40" y="437"/>
                  </a:lnTo>
                  <a:lnTo>
                    <a:pt x="99" y="536"/>
                  </a:lnTo>
                  <a:lnTo>
                    <a:pt x="198" y="595"/>
                  </a:lnTo>
                  <a:lnTo>
                    <a:pt x="258" y="615"/>
                  </a:lnTo>
                  <a:lnTo>
                    <a:pt x="377" y="615"/>
                  </a:lnTo>
                  <a:lnTo>
                    <a:pt x="437" y="595"/>
                  </a:lnTo>
                  <a:lnTo>
                    <a:pt x="516" y="536"/>
                  </a:lnTo>
                  <a:lnTo>
                    <a:pt x="595" y="437"/>
                  </a:lnTo>
                  <a:lnTo>
                    <a:pt x="615" y="377"/>
                  </a:lnTo>
                  <a:lnTo>
                    <a:pt x="615" y="318"/>
                  </a:lnTo>
                  <a:lnTo>
                    <a:pt x="615" y="258"/>
                  </a:lnTo>
                  <a:lnTo>
                    <a:pt x="595" y="199"/>
                  </a:lnTo>
                  <a:lnTo>
                    <a:pt x="516" y="99"/>
                  </a:lnTo>
                  <a:lnTo>
                    <a:pt x="437" y="40"/>
                  </a:lnTo>
                  <a:lnTo>
                    <a:pt x="377" y="2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3"/>
            <p:cNvSpPr/>
            <p:nvPr/>
          </p:nvSpPr>
          <p:spPr>
            <a:xfrm>
              <a:off x="4778775" y="1062550"/>
              <a:ext cx="15400" cy="15400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318" y="0"/>
                  </a:moveTo>
                  <a:lnTo>
                    <a:pt x="238" y="20"/>
                  </a:lnTo>
                  <a:lnTo>
                    <a:pt x="199" y="40"/>
                  </a:lnTo>
                  <a:lnTo>
                    <a:pt x="99" y="99"/>
                  </a:lnTo>
                  <a:lnTo>
                    <a:pt x="20" y="199"/>
                  </a:lnTo>
                  <a:lnTo>
                    <a:pt x="20" y="258"/>
                  </a:lnTo>
                  <a:lnTo>
                    <a:pt x="0" y="318"/>
                  </a:lnTo>
                  <a:lnTo>
                    <a:pt x="20" y="377"/>
                  </a:lnTo>
                  <a:lnTo>
                    <a:pt x="20" y="437"/>
                  </a:lnTo>
                  <a:lnTo>
                    <a:pt x="99" y="536"/>
                  </a:lnTo>
                  <a:lnTo>
                    <a:pt x="199" y="595"/>
                  </a:lnTo>
                  <a:lnTo>
                    <a:pt x="238" y="615"/>
                  </a:lnTo>
                  <a:lnTo>
                    <a:pt x="377" y="615"/>
                  </a:lnTo>
                  <a:lnTo>
                    <a:pt x="437" y="595"/>
                  </a:lnTo>
                  <a:lnTo>
                    <a:pt x="516" y="536"/>
                  </a:lnTo>
                  <a:lnTo>
                    <a:pt x="595" y="437"/>
                  </a:lnTo>
                  <a:lnTo>
                    <a:pt x="615" y="377"/>
                  </a:lnTo>
                  <a:lnTo>
                    <a:pt x="615" y="318"/>
                  </a:lnTo>
                  <a:lnTo>
                    <a:pt x="615" y="258"/>
                  </a:lnTo>
                  <a:lnTo>
                    <a:pt x="595" y="199"/>
                  </a:lnTo>
                  <a:lnTo>
                    <a:pt x="516" y="99"/>
                  </a:lnTo>
                  <a:lnTo>
                    <a:pt x="437" y="40"/>
                  </a:lnTo>
                  <a:lnTo>
                    <a:pt x="377" y="2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3"/>
            <p:cNvSpPr/>
            <p:nvPr/>
          </p:nvSpPr>
          <p:spPr>
            <a:xfrm>
              <a:off x="4881950" y="1062550"/>
              <a:ext cx="15400" cy="15400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298" y="0"/>
                  </a:moveTo>
                  <a:lnTo>
                    <a:pt x="238" y="20"/>
                  </a:lnTo>
                  <a:lnTo>
                    <a:pt x="179" y="40"/>
                  </a:lnTo>
                  <a:lnTo>
                    <a:pt x="99" y="99"/>
                  </a:lnTo>
                  <a:lnTo>
                    <a:pt x="20" y="199"/>
                  </a:lnTo>
                  <a:lnTo>
                    <a:pt x="0" y="258"/>
                  </a:lnTo>
                  <a:lnTo>
                    <a:pt x="0" y="318"/>
                  </a:lnTo>
                  <a:lnTo>
                    <a:pt x="0" y="377"/>
                  </a:lnTo>
                  <a:lnTo>
                    <a:pt x="20" y="437"/>
                  </a:lnTo>
                  <a:lnTo>
                    <a:pt x="99" y="536"/>
                  </a:lnTo>
                  <a:lnTo>
                    <a:pt x="179" y="595"/>
                  </a:lnTo>
                  <a:lnTo>
                    <a:pt x="238" y="615"/>
                  </a:lnTo>
                  <a:lnTo>
                    <a:pt x="377" y="615"/>
                  </a:lnTo>
                  <a:lnTo>
                    <a:pt x="417" y="595"/>
                  </a:lnTo>
                  <a:lnTo>
                    <a:pt x="516" y="536"/>
                  </a:lnTo>
                  <a:lnTo>
                    <a:pt x="595" y="437"/>
                  </a:lnTo>
                  <a:lnTo>
                    <a:pt x="595" y="377"/>
                  </a:lnTo>
                  <a:lnTo>
                    <a:pt x="615" y="318"/>
                  </a:lnTo>
                  <a:lnTo>
                    <a:pt x="595" y="258"/>
                  </a:lnTo>
                  <a:lnTo>
                    <a:pt x="595" y="199"/>
                  </a:lnTo>
                  <a:lnTo>
                    <a:pt x="516" y="99"/>
                  </a:lnTo>
                  <a:lnTo>
                    <a:pt x="417" y="40"/>
                  </a:lnTo>
                  <a:lnTo>
                    <a:pt x="377" y="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3"/>
            <p:cNvSpPr/>
            <p:nvPr/>
          </p:nvSpPr>
          <p:spPr>
            <a:xfrm>
              <a:off x="4985125" y="1062550"/>
              <a:ext cx="15400" cy="15400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298" y="0"/>
                  </a:moveTo>
                  <a:lnTo>
                    <a:pt x="238" y="20"/>
                  </a:lnTo>
                  <a:lnTo>
                    <a:pt x="179" y="40"/>
                  </a:lnTo>
                  <a:lnTo>
                    <a:pt x="100" y="99"/>
                  </a:lnTo>
                  <a:lnTo>
                    <a:pt x="20" y="199"/>
                  </a:lnTo>
                  <a:lnTo>
                    <a:pt x="0" y="258"/>
                  </a:lnTo>
                  <a:lnTo>
                    <a:pt x="0" y="318"/>
                  </a:lnTo>
                  <a:lnTo>
                    <a:pt x="0" y="377"/>
                  </a:lnTo>
                  <a:lnTo>
                    <a:pt x="20" y="437"/>
                  </a:lnTo>
                  <a:lnTo>
                    <a:pt x="100" y="536"/>
                  </a:lnTo>
                  <a:lnTo>
                    <a:pt x="179" y="595"/>
                  </a:lnTo>
                  <a:lnTo>
                    <a:pt x="238" y="615"/>
                  </a:lnTo>
                  <a:lnTo>
                    <a:pt x="357" y="615"/>
                  </a:lnTo>
                  <a:lnTo>
                    <a:pt x="417" y="595"/>
                  </a:lnTo>
                  <a:lnTo>
                    <a:pt x="516" y="536"/>
                  </a:lnTo>
                  <a:lnTo>
                    <a:pt x="576" y="437"/>
                  </a:lnTo>
                  <a:lnTo>
                    <a:pt x="596" y="377"/>
                  </a:lnTo>
                  <a:lnTo>
                    <a:pt x="615" y="318"/>
                  </a:lnTo>
                  <a:lnTo>
                    <a:pt x="596" y="258"/>
                  </a:lnTo>
                  <a:lnTo>
                    <a:pt x="576" y="199"/>
                  </a:lnTo>
                  <a:lnTo>
                    <a:pt x="516" y="99"/>
                  </a:lnTo>
                  <a:lnTo>
                    <a:pt x="417" y="40"/>
                  </a:lnTo>
                  <a:lnTo>
                    <a:pt x="357" y="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3"/>
            <p:cNvSpPr/>
            <p:nvPr/>
          </p:nvSpPr>
          <p:spPr>
            <a:xfrm>
              <a:off x="5088300" y="1062550"/>
              <a:ext cx="15400" cy="15400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298" y="0"/>
                  </a:moveTo>
                  <a:lnTo>
                    <a:pt x="239" y="20"/>
                  </a:lnTo>
                  <a:lnTo>
                    <a:pt x="179" y="40"/>
                  </a:lnTo>
                  <a:lnTo>
                    <a:pt x="80" y="99"/>
                  </a:lnTo>
                  <a:lnTo>
                    <a:pt x="20" y="199"/>
                  </a:lnTo>
                  <a:lnTo>
                    <a:pt x="0" y="258"/>
                  </a:lnTo>
                  <a:lnTo>
                    <a:pt x="0" y="318"/>
                  </a:lnTo>
                  <a:lnTo>
                    <a:pt x="0" y="377"/>
                  </a:lnTo>
                  <a:lnTo>
                    <a:pt x="20" y="437"/>
                  </a:lnTo>
                  <a:lnTo>
                    <a:pt x="80" y="536"/>
                  </a:lnTo>
                  <a:lnTo>
                    <a:pt x="179" y="595"/>
                  </a:lnTo>
                  <a:lnTo>
                    <a:pt x="239" y="615"/>
                  </a:lnTo>
                  <a:lnTo>
                    <a:pt x="358" y="615"/>
                  </a:lnTo>
                  <a:lnTo>
                    <a:pt x="417" y="595"/>
                  </a:lnTo>
                  <a:lnTo>
                    <a:pt x="516" y="536"/>
                  </a:lnTo>
                  <a:lnTo>
                    <a:pt x="576" y="437"/>
                  </a:lnTo>
                  <a:lnTo>
                    <a:pt x="596" y="377"/>
                  </a:lnTo>
                  <a:lnTo>
                    <a:pt x="616" y="318"/>
                  </a:lnTo>
                  <a:lnTo>
                    <a:pt x="596" y="258"/>
                  </a:lnTo>
                  <a:lnTo>
                    <a:pt x="576" y="199"/>
                  </a:lnTo>
                  <a:lnTo>
                    <a:pt x="516" y="99"/>
                  </a:lnTo>
                  <a:lnTo>
                    <a:pt x="417" y="40"/>
                  </a:lnTo>
                  <a:lnTo>
                    <a:pt x="358" y="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3"/>
            <p:cNvSpPr/>
            <p:nvPr/>
          </p:nvSpPr>
          <p:spPr>
            <a:xfrm>
              <a:off x="5191475" y="1062550"/>
              <a:ext cx="14900" cy="15400"/>
            </a:xfrm>
            <a:custGeom>
              <a:avLst/>
              <a:gdLst/>
              <a:ahLst/>
              <a:cxnLst/>
              <a:rect l="l" t="t" r="r" b="b"/>
              <a:pathLst>
                <a:path w="596" h="616" extrusionOk="0">
                  <a:moveTo>
                    <a:pt x="298" y="0"/>
                  </a:moveTo>
                  <a:lnTo>
                    <a:pt x="239" y="20"/>
                  </a:lnTo>
                  <a:lnTo>
                    <a:pt x="179" y="40"/>
                  </a:lnTo>
                  <a:lnTo>
                    <a:pt x="80" y="99"/>
                  </a:lnTo>
                  <a:lnTo>
                    <a:pt x="20" y="199"/>
                  </a:lnTo>
                  <a:lnTo>
                    <a:pt x="1" y="258"/>
                  </a:lnTo>
                  <a:lnTo>
                    <a:pt x="1" y="318"/>
                  </a:lnTo>
                  <a:lnTo>
                    <a:pt x="1" y="377"/>
                  </a:lnTo>
                  <a:lnTo>
                    <a:pt x="20" y="437"/>
                  </a:lnTo>
                  <a:lnTo>
                    <a:pt x="80" y="536"/>
                  </a:lnTo>
                  <a:lnTo>
                    <a:pt x="179" y="595"/>
                  </a:lnTo>
                  <a:lnTo>
                    <a:pt x="239" y="615"/>
                  </a:lnTo>
                  <a:lnTo>
                    <a:pt x="358" y="615"/>
                  </a:lnTo>
                  <a:lnTo>
                    <a:pt x="417" y="595"/>
                  </a:lnTo>
                  <a:lnTo>
                    <a:pt x="516" y="536"/>
                  </a:lnTo>
                  <a:lnTo>
                    <a:pt x="576" y="437"/>
                  </a:lnTo>
                  <a:lnTo>
                    <a:pt x="596" y="377"/>
                  </a:lnTo>
                  <a:lnTo>
                    <a:pt x="596" y="318"/>
                  </a:lnTo>
                  <a:lnTo>
                    <a:pt x="596" y="258"/>
                  </a:lnTo>
                  <a:lnTo>
                    <a:pt x="576" y="199"/>
                  </a:lnTo>
                  <a:lnTo>
                    <a:pt x="516" y="99"/>
                  </a:lnTo>
                  <a:lnTo>
                    <a:pt x="417" y="40"/>
                  </a:lnTo>
                  <a:lnTo>
                    <a:pt x="358" y="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3"/>
            <p:cNvSpPr/>
            <p:nvPr/>
          </p:nvSpPr>
          <p:spPr>
            <a:xfrm>
              <a:off x="5294650" y="1062550"/>
              <a:ext cx="14900" cy="15400"/>
            </a:xfrm>
            <a:custGeom>
              <a:avLst/>
              <a:gdLst/>
              <a:ahLst/>
              <a:cxnLst/>
              <a:rect l="l" t="t" r="r" b="b"/>
              <a:pathLst>
                <a:path w="596" h="616" extrusionOk="0">
                  <a:moveTo>
                    <a:pt x="298" y="0"/>
                  </a:moveTo>
                  <a:lnTo>
                    <a:pt x="239" y="20"/>
                  </a:lnTo>
                  <a:lnTo>
                    <a:pt x="179" y="40"/>
                  </a:lnTo>
                  <a:lnTo>
                    <a:pt x="80" y="99"/>
                  </a:lnTo>
                  <a:lnTo>
                    <a:pt x="21" y="199"/>
                  </a:lnTo>
                  <a:lnTo>
                    <a:pt x="1" y="258"/>
                  </a:lnTo>
                  <a:lnTo>
                    <a:pt x="1" y="318"/>
                  </a:lnTo>
                  <a:lnTo>
                    <a:pt x="1" y="377"/>
                  </a:lnTo>
                  <a:lnTo>
                    <a:pt x="21" y="437"/>
                  </a:lnTo>
                  <a:lnTo>
                    <a:pt x="80" y="536"/>
                  </a:lnTo>
                  <a:lnTo>
                    <a:pt x="179" y="595"/>
                  </a:lnTo>
                  <a:lnTo>
                    <a:pt x="239" y="615"/>
                  </a:lnTo>
                  <a:lnTo>
                    <a:pt x="358" y="615"/>
                  </a:lnTo>
                  <a:lnTo>
                    <a:pt x="417" y="595"/>
                  </a:lnTo>
                  <a:lnTo>
                    <a:pt x="517" y="536"/>
                  </a:lnTo>
                  <a:lnTo>
                    <a:pt x="576" y="437"/>
                  </a:lnTo>
                  <a:lnTo>
                    <a:pt x="596" y="377"/>
                  </a:lnTo>
                  <a:lnTo>
                    <a:pt x="596" y="318"/>
                  </a:lnTo>
                  <a:lnTo>
                    <a:pt x="596" y="258"/>
                  </a:lnTo>
                  <a:lnTo>
                    <a:pt x="576" y="199"/>
                  </a:lnTo>
                  <a:lnTo>
                    <a:pt x="517" y="99"/>
                  </a:lnTo>
                  <a:lnTo>
                    <a:pt x="417" y="40"/>
                  </a:lnTo>
                  <a:lnTo>
                    <a:pt x="358" y="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3"/>
            <p:cNvSpPr/>
            <p:nvPr/>
          </p:nvSpPr>
          <p:spPr>
            <a:xfrm>
              <a:off x="5397825" y="1062550"/>
              <a:ext cx="14925" cy="15400"/>
            </a:xfrm>
            <a:custGeom>
              <a:avLst/>
              <a:gdLst/>
              <a:ahLst/>
              <a:cxnLst/>
              <a:rect l="l" t="t" r="r" b="b"/>
              <a:pathLst>
                <a:path w="597" h="616" extrusionOk="0">
                  <a:moveTo>
                    <a:pt x="298" y="0"/>
                  </a:moveTo>
                  <a:lnTo>
                    <a:pt x="239" y="20"/>
                  </a:lnTo>
                  <a:lnTo>
                    <a:pt x="179" y="40"/>
                  </a:lnTo>
                  <a:lnTo>
                    <a:pt x="80" y="99"/>
                  </a:lnTo>
                  <a:lnTo>
                    <a:pt x="21" y="199"/>
                  </a:lnTo>
                  <a:lnTo>
                    <a:pt x="1" y="258"/>
                  </a:lnTo>
                  <a:lnTo>
                    <a:pt x="1" y="318"/>
                  </a:lnTo>
                  <a:lnTo>
                    <a:pt x="1" y="377"/>
                  </a:lnTo>
                  <a:lnTo>
                    <a:pt x="21" y="437"/>
                  </a:lnTo>
                  <a:lnTo>
                    <a:pt x="80" y="536"/>
                  </a:lnTo>
                  <a:lnTo>
                    <a:pt x="179" y="595"/>
                  </a:lnTo>
                  <a:lnTo>
                    <a:pt x="239" y="615"/>
                  </a:lnTo>
                  <a:lnTo>
                    <a:pt x="358" y="615"/>
                  </a:lnTo>
                  <a:lnTo>
                    <a:pt x="417" y="595"/>
                  </a:lnTo>
                  <a:lnTo>
                    <a:pt x="517" y="536"/>
                  </a:lnTo>
                  <a:lnTo>
                    <a:pt x="576" y="437"/>
                  </a:lnTo>
                  <a:lnTo>
                    <a:pt x="596" y="377"/>
                  </a:lnTo>
                  <a:lnTo>
                    <a:pt x="596" y="318"/>
                  </a:lnTo>
                  <a:lnTo>
                    <a:pt x="596" y="258"/>
                  </a:lnTo>
                  <a:lnTo>
                    <a:pt x="576" y="199"/>
                  </a:lnTo>
                  <a:lnTo>
                    <a:pt x="517" y="99"/>
                  </a:lnTo>
                  <a:lnTo>
                    <a:pt x="417" y="40"/>
                  </a:lnTo>
                  <a:lnTo>
                    <a:pt x="358" y="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3"/>
            <p:cNvSpPr/>
            <p:nvPr/>
          </p:nvSpPr>
          <p:spPr>
            <a:xfrm>
              <a:off x="5501000" y="1062550"/>
              <a:ext cx="14925" cy="15400"/>
            </a:xfrm>
            <a:custGeom>
              <a:avLst/>
              <a:gdLst/>
              <a:ahLst/>
              <a:cxnLst/>
              <a:rect l="l" t="t" r="r" b="b"/>
              <a:pathLst>
                <a:path w="597" h="616" extrusionOk="0">
                  <a:moveTo>
                    <a:pt x="298" y="0"/>
                  </a:moveTo>
                  <a:lnTo>
                    <a:pt x="239" y="20"/>
                  </a:lnTo>
                  <a:lnTo>
                    <a:pt x="179" y="40"/>
                  </a:lnTo>
                  <a:lnTo>
                    <a:pt x="80" y="99"/>
                  </a:lnTo>
                  <a:lnTo>
                    <a:pt x="21" y="199"/>
                  </a:lnTo>
                  <a:lnTo>
                    <a:pt x="1" y="258"/>
                  </a:lnTo>
                  <a:lnTo>
                    <a:pt x="1" y="318"/>
                  </a:lnTo>
                  <a:lnTo>
                    <a:pt x="1" y="377"/>
                  </a:lnTo>
                  <a:lnTo>
                    <a:pt x="21" y="437"/>
                  </a:lnTo>
                  <a:lnTo>
                    <a:pt x="80" y="536"/>
                  </a:lnTo>
                  <a:lnTo>
                    <a:pt x="179" y="595"/>
                  </a:lnTo>
                  <a:lnTo>
                    <a:pt x="239" y="615"/>
                  </a:lnTo>
                  <a:lnTo>
                    <a:pt x="358" y="615"/>
                  </a:lnTo>
                  <a:lnTo>
                    <a:pt x="418" y="595"/>
                  </a:lnTo>
                  <a:lnTo>
                    <a:pt x="517" y="536"/>
                  </a:lnTo>
                  <a:lnTo>
                    <a:pt x="576" y="437"/>
                  </a:lnTo>
                  <a:lnTo>
                    <a:pt x="596" y="377"/>
                  </a:lnTo>
                  <a:lnTo>
                    <a:pt x="596" y="318"/>
                  </a:lnTo>
                  <a:lnTo>
                    <a:pt x="596" y="258"/>
                  </a:lnTo>
                  <a:lnTo>
                    <a:pt x="576" y="199"/>
                  </a:lnTo>
                  <a:lnTo>
                    <a:pt x="517" y="99"/>
                  </a:lnTo>
                  <a:lnTo>
                    <a:pt x="418" y="40"/>
                  </a:lnTo>
                  <a:lnTo>
                    <a:pt x="358" y="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3"/>
            <p:cNvSpPr/>
            <p:nvPr/>
          </p:nvSpPr>
          <p:spPr>
            <a:xfrm>
              <a:off x="5603700" y="1062550"/>
              <a:ext cx="15400" cy="15400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318" y="0"/>
                  </a:moveTo>
                  <a:lnTo>
                    <a:pt x="258" y="20"/>
                  </a:lnTo>
                  <a:lnTo>
                    <a:pt x="199" y="40"/>
                  </a:lnTo>
                  <a:lnTo>
                    <a:pt x="99" y="99"/>
                  </a:lnTo>
                  <a:lnTo>
                    <a:pt x="40" y="199"/>
                  </a:lnTo>
                  <a:lnTo>
                    <a:pt x="20" y="258"/>
                  </a:lnTo>
                  <a:lnTo>
                    <a:pt x="0" y="318"/>
                  </a:lnTo>
                  <a:lnTo>
                    <a:pt x="20" y="377"/>
                  </a:lnTo>
                  <a:lnTo>
                    <a:pt x="40" y="437"/>
                  </a:lnTo>
                  <a:lnTo>
                    <a:pt x="99" y="536"/>
                  </a:lnTo>
                  <a:lnTo>
                    <a:pt x="199" y="595"/>
                  </a:lnTo>
                  <a:lnTo>
                    <a:pt x="258" y="615"/>
                  </a:lnTo>
                  <a:lnTo>
                    <a:pt x="377" y="615"/>
                  </a:lnTo>
                  <a:lnTo>
                    <a:pt x="437" y="595"/>
                  </a:lnTo>
                  <a:lnTo>
                    <a:pt x="536" y="536"/>
                  </a:lnTo>
                  <a:lnTo>
                    <a:pt x="595" y="437"/>
                  </a:lnTo>
                  <a:lnTo>
                    <a:pt x="615" y="377"/>
                  </a:lnTo>
                  <a:lnTo>
                    <a:pt x="615" y="318"/>
                  </a:lnTo>
                  <a:lnTo>
                    <a:pt x="615" y="258"/>
                  </a:lnTo>
                  <a:lnTo>
                    <a:pt x="595" y="199"/>
                  </a:lnTo>
                  <a:lnTo>
                    <a:pt x="536" y="99"/>
                  </a:lnTo>
                  <a:lnTo>
                    <a:pt x="437" y="40"/>
                  </a:lnTo>
                  <a:lnTo>
                    <a:pt x="377" y="2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3"/>
            <p:cNvSpPr/>
            <p:nvPr/>
          </p:nvSpPr>
          <p:spPr>
            <a:xfrm>
              <a:off x="5706875" y="1062550"/>
              <a:ext cx="15400" cy="15400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318" y="0"/>
                  </a:moveTo>
                  <a:lnTo>
                    <a:pt x="258" y="20"/>
                  </a:lnTo>
                  <a:lnTo>
                    <a:pt x="199" y="40"/>
                  </a:lnTo>
                  <a:lnTo>
                    <a:pt x="99" y="99"/>
                  </a:lnTo>
                  <a:lnTo>
                    <a:pt x="40" y="199"/>
                  </a:lnTo>
                  <a:lnTo>
                    <a:pt x="20" y="258"/>
                  </a:lnTo>
                  <a:lnTo>
                    <a:pt x="0" y="318"/>
                  </a:lnTo>
                  <a:lnTo>
                    <a:pt x="20" y="377"/>
                  </a:lnTo>
                  <a:lnTo>
                    <a:pt x="40" y="437"/>
                  </a:lnTo>
                  <a:lnTo>
                    <a:pt x="99" y="536"/>
                  </a:lnTo>
                  <a:lnTo>
                    <a:pt x="199" y="595"/>
                  </a:lnTo>
                  <a:lnTo>
                    <a:pt x="258" y="615"/>
                  </a:lnTo>
                  <a:lnTo>
                    <a:pt x="377" y="615"/>
                  </a:lnTo>
                  <a:lnTo>
                    <a:pt x="437" y="595"/>
                  </a:lnTo>
                  <a:lnTo>
                    <a:pt x="536" y="536"/>
                  </a:lnTo>
                  <a:lnTo>
                    <a:pt x="595" y="437"/>
                  </a:lnTo>
                  <a:lnTo>
                    <a:pt x="615" y="377"/>
                  </a:lnTo>
                  <a:lnTo>
                    <a:pt x="615" y="318"/>
                  </a:lnTo>
                  <a:lnTo>
                    <a:pt x="615" y="258"/>
                  </a:lnTo>
                  <a:lnTo>
                    <a:pt x="595" y="199"/>
                  </a:lnTo>
                  <a:lnTo>
                    <a:pt x="536" y="99"/>
                  </a:lnTo>
                  <a:lnTo>
                    <a:pt x="437" y="40"/>
                  </a:lnTo>
                  <a:lnTo>
                    <a:pt x="377" y="2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3"/>
            <p:cNvSpPr/>
            <p:nvPr/>
          </p:nvSpPr>
          <p:spPr>
            <a:xfrm>
              <a:off x="5810050" y="1062550"/>
              <a:ext cx="15400" cy="15400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318" y="0"/>
                  </a:moveTo>
                  <a:lnTo>
                    <a:pt x="238" y="20"/>
                  </a:lnTo>
                  <a:lnTo>
                    <a:pt x="199" y="40"/>
                  </a:lnTo>
                  <a:lnTo>
                    <a:pt x="100" y="99"/>
                  </a:lnTo>
                  <a:lnTo>
                    <a:pt x="20" y="199"/>
                  </a:lnTo>
                  <a:lnTo>
                    <a:pt x="20" y="258"/>
                  </a:lnTo>
                  <a:lnTo>
                    <a:pt x="0" y="318"/>
                  </a:lnTo>
                  <a:lnTo>
                    <a:pt x="20" y="377"/>
                  </a:lnTo>
                  <a:lnTo>
                    <a:pt x="20" y="437"/>
                  </a:lnTo>
                  <a:lnTo>
                    <a:pt x="100" y="536"/>
                  </a:lnTo>
                  <a:lnTo>
                    <a:pt x="199" y="595"/>
                  </a:lnTo>
                  <a:lnTo>
                    <a:pt x="238" y="615"/>
                  </a:lnTo>
                  <a:lnTo>
                    <a:pt x="377" y="615"/>
                  </a:lnTo>
                  <a:lnTo>
                    <a:pt x="437" y="595"/>
                  </a:lnTo>
                  <a:lnTo>
                    <a:pt x="516" y="536"/>
                  </a:lnTo>
                  <a:lnTo>
                    <a:pt x="596" y="437"/>
                  </a:lnTo>
                  <a:lnTo>
                    <a:pt x="615" y="377"/>
                  </a:lnTo>
                  <a:lnTo>
                    <a:pt x="615" y="318"/>
                  </a:lnTo>
                  <a:lnTo>
                    <a:pt x="615" y="258"/>
                  </a:lnTo>
                  <a:lnTo>
                    <a:pt x="596" y="199"/>
                  </a:lnTo>
                  <a:lnTo>
                    <a:pt x="516" y="99"/>
                  </a:lnTo>
                  <a:lnTo>
                    <a:pt x="437" y="40"/>
                  </a:lnTo>
                  <a:lnTo>
                    <a:pt x="377" y="2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3"/>
            <p:cNvSpPr/>
            <p:nvPr/>
          </p:nvSpPr>
          <p:spPr>
            <a:xfrm>
              <a:off x="5913225" y="1062550"/>
              <a:ext cx="15400" cy="15400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298" y="0"/>
                  </a:moveTo>
                  <a:lnTo>
                    <a:pt x="239" y="20"/>
                  </a:lnTo>
                  <a:lnTo>
                    <a:pt x="199" y="40"/>
                  </a:lnTo>
                  <a:lnTo>
                    <a:pt x="100" y="99"/>
                  </a:lnTo>
                  <a:lnTo>
                    <a:pt x="20" y="199"/>
                  </a:lnTo>
                  <a:lnTo>
                    <a:pt x="0" y="258"/>
                  </a:lnTo>
                  <a:lnTo>
                    <a:pt x="0" y="318"/>
                  </a:lnTo>
                  <a:lnTo>
                    <a:pt x="0" y="377"/>
                  </a:lnTo>
                  <a:lnTo>
                    <a:pt x="20" y="437"/>
                  </a:lnTo>
                  <a:lnTo>
                    <a:pt x="100" y="536"/>
                  </a:lnTo>
                  <a:lnTo>
                    <a:pt x="199" y="595"/>
                  </a:lnTo>
                  <a:lnTo>
                    <a:pt x="239" y="615"/>
                  </a:lnTo>
                  <a:lnTo>
                    <a:pt x="377" y="615"/>
                  </a:lnTo>
                  <a:lnTo>
                    <a:pt x="417" y="595"/>
                  </a:lnTo>
                  <a:lnTo>
                    <a:pt x="516" y="536"/>
                  </a:lnTo>
                  <a:lnTo>
                    <a:pt x="596" y="437"/>
                  </a:lnTo>
                  <a:lnTo>
                    <a:pt x="596" y="377"/>
                  </a:lnTo>
                  <a:lnTo>
                    <a:pt x="616" y="318"/>
                  </a:lnTo>
                  <a:lnTo>
                    <a:pt x="596" y="258"/>
                  </a:lnTo>
                  <a:lnTo>
                    <a:pt x="596" y="199"/>
                  </a:lnTo>
                  <a:lnTo>
                    <a:pt x="516" y="99"/>
                  </a:lnTo>
                  <a:lnTo>
                    <a:pt x="417" y="40"/>
                  </a:lnTo>
                  <a:lnTo>
                    <a:pt x="377" y="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3"/>
            <p:cNvSpPr/>
            <p:nvPr/>
          </p:nvSpPr>
          <p:spPr>
            <a:xfrm>
              <a:off x="6016400" y="1062550"/>
              <a:ext cx="15400" cy="15400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298" y="0"/>
                  </a:moveTo>
                  <a:lnTo>
                    <a:pt x="239" y="20"/>
                  </a:lnTo>
                  <a:lnTo>
                    <a:pt x="179" y="40"/>
                  </a:lnTo>
                  <a:lnTo>
                    <a:pt x="100" y="99"/>
                  </a:lnTo>
                  <a:lnTo>
                    <a:pt x="20" y="199"/>
                  </a:lnTo>
                  <a:lnTo>
                    <a:pt x="1" y="258"/>
                  </a:lnTo>
                  <a:lnTo>
                    <a:pt x="1" y="318"/>
                  </a:lnTo>
                  <a:lnTo>
                    <a:pt x="1" y="377"/>
                  </a:lnTo>
                  <a:lnTo>
                    <a:pt x="20" y="437"/>
                  </a:lnTo>
                  <a:lnTo>
                    <a:pt x="100" y="536"/>
                  </a:lnTo>
                  <a:lnTo>
                    <a:pt x="179" y="595"/>
                  </a:lnTo>
                  <a:lnTo>
                    <a:pt x="239" y="615"/>
                  </a:lnTo>
                  <a:lnTo>
                    <a:pt x="358" y="615"/>
                  </a:lnTo>
                  <a:lnTo>
                    <a:pt x="417" y="595"/>
                  </a:lnTo>
                  <a:lnTo>
                    <a:pt x="516" y="536"/>
                  </a:lnTo>
                  <a:lnTo>
                    <a:pt x="596" y="437"/>
                  </a:lnTo>
                  <a:lnTo>
                    <a:pt x="596" y="377"/>
                  </a:lnTo>
                  <a:lnTo>
                    <a:pt x="616" y="318"/>
                  </a:lnTo>
                  <a:lnTo>
                    <a:pt x="596" y="258"/>
                  </a:lnTo>
                  <a:lnTo>
                    <a:pt x="596" y="199"/>
                  </a:lnTo>
                  <a:lnTo>
                    <a:pt x="516" y="99"/>
                  </a:lnTo>
                  <a:lnTo>
                    <a:pt x="417" y="40"/>
                  </a:lnTo>
                  <a:lnTo>
                    <a:pt x="358" y="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3"/>
            <p:cNvSpPr/>
            <p:nvPr/>
          </p:nvSpPr>
          <p:spPr>
            <a:xfrm>
              <a:off x="6119575" y="1062550"/>
              <a:ext cx="15400" cy="15400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298" y="0"/>
                  </a:moveTo>
                  <a:lnTo>
                    <a:pt x="239" y="20"/>
                  </a:lnTo>
                  <a:lnTo>
                    <a:pt x="179" y="40"/>
                  </a:lnTo>
                  <a:lnTo>
                    <a:pt x="80" y="99"/>
                  </a:lnTo>
                  <a:lnTo>
                    <a:pt x="20" y="199"/>
                  </a:lnTo>
                  <a:lnTo>
                    <a:pt x="1" y="258"/>
                  </a:lnTo>
                  <a:lnTo>
                    <a:pt x="1" y="318"/>
                  </a:lnTo>
                  <a:lnTo>
                    <a:pt x="1" y="377"/>
                  </a:lnTo>
                  <a:lnTo>
                    <a:pt x="20" y="437"/>
                  </a:lnTo>
                  <a:lnTo>
                    <a:pt x="80" y="536"/>
                  </a:lnTo>
                  <a:lnTo>
                    <a:pt x="179" y="595"/>
                  </a:lnTo>
                  <a:lnTo>
                    <a:pt x="239" y="615"/>
                  </a:lnTo>
                  <a:lnTo>
                    <a:pt x="358" y="615"/>
                  </a:lnTo>
                  <a:lnTo>
                    <a:pt x="417" y="595"/>
                  </a:lnTo>
                  <a:lnTo>
                    <a:pt x="517" y="536"/>
                  </a:lnTo>
                  <a:lnTo>
                    <a:pt x="576" y="437"/>
                  </a:lnTo>
                  <a:lnTo>
                    <a:pt x="596" y="377"/>
                  </a:lnTo>
                  <a:lnTo>
                    <a:pt x="616" y="318"/>
                  </a:lnTo>
                  <a:lnTo>
                    <a:pt x="596" y="258"/>
                  </a:lnTo>
                  <a:lnTo>
                    <a:pt x="576" y="199"/>
                  </a:lnTo>
                  <a:lnTo>
                    <a:pt x="517" y="99"/>
                  </a:lnTo>
                  <a:lnTo>
                    <a:pt x="417" y="40"/>
                  </a:lnTo>
                  <a:lnTo>
                    <a:pt x="358" y="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3"/>
            <p:cNvSpPr/>
            <p:nvPr/>
          </p:nvSpPr>
          <p:spPr>
            <a:xfrm>
              <a:off x="6222750" y="1062550"/>
              <a:ext cx="15400" cy="15400"/>
            </a:xfrm>
            <a:custGeom>
              <a:avLst/>
              <a:gdLst/>
              <a:ahLst/>
              <a:cxnLst/>
              <a:rect l="l" t="t" r="r" b="b"/>
              <a:pathLst>
                <a:path w="616" h="616" extrusionOk="0">
                  <a:moveTo>
                    <a:pt x="298" y="0"/>
                  </a:moveTo>
                  <a:lnTo>
                    <a:pt x="239" y="20"/>
                  </a:lnTo>
                  <a:lnTo>
                    <a:pt x="179" y="40"/>
                  </a:lnTo>
                  <a:lnTo>
                    <a:pt x="80" y="99"/>
                  </a:lnTo>
                  <a:lnTo>
                    <a:pt x="21" y="199"/>
                  </a:lnTo>
                  <a:lnTo>
                    <a:pt x="1" y="258"/>
                  </a:lnTo>
                  <a:lnTo>
                    <a:pt x="1" y="318"/>
                  </a:lnTo>
                  <a:lnTo>
                    <a:pt x="1" y="377"/>
                  </a:lnTo>
                  <a:lnTo>
                    <a:pt x="21" y="437"/>
                  </a:lnTo>
                  <a:lnTo>
                    <a:pt x="80" y="536"/>
                  </a:lnTo>
                  <a:lnTo>
                    <a:pt x="179" y="595"/>
                  </a:lnTo>
                  <a:lnTo>
                    <a:pt x="239" y="615"/>
                  </a:lnTo>
                  <a:lnTo>
                    <a:pt x="358" y="615"/>
                  </a:lnTo>
                  <a:lnTo>
                    <a:pt x="417" y="595"/>
                  </a:lnTo>
                  <a:lnTo>
                    <a:pt x="517" y="536"/>
                  </a:lnTo>
                  <a:lnTo>
                    <a:pt x="576" y="437"/>
                  </a:lnTo>
                  <a:lnTo>
                    <a:pt x="596" y="377"/>
                  </a:lnTo>
                  <a:lnTo>
                    <a:pt x="616" y="318"/>
                  </a:lnTo>
                  <a:lnTo>
                    <a:pt x="596" y="258"/>
                  </a:lnTo>
                  <a:lnTo>
                    <a:pt x="576" y="199"/>
                  </a:lnTo>
                  <a:lnTo>
                    <a:pt x="517" y="99"/>
                  </a:lnTo>
                  <a:lnTo>
                    <a:pt x="417" y="40"/>
                  </a:lnTo>
                  <a:lnTo>
                    <a:pt x="358" y="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3"/>
            <p:cNvSpPr/>
            <p:nvPr/>
          </p:nvSpPr>
          <p:spPr>
            <a:xfrm>
              <a:off x="6325925" y="1062550"/>
              <a:ext cx="14925" cy="15400"/>
            </a:xfrm>
            <a:custGeom>
              <a:avLst/>
              <a:gdLst/>
              <a:ahLst/>
              <a:cxnLst/>
              <a:rect l="l" t="t" r="r" b="b"/>
              <a:pathLst>
                <a:path w="597" h="616" extrusionOk="0">
                  <a:moveTo>
                    <a:pt x="298" y="0"/>
                  </a:moveTo>
                  <a:lnTo>
                    <a:pt x="239" y="20"/>
                  </a:lnTo>
                  <a:lnTo>
                    <a:pt x="179" y="40"/>
                  </a:lnTo>
                  <a:lnTo>
                    <a:pt x="80" y="99"/>
                  </a:lnTo>
                  <a:lnTo>
                    <a:pt x="21" y="199"/>
                  </a:lnTo>
                  <a:lnTo>
                    <a:pt x="1" y="258"/>
                  </a:lnTo>
                  <a:lnTo>
                    <a:pt x="1" y="318"/>
                  </a:lnTo>
                  <a:lnTo>
                    <a:pt x="1" y="377"/>
                  </a:lnTo>
                  <a:lnTo>
                    <a:pt x="21" y="437"/>
                  </a:lnTo>
                  <a:lnTo>
                    <a:pt x="80" y="536"/>
                  </a:lnTo>
                  <a:lnTo>
                    <a:pt x="179" y="595"/>
                  </a:lnTo>
                  <a:lnTo>
                    <a:pt x="239" y="615"/>
                  </a:lnTo>
                  <a:lnTo>
                    <a:pt x="358" y="615"/>
                  </a:lnTo>
                  <a:lnTo>
                    <a:pt x="418" y="595"/>
                  </a:lnTo>
                  <a:lnTo>
                    <a:pt x="517" y="536"/>
                  </a:lnTo>
                  <a:lnTo>
                    <a:pt x="576" y="437"/>
                  </a:lnTo>
                  <a:lnTo>
                    <a:pt x="596" y="377"/>
                  </a:lnTo>
                  <a:lnTo>
                    <a:pt x="596" y="318"/>
                  </a:lnTo>
                  <a:lnTo>
                    <a:pt x="596" y="258"/>
                  </a:lnTo>
                  <a:lnTo>
                    <a:pt x="576" y="199"/>
                  </a:lnTo>
                  <a:lnTo>
                    <a:pt x="517" y="99"/>
                  </a:lnTo>
                  <a:lnTo>
                    <a:pt x="418" y="40"/>
                  </a:lnTo>
                  <a:lnTo>
                    <a:pt x="358" y="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3"/>
            <p:cNvSpPr/>
            <p:nvPr/>
          </p:nvSpPr>
          <p:spPr>
            <a:xfrm>
              <a:off x="6429100" y="1062550"/>
              <a:ext cx="14925" cy="15400"/>
            </a:xfrm>
            <a:custGeom>
              <a:avLst/>
              <a:gdLst/>
              <a:ahLst/>
              <a:cxnLst/>
              <a:rect l="l" t="t" r="r" b="b"/>
              <a:pathLst>
                <a:path w="597" h="616" extrusionOk="0">
                  <a:moveTo>
                    <a:pt x="299" y="0"/>
                  </a:moveTo>
                  <a:lnTo>
                    <a:pt x="239" y="20"/>
                  </a:lnTo>
                  <a:lnTo>
                    <a:pt x="180" y="40"/>
                  </a:lnTo>
                  <a:lnTo>
                    <a:pt x="80" y="99"/>
                  </a:lnTo>
                  <a:lnTo>
                    <a:pt x="21" y="199"/>
                  </a:lnTo>
                  <a:lnTo>
                    <a:pt x="1" y="258"/>
                  </a:lnTo>
                  <a:lnTo>
                    <a:pt x="1" y="318"/>
                  </a:lnTo>
                  <a:lnTo>
                    <a:pt x="1" y="377"/>
                  </a:lnTo>
                  <a:lnTo>
                    <a:pt x="21" y="437"/>
                  </a:lnTo>
                  <a:lnTo>
                    <a:pt x="80" y="536"/>
                  </a:lnTo>
                  <a:lnTo>
                    <a:pt x="180" y="595"/>
                  </a:lnTo>
                  <a:lnTo>
                    <a:pt x="239" y="615"/>
                  </a:lnTo>
                  <a:lnTo>
                    <a:pt x="358" y="615"/>
                  </a:lnTo>
                  <a:lnTo>
                    <a:pt x="418" y="595"/>
                  </a:lnTo>
                  <a:lnTo>
                    <a:pt x="517" y="536"/>
                  </a:lnTo>
                  <a:lnTo>
                    <a:pt x="576" y="437"/>
                  </a:lnTo>
                  <a:lnTo>
                    <a:pt x="596" y="377"/>
                  </a:lnTo>
                  <a:lnTo>
                    <a:pt x="596" y="318"/>
                  </a:lnTo>
                  <a:lnTo>
                    <a:pt x="596" y="258"/>
                  </a:lnTo>
                  <a:lnTo>
                    <a:pt x="576" y="199"/>
                  </a:lnTo>
                  <a:lnTo>
                    <a:pt x="517" y="99"/>
                  </a:lnTo>
                  <a:lnTo>
                    <a:pt x="418" y="40"/>
                  </a:lnTo>
                  <a:lnTo>
                    <a:pt x="358" y="20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3"/>
            <p:cNvSpPr/>
            <p:nvPr/>
          </p:nvSpPr>
          <p:spPr>
            <a:xfrm>
              <a:off x="4676575" y="1180600"/>
              <a:ext cx="13425" cy="13425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279" y="1"/>
                  </a:moveTo>
                  <a:lnTo>
                    <a:pt x="159" y="20"/>
                  </a:lnTo>
                  <a:lnTo>
                    <a:pt x="80" y="80"/>
                  </a:lnTo>
                  <a:lnTo>
                    <a:pt x="21" y="159"/>
                  </a:lnTo>
                  <a:lnTo>
                    <a:pt x="1" y="259"/>
                  </a:lnTo>
                  <a:lnTo>
                    <a:pt x="21" y="378"/>
                  </a:lnTo>
                  <a:lnTo>
                    <a:pt x="80" y="457"/>
                  </a:lnTo>
                  <a:lnTo>
                    <a:pt x="159" y="516"/>
                  </a:lnTo>
                  <a:lnTo>
                    <a:pt x="279" y="536"/>
                  </a:lnTo>
                  <a:lnTo>
                    <a:pt x="378" y="516"/>
                  </a:lnTo>
                  <a:lnTo>
                    <a:pt x="457" y="457"/>
                  </a:lnTo>
                  <a:lnTo>
                    <a:pt x="517" y="378"/>
                  </a:lnTo>
                  <a:lnTo>
                    <a:pt x="536" y="259"/>
                  </a:lnTo>
                  <a:lnTo>
                    <a:pt x="517" y="159"/>
                  </a:lnTo>
                  <a:lnTo>
                    <a:pt x="457" y="80"/>
                  </a:lnTo>
                  <a:lnTo>
                    <a:pt x="378" y="20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3"/>
            <p:cNvSpPr/>
            <p:nvPr/>
          </p:nvSpPr>
          <p:spPr>
            <a:xfrm>
              <a:off x="4779750" y="1180600"/>
              <a:ext cx="13425" cy="13425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279" y="1"/>
                  </a:moveTo>
                  <a:lnTo>
                    <a:pt x="160" y="20"/>
                  </a:lnTo>
                  <a:lnTo>
                    <a:pt x="80" y="80"/>
                  </a:lnTo>
                  <a:lnTo>
                    <a:pt x="21" y="159"/>
                  </a:lnTo>
                  <a:lnTo>
                    <a:pt x="1" y="259"/>
                  </a:lnTo>
                  <a:lnTo>
                    <a:pt x="21" y="378"/>
                  </a:lnTo>
                  <a:lnTo>
                    <a:pt x="80" y="457"/>
                  </a:lnTo>
                  <a:lnTo>
                    <a:pt x="160" y="516"/>
                  </a:lnTo>
                  <a:lnTo>
                    <a:pt x="279" y="536"/>
                  </a:lnTo>
                  <a:lnTo>
                    <a:pt x="378" y="516"/>
                  </a:lnTo>
                  <a:lnTo>
                    <a:pt x="457" y="457"/>
                  </a:lnTo>
                  <a:lnTo>
                    <a:pt x="517" y="378"/>
                  </a:lnTo>
                  <a:lnTo>
                    <a:pt x="537" y="259"/>
                  </a:lnTo>
                  <a:lnTo>
                    <a:pt x="517" y="159"/>
                  </a:lnTo>
                  <a:lnTo>
                    <a:pt x="457" y="80"/>
                  </a:lnTo>
                  <a:lnTo>
                    <a:pt x="378" y="20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3"/>
            <p:cNvSpPr/>
            <p:nvPr/>
          </p:nvSpPr>
          <p:spPr>
            <a:xfrm>
              <a:off x="4882925" y="1180600"/>
              <a:ext cx="13425" cy="13425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259" y="1"/>
                  </a:moveTo>
                  <a:lnTo>
                    <a:pt x="160" y="20"/>
                  </a:lnTo>
                  <a:lnTo>
                    <a:pt x="80" y="80"/>
                  </a:lnTo>
                  <a:lnTo>
                    <a:pt x="21" y="159"/>
                  </a:lnTo>
                  <a:lnTo>
                    <a:pt x="1" y="259"/>
                  </a:lnTo>
                  <a:lnTo>
                    <a:pt x="21" y="378"/>
                  </a:lnTo>
                  <a:lnTo>
                    <a:pt x="80" y="457"/>
                  </a:lnTo>
                  <a:lnTo>
                    <a:pt x="160" y="516"/>
                  </a:lnTo>
                  <a:lnTo>
                    <a:pt x="259" y="536"/>
                  </a:lnTo>
                  <a:lnTo>
                    <a:pt x="378" y="516"/>
                  </a:lnTo>
                  <a:lnTo>
                    <a:pt x="457" y="457"/>
                  </a:lnTo>
                  <a:lnTo>
                    <a:pt x="517" y="378"/>
                  </a:lnTo>
                  <a:lnTo>
                    <a:pt x="537" y="259"/>
                  </a:lnTo>
                  <a:lnTo>
                    <a:pt x="517" y="159"/>
                  </a:lnTo>
                  <a:lnTo>
                    <a:pt x="457" y="80"/>
                  </a:lnTo>
                  <a:lnTo>
                    <a:pt x="378" y="20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3"/>
            <p:cNvSpPr/>
            <p:nvPr/>
          </p:nvSpPr>
          <p:spPr>
            <a:xfrm>
              <a:off x="4986125" y="1180600"/>
              <a:ext cx="13400" cy="13425"/>
            </a:xfrm>
            <a:custGeom>
              <a:avLst/>
              <a:gdLst/>
              <a:ahLst/>
              <a:cxnLst/>
              <a:rect l="l" t="t" r="r" b="b"/>
              <a:pathLst>
                <a:path w="536" h="537" extrusionOk="0">
                  <a:moveTo>
                    <a:pt x="258" y="1"/>
                  </a:moveTo>
                  <a:lnTo>
                    <a:pt x="159" y="20"/>
                  </a:lnTo>
                  <a:lnTo>
                    <a:pt x="79" y="80"/>
                  </a:lnTo>
                  <a:lnTo>
                    <a:pt x="20" y="159"/>
                  </a:lnTo>
                  <a:lnTo>
                    <a:pt x="0" y="259"/>
                  </a:lnTo>
                  <a:lnTo>
                    <a:pt x="20" y="378"/>
                  </a:lnTo>
                  <a:lnTo>
                    <a:pt x="79" y="457"/>
                  </a:lnTo>
                  <a:lnTo>
                    <a:pt x="159" y="516"/>
                  </a:lnTo>
                  <a:lnTo>
                    <a:pt x="258" y="536"/>
                  </a:lnTo>
                  <a:lnTo>
                    <a:pt x="377" y="516"/>
                  </a:lnTo>
                  <a:lnTo>
                    <a:pt x="456" y="457"/>
                  </a:lnTo>
                  <a:lnTo>
                    <a:pt x="516" y="378"/>
                  </a:lnTo>
                  <a:lnTo>
                    <a:pt x="536" y="259"/>
                  </a:lnTo>
                  <a:lnTo>
                    <a:pt x="516" y="159"/>
                  </a:lnTo>
                  <a:lnTo>
                    <a:pt x="456" y="80"/>
                  </a:lnTo>
                  <a:lnTo>
                    <a:pt x="377" y="2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3"/>
            <p:cNvSpPr/>
            <p:nvPr/>
          </p:nvSpPr>
          <p:spPr>
            <a:xfrm>
              <a:off x="5089300" y="1180600"/>
              <a:ext cx="13400" cy="13425"/>
            </a:xfrm>
            <a:custGeom>
              <a:avLst/>
              <a:gdLst/>
              <a:ahLst/>
              <a:cxnLst/>
              <a:rect l="l" t="t" r="r" b="b"/>
              <a:pathLst>
                <a:path w="536" h="537" extrusionOk="0">
                  <a:moveTo>
                    <a:pt x="258" y="1"/>
                  </a:moveTo>
                  <a:lnTo>
                    <a:pt x="159" y="20"/>
                  </a:lnTo>
                  <a:lnTo>
                    <a:pt x="80" y="80"/>
                  </a:lnTo>
                  <a:lnTo>
                    <a:pt x="20" y="159"/>
                  </a:lnTo>
                  <a:lnTo>
                    <a:pt x="0" y="259"/>
                  </a:lnTo>
                  <a:lnTo>
                    <a:pt x="20" y="378"/>
                  </a:lnTo>
                  <a:lnTo>
                    <a:pt x="80" y="457"/>
                  </a:lnTo>
                  <a:lnTo>
                    <a:pt x="159" y="516"/>
                  </a:lnTo>
                  <a:lnTo>
                    <a:pt x="258" y="536"/>
                  </a:lnTo>
                  <a:lnTo>
                    <a:pt x="357" y="516"/>
                  </a:lnTo>
                  <a:lnTo>
                    <a:pt x="456" y="457"/>
                  </a:lnTo>
                  <a:lnTo>
                    <a:pt x="516" y="378"/>
                  </a:lnTo>
                  <a:lnTo>
                    <a:pt x="536" y="259"/>
                  </a:lnTo>
                  <a:lnTo>
                    <a:pt x="516" y="159"/>
                  </a:lnTo>
                  <a:lnTo>
                    <a:pt x="456" y="80"/>
                  </a:lnTo>
                  <a:lnTo>
                    <a:pt x="357" y="2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3"/>
            <p:cNvSpPr/>
            <p:nvPr/>
          </p:nvSpPr>
          <p:spPr>
            <a:xfrm>
              <a:off x="5192475" y="1180600"/>
              <a:ext cx="13400" cy="13425"/>
            </a:xfrm>
            <a:custGeom>
              <a:avLst/>
              <a:gdLst/>
              <a:ahLst/>
              <a:cxnLst/>
              <a:rect l="l" t="t" r="r" b="b"/>
              <a:pathLst>
                <a:path w="536" h="537" extrusionOk="0">
                  <a:moveTo>
                    <a:pt x="258" y="1"/>
                  </a:moveTo>
                  <a:lnTo>
                    <a:pt x="159" y="20"/>
                  </a:lnTo>
                  <a:lnTo>
                    <a:pt x="80" y="80"/>
                  </a:lnTo>
                  <a:lnTo>
                    <a:pt x="20" y="159"/>
                  </a:lnTo>
                  <a:lnTo>
                    <a:pt x="0" y="259"/>
                  </a:lnTo>
                  <a:lnTo>
                    <a:pt x="20" y="378"/>
                  </a:lnTo>
                  <a:lnTo>
                    <a:pt x="80" y="457"/>
                  </a:lnTo>
                  <a:lnTo>
                    <a:pt x="159" y="516"/>
                  </a:lnTo>
                  <a:lnTo>
                    <a:pt x="258" y="536"/>
                  </a:lnTo>
                  <a:lnTo>
                    <a:pt x="357" y="516"/>
                  </a:lnTo>
                  <a:lnTo>
                    <a:pt x="457" y="457"/>
                  </a:lnTo>
                  <a:lnTo>
                    <a:pt x="516" y="378"/>
                  </a:lnTo>
                  <a:lnTo>
                    <a:pt x="536" y="259"/>
                  </a:lnTo>
                  <a:lnTo>
                    <a:pt x="516" y="159"/>
                  </a:lnTo>
                  <a:lnTo>
                    <a:pt x="457" y="80"/>
                  </a:lnTo>
                  <a:lnTo>
                    <a:pt x="357" y="2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3"/>
            <p:cNvSpPr/>
            <p:nvPr/>
          </p:nvSpPr>
          <p:spPr>
            <a:xfrm>
              <a:off x="5295650" y="1180600"/>
              <a:ext cx="12925" cy="13425"/>
            </a:xfrm>
            <a:custGeom>
              <a:avLst/>
              <a:gdLst/>
              <a:ahLst/>
              <a:cxnLst/>
              <a:rect l="l" t="t" r="r" b="b"/>
              <a:pathLst>
                <a:path w="517" h="537" extrusionOk="0">
                  <a:moveTo>
                    <a:pt x="258" y="1"/>
                  </a:moveTo>
                  <a:lnTo>
                    <a:pt x="159" y="20"/>
                  </a:lnTo>
                  <a:lnTo>
                    <a:pt x="80" y="80"/>
                  </a:lnTo>
                  <a:lnTo>
                    <a:pt x="20" y="159"/>
                  </a:lnTo>
                  <a:lnTo>
                    <a:pt x="0" y="259"/>
                  </a:lnTo>
                  <a:lnTo>
                    <a:pt x="20" y="378"/>
                  </a:lnTo>
                  <a:lnTo>
                    <a:pt x="80" y="457"/>
                  </a:lnTo>
                  <a:lnTo>
                    <a:pt x="159" y="516"/>
                  </a:lnTo>
                  <a:lnTo>
                    <a:pt x="258" y="536"/>
                  </a:lnTo>
                  <a:lnTo>
                    <a:pt x="357" y="516"/>
                  </a:lnTo>
                  <a:lnTo>
                    <a:pt x="457" y="457"/>
                  </a:lnTo>
                  <a:lnTo>
                    <a:pt x="496" y="378"/>
                  </a:lnTo>
                  <a:lnTo>
                    <a:pt x="516" y="259"/>
                  </a:lnTo>
                  <a:lnTo>
                    <a:pt x="496" y="159"/>
                  </a:lnTo>
                  <a:lnTo>
                    <a:pt x="457" y="80"/>
                  </a:lnTo>
                  <a:lnTo>
                    <a:pt x="357" y="2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3"/>
            <p:cNvSpPr/>
            <p:nvPr/>
          </p:nvSpPr>
          <p:spPr>
            <a:xfrm>
              <a:off x="5398825" y="1180600"/>
              <a:ext cx="12925" cy="13425"/>
            </a:xfrm>
            <a:custGeom>
              <a:avLst/>
              <a:gdLst/>
              <a:ahLst/>
              <a:cxnLst/>
              <a:rect l="l" t="t" r="r" b="b"/>
              <a:pathLst>
                <a:path w="517" h="537" extrusionOk="0">
                  <a:moveTo>
                    <a:pt x="258" y="1"/>
                  </a:moveTo>
                  <a:lnTo>
                    <a:pt x="159" y="20"/>
                  </a:lnTo>
                  <a:lnTo>
                    <a:pt x="60" y="80"/>
                  </a:lnTo>
                  <a:lnTo>
                    <a:pt x="20" y="159"/>
                  </a:lnTo>
                  <a:lnTo>
                    <a:pt x="0" y="259"/>
                  </a:lnTo>
                  <a:lnTo>
                    <a:pt x="20" y="378"/>
                  </a:lnTo>
                  <a:lnTo>
                    <a:pt x="60" y="457"/>
                  </a:lnTo>
                  <a:lnTo>
                    <a:pt x="159" y="516"/>
                  </a:lnTo>
                  <a:lnTo>
                    <a:pt x="258" y="536"/>
                  </a:lnTo>
                  <a:lnTo>
                    <a:pt x="358" y="516"/>
                  </a:lnTo>
                  <a:lnTo>
                    <a:pt x="437" y="457"/>
                  </a:lnTo>
                  <a:lnTo>
                    <a:pt x="496" y="378"/>
                  </a:lnTo>
                  <a:lnTo>
                    <a:pt x="516" y="259"/>
                  </a:lnTo>
                  <a:lnTo>
                    <a:pt x="496" y="159"/>
                  </a:lnTo>
                  <a:lnTo>
                    <a:pt x="437" y="80"/>
                  </a:lnTo>
                  <a:lnTo>
                    <a:pt x="358" y="2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3"/>
            <p:cNvSpPr/>
            <p:nvPr/>
          </p:nvSpPr>
          <p:spPr>
            <a:xfrm>
              <a:off x="5501500" y="1180600"/>
              <a:ext cx="13425" cy="13425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278" y="1"/>
                  </a:moveTo>
                  <a:lnTo>
                    <a:pt x="179" y="20"/>
                  </a:lnTo>
                  <a:lnTo>
                    <a:pt x="80" y="80"/>
                  </a:lnTo>
                  <a:lnTo>
                    <a:pt x="40" y="159"/>
                  </a:lnTo>
                  <a:lnTo>
                    <a:pt x="1" y="259"/>
                  </a:lnTo>
                  <a:lnTo>
                    <a:pt x="40" y="378"/>
                  </a:lnTo>
                  <a:lnTo>
                    <a:pt x="80" y="457"/>
                  </a:lnTo>
                  <a:lnTo>
                    <a:pt x="179" y="516"/>
                  </a:lnTo>
                  <a:lnTo>
                    <a:pt x="278" y="536"/>
                  </a:lnTo>
                  <a:lnTo>
                    <a:pt x="378" y="516"/>
                  </a:lnTo>
                  <a:lnTo>
                    <a:pt x="457" y="457"/>
                  </a:lnTo>
                  <a:lnTo>
                    <a:pt x="517" y="378"/>
                  </a:lnTo>
                  <a:lnTo>
                    <a:pt x="536" y="259"/>
                  </a:lnTo>
                  <a:lnTo>
                    <a:pt x="517" y="159"/>
                  </a:lnTo>
                  <a:lnTo>
                    <a:pt x="457" y="80"/>
                  </a:lnTo>
                  <a:lnTo>
                    <a:pt x="378" y="20"/>
                  </a:lnTo>
                  <a:lnTo>
                    <a:pt x="2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3"/>
            <p:cNvSpPr/>
            <p:nvPr/>
          </p:nvSpPr>
          <p:spPr>
            <a:xfrm>
              <a:off x="5604675" y="1180600"/>
              <a:ext cx="13425" cy="13425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279" y="1"/>
                  </a:moveTo>
                  <a:lnTo>
                    <a:pt x="179" y="20"/>
                  </a:lnTo>
                  <a:lnTo>
                    <a:pt x="80" y="80"/>
                  </a:lnTo>
                  <a:lnTo>
                    <a:pt x="21" y="159"/>
                  </a:lnTo>
                  <a:lnTo>
                    <a:pt x="1" y="259"/>
                  </a:lnTo>
                  <a:lnTo>
                    <a:pt x="21" y="378"/>
                  </a:lnTo>
                  <a:lnTo>
                    <a:pt x="80" y="457"/>
                  </a:lnTo>
                  <a:lnTo>
                    <a:pt x="179" y="516"/>
                  </a:lnTo>
                  <a:lnTo>
                    <a:pt x="279" y="536"/>
                  </a:lnTo>
                  <a:lnTo>
                    <a:pt x="378" y="516"/>
                  </a:lnTo>
                  <a:lnTo>
                    <a:pt x="457" y="457"/>
                  </a:lnTo>
                  <a:lnTo>
                    <a:pt x="517" y="378"/>
                  </a:lnTo>
                  <a:lnTo>
                    <a:pt x="537" y="259"/>
                  </a:lnTo>
                  <a:lnTo>
                    <a:pt x="517" y="159"/>
                  </a:lnTo>
                  <a:lnTo>
                    <a:pt x="457" y="80"/>
                  </a:lnTo>
                  <a:lnTo>
                    <a:pt x="378" y="20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3"/>
            <p:cNvSpPr/>
            <p:nvPr/>
          </p:nvSpPr>
          <p:spPr>
            <a:xfrm>
              <a:off x="5707850" y="1180600"/>
              <a:ext cx="13425" cy="13425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279" y="1"/>
                  </a:moveTo>
                  <a:lnTo>
                    <a:pt x="160" y="20"/>
                  </a:lnTo>
                  <a:lnTo>
                    <a:pt x="80" y="80"/>
                  </a:lnTo>
                  <a:lnTo>
                    <a:pt x="21" y="159"/>
                  </a:lnTo>
                  <a:lnTo>
                    <a:pt x="1" y="259"/>
                  </a:lnTo>
                  <a:lnTo>
                    <a:pt x="21" y="378"/>
                  </a:lnTo>
                  <a:lnTo>
                    <a:pt x="80" y="457"/>
                  </a:lnTo>
                  <a:lnTo>
                    <a:pt x="160" y="516"/>
                  </a:lnTo>
                  <a:lnTo>
                    <a:pt x="279" y="536"/>
                  </a:lnTo>
                  <a:lnTo>
                    <a:pt x="378" y="516"/>
                  </a:lnTo>
                  <a:lnTo>
                    <a:pt x="457" y="457"/>
                  </a:lnTo>
                  <a:lnTo>
                    <a:pt x="517" y="378"/>
                  </a:lnTo>
                  <a:lnTo>
                    <a:pt x="537" y="259"/>
                  </a:lnTo>
                  <a:lnTo>
                    <a:pt x="517" y="159"/>
                  </a:lnTo>
                  <a:lnTo>
                    <a:pt x="457" y="80"/>
                  </a:lnTo>
                  <a:lnTo>
                    <a:pt x="378" y="20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3"/>
            <p:cNvSpPr/>
            <p:nvPr/>
          </p:nvSpPr>
          <p:spPr>
            <a:xfrm>
              <a:off x="5811050" y="1180600"/>
              <a:ext cx="13400" cy="13425"/>
            </a:xfrm>
            <a:custGeom>
              <a:avLst/>
              <a:gdLst/>
              <a:ahLst/>
              <a:cxnLst/>
              <a:rect l="l" t="t" r="r" b="b"/>
              <a:pathLst>
                <a:path w="536" h="537" extrusionOk="0">
                  <a:moveTo>
                    <a:pt x="278" y="1"/>
                  </a:moveTo>
                  <a:lnTo>
                    <a:pt x="159" y="20"/>
                  </a:lnTo>
                  <a:lnTo>
                    <a:pt x="79" y="80"/>
                  </a:lnTo>
                  <a:lnTo>
                    <a:pt x="20" y="159"/>
                  </a:lnTo>
                  <a:lnTo>
                    <a:pt x="0" y="259"/>
                  </a:lnTo>
                  <a:lnTo>
                    <a:pt x="20" y="378"/>
                  </a:lnTo>
                  <a:lnTo>
                    <a:pt x="79" y="457"/>
                  </a:lnTo>
                  <a:lnTo>
                    <a:pt x="159" y="516"/>
                  </a:lnTo>
                  <a:lnTo>
                    <a:pt x="278" y="536"/>
                  </a:lnTo>
                  <a:lnTo>
                    <a:pt x="377" y="516"/>
                  </a:lnTo>
                  <a:lnTo>
                    <a:pt x="456" y="457"/>
                  </a:lnTo>
                  <a:lnTo>
                    <a:pt x="516" y="378"/>
                  </a:lnTo>
                  <a:lnTo>
                    <a:pt x="536" y="259"/>
                  </a:lnTo>
                  <a:lnTo>
                    <a:pt x="516" y="159"/>
                  </a:lnTo>
                  <a:lnTo>
                    <a:pt x="456" y="80"/>
                  </a:lnTo>
                  <a:lnTo>
                    <a:pt x="377" y="20"/>
                  </a:lnTo>
                  <a:lnTo>
                    <a:pt x="2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3"/>
            <p:cNvSpPr/>
            <p:nvPr/>
          </p:nvSpPr>
          <p:spPr>
            <a:xfrm>
              <a:off x="5914225" y="1180600"/>
              <a:ext cx="13400" cy="13425"/>
            </a:xfrm>
            <a:custGeom>
              <a:avLst/>
              <a:gdLst/>
              <a:ahLst/>
              <a:cxnLst/>
              <a:rect l="l" t="t" r="r" b="b"/>
              <a:pathLst>
                <a:path w="536" h="537" extrusionOk="0">
                  <a:moveTo>
                    <a:pt x="258" y="1"/>
                  </a:moveTo>
                  <a:lnTo>
                    <a:pt x="159" y="20"/>
                  </a:lnTo>
                  <a:lnTo>
                    <a:pt x="79" y="80"/>
                  </a:lnTo>
                  <a:lnTo>
                    <a:pt x="20" y="159"/>
                  </a:lnTo>
                  <a:lnTo>
                    <a:pt x="0" y="259"/>
                  </a:lnTo>
                  <a:lnTo>
                    <a:pt x="20" y="378"/>
                  </a:lnTo>
                  <a:lnTo>
                    <a:pt x="79" y="457"/>
                  </a:lnTo>
                  <a:lnTo>
                    <a:pt x="159" y="516"/>
                  </a:lnTo>
                  <a:lnTo>
                    <a:pt x="258" y="536"/>
                  </a:lnTo>
                  <a:lnTo>
                    <a:pt x="377" y="516"/>
                  </a:lnTo>
                  <a:lnTo>
                    <a:pt x="456" y="457"/>
                  </a:lnTo>
                  <a:lnTo>
                    <a:pt x="516" y="378"/>
                  </a:lnTo>
                  <a:lnTo>
                    <a:pt x="536" y="259"/>
                  </a:lnTo>
                  <a:lnTo>
                    <a:pt x="516" y="159"/>
                  </a:lnTo>
                  <a:lnTo>
                    <a:pt x="456" y="80"/>
                  </a:lnTo>
                  <a:lnTo>
                    <a:pt x="377" y="2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3"/>
            <p:cNvSpPr/>
            <p:nvPr/>
          </p:nvSpPr>
          <p:spPr>
            <a:xfrm>
              <a:off x="6017400" y="1180600"/>
              <a:ext cx="13400" cy="13425"/>
            </a:xfrm>
            <a:custGeom>
              <a:avLst/>
              <a:gdLst/>
              <a:ahLst/>
              <a:cxnLst/>
              <a:rect l="l" t="t" r="r" b="b"/>
              <a:pathLst>
                <a:path w="536" h="537" extrusionOk="0">
                  <a:moveTo>
                    <a:pt x="258" y="1"/>
                  </a:moveTo>
                  <a:lnTo>
                    <a:pt x="159" y="20"/>
                  </a:lnTo>
                  <a:lnTo>
                    <a:pt x="80" y="80"/>
                  </a:lnTo>
                  <a:lnTo>
                    <a:pt x="20" y="159"/>
                  </a:lnTo>
                  <a:lnTo>
                    <a:pt x="0" y="259"/>
                  </a:lnTo>
                  <a:lnTo>
                    <a:pt x="20" y="378"/>
                  </a:lnTo>
                  <a:lnTo>
                    <a:pt x="80" y="457"/>
                  </a:lnTo>
                  <a:lnTo>
                    <a:pt x="159" y="516"/>
                  </a:lnTo>
                  <a:lnTo>
                    <a:pt x="258" y="536"/>
                  </a:lnTo>
                  <a:lnTo>
                    <a:pt x="377" y="516"/>
                  </a:lnTo>
                  <a:lnTo>
                    <a:pt x="457" y="457"/>
                  </a:lnTo>
                  <a:lnTo>
                    <a:pt x="516" y="378"/>
                  </a:lnTo>
                  <a:lnTo>
                    <a:pt x="536" y="259"/>
                  </a:lnTo>
                  <a:lnTo>
                    <a:pt x="516" y="159"/>
                  </a:lnTo>
                  <a:lnTo>
                    <a:pt x="457" y="80"/>
                  </a:lnTo>
                  <a:lnTo>
                    <a:pt x="377" y="2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3"/>
            <p:cNvSpPr/>
            <p:nvPr/>
          </p:nvSpPr>
          <p:spPr>
            <a:xfrm>
              <a:off x="6120575" y="1180600"/>
              <a:ext cx="13425" cy="13425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258" y="1"/>
                  </a:moveTo>
                  <a:lnTo>
                    <a:pt x="159" y="20"/>
                  </a:lnTo>
                  <a:lnTo>
                    <a:pt x="80" y="80"/>
                  </a:lnTo>
                  <a:lnTo>
                    <a:pt x="20" y="159"/>
                  </a:lnTo>
                  <a:lnTo>
                    <a:pt x="0" y="259"/>
                  </a:lnTo>
                  <a:lnTo>
                    <a:pt x="20" y="378"/>
                  </a:lnTo>
                  <a:lnTo>
                    <a:pt x="80" y="457"/>
                  </a:lnTo>
                  <a:lnTo>
                    <a:pt x="159" y="516"/>
                  </a:lnTo>
                  <a:lnTo>
                    <a:pt x="258" y="536"/>
                  </a:lnTo>
                  <a:lnTo>
                    <a:pt x="377" y="516"/>
                  </a:lnTo>
                  <a:lnTo>
                    <a:pt x="457" y="457"/>
                  </a:lnTo>
                  <a:lnTo>
                    <a:pt x="516" y="378"/>
                  </a:lnTo>
                  <a:lnTo>
                    <a:pt x="536" y="259"/>
                  </a:lnTo>
                  <a:lnTo>
                    <a:pt x="516" y="159"/>
                  </a:lnTo>
                  <a:lnTo>
                    <a:pt x="457" y="80"/>
                  </a:lnTo>
                  <a:lnTo>
                    <a:pt x="377" y="2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3"/>
            <p:cNvSpPr/>
            <p:nvPr/>
          </p:nvSpPr>
          <p:spPr>
            <a:xfrm>
              <a:off x="6223750" y="1180600"/>
              <a:ext cx="13425" cy="13425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258" y="1"/>
                  </a:moveTo>
                  <a:lnTo>
                    <a:pt x="159" y="20"/>
                  </a:lnTo>
                  <a:lnTo>
                    <a:pt x="80" y="80"/>
                  </a:lnTo>
                  <a:lnTo>
                    <a:pt x="20" y="159"/>
                  </a:lnTo>
                  <a:lnTo>
                    <a:pt x="0" y="259"/>
                  </a:lnTo>
                  <a:lnTo>
                    <a:pt x="20" y="378"/>
                  </a:lnTo>
                  <a:lnTo>
                    <a:pt x="80" y="457"/>
                  </a:lnTo>
                  <a:lnTo>
                    <a:pt x="159" y="516"/>
                  </a:lnTo>
                  <a:lnTo>
                    <a:pt x="258" y="536"/>
                  </a:lnTo>
                  <a:lnTo>
                    <a:pt x="358" y="516"/>
                  </a:lnTo>
                  <a:lnTo>
                    <a:pt x="457" y="457"/>
                  </a:lnTo>
                  <a:lnTo>
                    <a:pt x="516" y="378"/>
                  </a:lnTo>
                  <a:lnTo>
                    <a:pt x="536" y="259"/>
                  </a:lnTo>
                  <a:lnTo>
                    <a:pt x="516" y="159"/>
                  </a:lnTo>
                  <a:lnTo>
                    <a:pt x="457" y="80"/>
                  </a:lnTo>
                  <a:lnTo>
                    <a:pt x="358" y="2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3"/>
            <p:cNvSpPr/>
            <p:nvPr/>
          </p:nvSpPr>
          <p:spPr>
            <a:xfrm>
              <a:off x="6326925" y="1180600"/>
              <a:ext cx="13425" cy="13425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258" y="1"/>
                  </a:moveTo>
                  <a:lnTo>
                    <a:pt x="159" y="20"/>
                  </a:lnTo>
                  <a:lnTo>
                    <a:pt x="80" y="80"/>
                  </a:lnTo>
                  <a:lnTo>
                    <a:pt x="20" y="159"/>
                  </a:lnTo>
                  <a:lnTo>
                    <a:pt x="1" y="259"/>
                  </a:lnTo>
                  <a:lnTo>
                    <a:pt x="20" y="378"/>
                  </a:lnTo>
                  <a:lnTo>
                    <a:pt x="80" y="457"/>
                  </a:lnTo>
                  <a:lnTo>
                    <a:pt x="159" y="516"/>
                  </a:lnTo>
                  <a:lnTo>
                    <a:pt x="258" y="536"/>
                  </a:lnTo>
                  <a:lnTo>
                    <a:pt x="358" y="516"/>
                  </a:lnTo>
                  <a:lnTo>
                    <a:pt x="457" y="457"/>
                  </a:lnTo>
                  <a:lnTo>
                    <a:pt x="497" y="378"/>
                  </a:lnTo>
                  <a:lnTo>
                    <a:pt x="536" y="259"/>
                  </a:lnTo>
                  <a:lnTo>
                    <a:pt x="497" y="159"/>
                  </a:lnTo>
                  <a:lnTo>
                    <a:pt x="457" y="80"/>
                  </a:lnTo>
                  <a:lnTo>
                    <a:pt x="358" y="2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3"/>
            <p:cNvSpPr/>
            <p:nvPr/>
          </p:nvSpPr>
          <p:spPr>
            <a:xfrm>
              <a:off x="6430100" y="1180600"/>
              <a:ext cx="12925" cy="13425"/>
            </a:xfrm>
            <a:custGeom>
              <a:avLst/>
              <a:gdLst/>
              <a:ahLst/>
              <a:cxnLst/>
              <a:rect l="l" t="t" r="r" b="b"/>
              <a:pathLst>
                <a:path w="517" h="537" extrusionOk="0">
                  <a:moveTo>
                    <a:pt x="259" y="1"/>
                  </a:moveTo>
                  <a:lnTo>
                    <a:pt x="159" y="20"/>
                  </a:lnTo>
                  <a:lnTo>
                    <a:pt x="80" y="80"/>
                  </a:lnTo>
                  <a:lnTo>
                    <a:pt x="20" y="159"/>
                  </a:lnTo>
                  <a:lnTo>
                    <a:pt x="1" y="259"/>
                  </a:lnTo>
                  <a:lnTo>
                    <a:pt x="20" y="378"/>
                  </a:lnTo>
                  <a:lnTo>
                    <a:pt x="80" y="457"/>
                  </a:lnTo>
                  <a:lnTo>
                    <a:pt x="159" y="516"/>
                  </a:lnTo>
                  <a:lnTo>
                    <a:pt x="259" y="536"/>
                  </a:lnTo>
                  <a:lnTo>
                    <a:pt x="358" y="516"/>
                  </a:lnTo>
                  <a:lnTo>
                    <a:pt x="437" y="457"/>
                  </a:lnTo>
                  <a:lnTo>
                    <a:pt x="497" y="378"/>
                  </a:lnTo>
                  <a:lnTo>
                    <a:pt x="517" y="259"/>
                  </a:lnTo>
                  <a:lnTo>
                    <a:pt x="497" y="159"/>
                  </a:lnTo>
                  <a:lnTo>
                    <a:pt x="437" y="80"/>
                  </a:lnTo>
                  <a:lnTo>
                    <a:pt x="358" y="20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3"/>
            <p:cNvSpPr/>
            <p:nvPr/>
          </p:nvSpPr>
          <p:spPr>
            <a:xfrm>
              <a:off x="4677575" y="1298650"/>
              <a:ext cx="11425" cy="10950"/>
            </a:xfrm>
            <a:custGeom>
              <a:avLst/>
              <a:gdLst/>
              <a:ahLst/>
              <a:cxnLst/>
              <a:rect l="l" t="t" r="r" b="b"/>
              <a:pathLst>
                <a:path w="457" h="438" extrusionOk="0">
                  <a:moveTo>
                    <a:pt x="139" y="1"/>
                  </a:moveTo>
                  <a:lnTo>
                    <a:pt x="80" y="60"/>
                  </a:lnTo>
                  <a:lnTo>
                    <a:pt x="20" y="140"/>
                  </a:lnTo>
                  <a:lnTo>
                    <a:pt x="0" y="219"/>
                  </a:lnTo>
                  <a:lnTo>
                    <a:pt x="20" y="299"/>
                  </a:lnTo>
                  <a:lnTo>
                    <a:pt x="80" y="378"/>
                  </a:lnTo>
                  <a:lnTo>
                    <a:pt x="139" y="437"/>
                  </a:lnTo>
                  <a:lnTo>
                    <a:pt x="318" y="437"/>
                  </a:lnTo>
                  <a:lnTo>
                    <a:pt x="397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97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3"/>
            <p:cNvSpPr/>
            <p:nvPr/>
          </p:nvSpPr>
          <p:spPr>
            <a:xfrm>
              <a:off x="4780750" y="1298650"/>
              <a:ext cx="11425" cy="10950"/>
            </a:xfrm>
            <a:custGeom>
              <a:avLst/>
              <a:gdLst/>
              <a:ahLst/>
              <a:cxnLst/>
              <a:rect l="l" t="t" r="r" b="b"/>
              <a:pathLst>
                <a:path w="457" h="438" extrusionOk="0">
                  <a:moveTo>
                    <a:pt x="139" y="1"/>
                  </a:moveTo>
                  <a:lnTo>
                    <a:pt x="60" y="60"/>
                  </a:lnTo>
                  <a:lnTo>
                    <a:pt x="20" y="140"/>
                  </a:lnTo>
                  <a:lnTo>
                    <a:pt x="1" y="219"/>
                  </a:lnTo>
                  <a:lnTo>
                    <a:pt x="20" y="299"/>
                  </a:lnTo>
                  <a:lnTo>
                    <a:pt x="60" y="378"/>
                  </a:lnTo>
                  <a:lnTo>
                    <a:pt x="139" y="437"/>
                  </a:lnTo>
                  <a:lnTo>
                    <a:pt x="318" y="437"/>
                  </a:lnTo>
                  <a:lnTo>
                    <a:pt x="397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97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3"/>
            <p:cNvSpPr/>
            <p:nvPr/>
          </p:nvSpPr>
          <p:spPr>
            <a:xfrm>
              <a:off x="4883925" y="1298650"/>
              <a:ext cx="11425" cy="10950"/>
            </a:xfrm>
            <a:custGeom>
              <a:avLst/>
              <a:gdLst/>
              <a:ahLst/>
              <a:cxnLst/>
              <a:rect l="l" t="t" r="r" b="b"/>
              <a:pathLst>
                <a:path w="457" h="438" extrusionOk="0">
                  <a:moveTo>
                    <a:pt x="140" y="1"/>
                  </a:moveTo>
                  <a:lnTo>
                    <a:pt x="60" y="60"/>
                  </a:lnTo>
                  <a:lnTo>
                    <a:pt x="20" y="140"/>
                  </a:lnTo>
                  <a:lnTo>
                    <a:pt x="1" y="219"/>
                  </a:lnTo>
                  <a:lnTo>
                    <a:pt x="20" y="299"/>
                  </a:lnTo>
                  <a:lnTo>
                    <a:pt x="60" y="378"/>
                  </a:lnTo>
                  <a:lnTo>
                    <a:pt x="140" y="437"/>
                  </a:lnTo>
                  <a:lnTo>
                    <a:pt x="318" y="437"/>
                  </a:lnTo>
                  <a:lnTo>
                    <a:pt x="397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97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3"/>
            <p:cNvSpPr/>
            <p:nvPr/>
          </p:nvSpPr>
          <p:spPr>
            <a:xfrm>
              <a:off x="4987100" y="1298650"/>
              <a:ext cx="11450" cy="10950"/>
            </a:xfrm>
            <a:custGeom>
              <a:avLst/>
              <a:gdLst/>
              <a:ahLst/>
              <a:cxnLst/>
              <a:rect l="l" t="t" r="r" b="b"/>
              <a:pathLst>
                <a:path w="458" h="438" extrusionOk="0">
                  <a:moveTo>
                    <a:pt x="140" y="1"/>
                  </a:moveTo>
                  <a:lnTo>
                    <a:pt x="60" y="60"/>
                  </a:lnTo>
                  <a:lnTo>
                    <a:pt x="21" y="140"/>
                  </a:lnTo>
                  <a:lnTo>
                    <a:pt x="1" y="219"/>
                  </a:lnTo>
                  <a:lnTo>
                    <a:pt x="21" y="299"/>
                  </a:lnTo>
                  <a:lnTo>
                    <a:pt x="60" y="378"/>
                  </a:lnTo>
                  <a:lnTo>
                    <a:pt x="140" y="437"/>
                  </a:lnTo>
                  <a:lnTo>
                    <a:pt x="318" y="437"/>
                  </a:lnTo>
                  <a:lnTo>
                    <a:pt x="378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78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3"/>
            <p:cNvSpPr/>
            <p:nvPr/>
          </p:nvSpPr>
          <p:spPr>
            <a:xfrm>
              <a:off x="5090275" y="1298650"/>
              <a:ext cx="11450" cy="10950"/>
            </a:xfrm>
            <a:custGeom>
              <a:avLst/>
              <a:gdLst/>
              <a:ahLst/>
              <a:cxnLst/>
              <a:rect l="l" t="t" r="r" b="b"/>
              <a:pathLst>
                <a:path w="458" h="438" extrusionOk="0">
                  <a:moveTo>
                    <a:pt x="140" y="1"/>
                  </a:moveTo>
                  <a:lnTo>
                    <a:pt x="60" y="60"/>
                  </a:lnTo>
                  <a:lnTo>
                    <a:pt x="21" y="140"/>
                  </a:lnTo>
                  <a:lnTo>
                    <a:pt x="1" y="219"/>
                  </a:lnTo>
                  <a:lnTo>
                    <a:pt x="21" y="299"/>
                  </a:lnTo>
                  <a:lnTo>
                    <a:pt x="60" y="378"/>
                  </a:lnTo>
                  <a:lnTo>
                    <a:pt x="140" y="437"/>
                  </a:lnTo>
                  <a:lnTo>
                    <a:pt x="318" y="437"/>
                  </a:lnTo>
                  <a:lnTo>
                    <a:pt x="378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78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3"/>
            <p:cNvSpPr/>
            <p:nvPr/>
          </p:nvSpPr>
          <p:spPr>
            <a:xfrm>
              <a:off x="5193450" y="1298650"/>
              <a:ext cx="11450" cy="10950"/>
            </a:xfrm>
            <a:custGeom>
              <a:avLst/>
              <a:gdLst/>
              <a:ahLst/>
              <a:cxnLst/>
              <a:rect l="l" t="t" r="r" b="b"/>
              <a:pathLst>
                <a:path w="458" h="438" extrusionOk="0">
                  <a:moveTo>
                    <a:pt x="140" y="1"/>
                  </a:moveTo>
                  <a:lnTo>
                    <a:pt x="60" y="60"/>
                  </a:lnTo>
                  <a:lnTo>
                    <a:pt x="21" y="140"/>
                  </a:lnTo>
                  <a:lnTo>
                    <a:pt x="1" y="219"/>
                  </a:lnTo>
                  <a:lnTo>
                    <a:pt x="21" y="299"/>
                  </a:lnTo>
                  <a:lnTo>
                    <a:pt x="60" y="378"/>
                  </a:lnTo>
                  <a:lnTo>
                    <a:pt x="140" y="437"/>
                  </a:lnTo>
                  <a:lnTo>
                    <a:pt x="318" y="437"/>
                  </a:lnTo>
                  <a:lnTo>
                    <a:pt x="378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78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3"/>
            <p:cNvSpPr/>
            <p:nvPr/>
          </p:nvSpPr>
          <p:spPr>
            <a:xfrm>
              <a:off x="5296650" y="1298650"/>
              <a:ext cx="11425" cy="10950"/>
            </a:xfrm>
            <a:custGeom>
              <a:avLst/>
              <a:gdLst/>
              <a:ahLst/>
              <a:cxnLst/>
              <a:rect l="l" t="t" r="r" b="b"/>
              <a:pathLst>
                <a:path w="457" h="438" extrusionOk="0">
                  <a:moveTo>
                    <a:pt x="139" y="1"/>
                  </a:moveTo>
                  <a:lnTo>
                    <a:pt x="60" y="60"/>
                  </a:lnTo>
                  <a:lnTo>
                    <a:pt x="0" y="140"/>
                  </a:lnTo>
                  <a:lnTo>
                    <a:pt x="0" y="219"/>
                  </a:lnTo>
                  <a:lnTo>
                    <a:pt x="0" y="299"/>
                  </a:lnTo>
                  <a:lnTo>
                    <a:pt x="60" y="378"/>
                  </a:lnTo>
                  <a:lnTo>
                    <a:pt x="139" y="437"/>
                  </a:lnTo>
                  <a:lnTo>
                    <a:pt x="317" y="437"/>
                  </a:lnTo>
                  <a:lnTo>
                    <a:pt x="377" y="378"/>
                  </a:lnTo>
                  <a:lnTo>
                    <a:pt x="437" y="299"/>
                  </a:lnTo>
                  <a:lnTo>
                    <a:pt x="456" y="219"/>
                  </a:lnTo>
                  <a:lnTo>
                    <a:pt x="437" y="140"/>
                  </a:lnTo>
                  <a:lnTo>
                    <a:pt x="377" y="60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3"/>
            <p:cNvSpPr/>
            <p:nvPr/>
          </p:nvSpPr>
          <p:spPr>
            <a:xfrm>
              <a:off x="5399325" y="1298650"/>
              <a:ext cx="11425" cy="10950"/>
            </a:xfrm>
            <a:custGeom>
              <a:avLst/>
              <a:gdLst/>
              <a:ahLst/>
              <a:cxnLst/>
              <a:rect l="l" t="t" r="r" b="b"/>
              <a:pathLst>
                <a:path w="457" h="438" extrusionOk="0">
                  <a:moveTo>
                    <a:pt x="139" y="1"/>
                  </a:moveTo>
                  <a:lnTo>
                    <a:pt x="80" y="60"/>
                  </a:lnTo>
                  <a:lnTo>
                    <a:pt x="20" y="140"/>
                  </a:lnTo>
                  <a:lnTo>
                    <a:pt x="0" y="219"/>
                  </a:lnTo>
                  <a:lnTo>
                    <a:pt x="20" y="299"/>
                  </a:lnTo>
                  <a:lnTo>
                    <a:pt x="80" y="378"/>
                  </a:lnTo>
                  <a:lnTo>
                    <a:pt x="139" y="437"/>
                  </a:lnTo>
                  <a:lnTo>
                    <a:pt x="318" y="437"/>
                  </a:lnTo>
                  <a:lnTo>
                    <a:pt x="397" y="378"/>
                  </a:lnTo>
                  <a:lnTo>
                    <a:pt x="457" y="299"/>
                  </a:lnTo>
                  <a:lnTo>
                    <a:pt x="457" y="219"/>
                  </a:lnTo>
                  <a:lnTo>
                    <a:pt x="457" y="140"/>
                  </a:lnTo>
                  <a:lnTo>
                    <a:pt x="397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3"/>
            <p:cNvSpPr/>
            <p:nvPr/>
          </p:nvSpPr>
          <p:spPr>
            <a:xfrm>
              <a:off x="5502500" y="1298650"/>
              <a:ext cx="11425" cy="10950"/>
            </a:xfrm>
            <a:custGeom>
              <a:avLst/>
              <a:gdLst/>
              <a:ahLst/>
              <a:cxnLst/>
              <a:rect l="l" t="t" r="r" b="b"/>
              <a:pathLst>
                <a:path w="457" h="438" extrusionOk="0">
                  <a:moveTo>
                    <a:pt x="139" y="1"/>
                  </a:moveTo>
                  <a:lnTo>
                    <a:pt x="80" y="60"/>
                  </a:lnTo>
                  <a:lnTo>
                    <a:pt x="20" y="140"/>
                  </a:lnTo>
                  <a:lnTo>
                    <a:pt x="0" y="219"/>
                  </a:lnTo>
                  <a:lnTo>
                    <a:pt x="20" y="299"/>
                  </a:lnTo>
                  <a:lnTo>
                    <a:pt x="80" y="378"/>
                  </a:lnTo>
                  <a:lnTo>
                    <a:pt x="139" y="437"/>
                  </a:lnTo>
                  <a:lnTo>
                    <a:pt x="318" y="437"/>
                  </a:lnTo>
                  <a:lnTo>
                    <a:pt x="397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97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3"/>
            <p:cNvSpPr/>
            <p:nvPr/>
          </p:nvSpPr>
          <p:spPr>
            <a:xfrm>
              <a:off x="5605675" y="1298650"/>
              <a:ext cx="11425" cy="10950"/>
            </a:xfrm>
            <a:custGeom>
              <a:avLst/>
              <a:gdLst/>
              <a:ahLst/>
              <a:cxnLst/>
              <a:rect l="l" t="t" r="r" b="b"/>
              <a:pathLst>
                <a:path w="457" h="438" extrusionOk="0">
                  <a:moveTo>
                    <a:pt x="139" y="1"/>
                  </a:moveTo>
                  <a:lnTo>
                    <a:pt x="80" y="60"/>
                  </a:lnTo>
                  <a:lnTo>
                    <a:pt x="20" y="140"/>
                  </a:lnTo>
                  <a:lnTo>
                    <a:pt x="0" y="219"/>
                  </a:lnTo>
                  <a:lnTo>
                    <a:pt x="20" y="299"/>
                  </a:lnTo>
                  <a:lnTo>
                    <a:pt x="80" y="378"/>
                  </a:lnTo>
                  <a:lnTo>
                    <a:pt x="139" y="437"/>
                  </a:lnTo>
                  <a:lnTo>
                    <a:pt x="318" y="437"/>
                  </a:lnTo>
                  <a:lnTo>
                    <a:pt x="397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97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3"/>
            <p:cNvSpPr/>
            <p:nvPr/>
          </p:nvSpPr>
          <p:spPr>
            <a:xfrm>
              <a:off x="5708850" y="1298650"/>
              <a:ext cx="11425" cy="10950"/>
            </a:xfrm>
            <a:custGeom>
              <a:avLst/>
              <a:gdLst/>
              <a:ahLst/>
              <a:cxnLst/>
              <a:rect l="l" t="t" r="r" b="b"/>
              <a:pathLst>
                <a:path w="457" h="438" extrusionOk="0">
                  <a:moveTo>
                    <a:pt x="139" y="1"/>
                  </a:moveTo>
                  <a:lnTo>
                    <a:pt x="80" y="60"/>
                  </a:lnTo>
                  <a:lnTo>
                    <a:pt x="20" y="140"/>
                  </a:lnTo>
                  <a:lnTo>
                    <a:pt x="1" y="219"/>
                  </a:lnTo>
                  <a:lnTo>
                    <a:pt x="20" y="299"/>
                  </a:lnTo>
                  <a:lnTo>
                    <a:pt x="80" y="378"/>
                  </a:lnTo>
                  <a:lnTo>
                    <a:pt x="139" y="437"/>
                  </a:lnTo>
                  <a:lnTo>
                    <a:pt x="318" y="437"/>
                  </a:lnTo>
                  <a:lnTo>
                    <a:pt x="397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97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3"/>
            <p:cNvSpPr/>
            <p:nvPr/>
          </p:nvSpPr>
          <p:spPr>
            <a:xfrm>
              <a:off x="5812025" y="1298650"/>
              <a:ext cx="11450" cy="10950"/>
            </a:xfrm>
            <a:custGeom>
              <a:avLst/>
              <a:gdLst/>
              <a:ahLst/>
              <a:cxnLst/>
              <a:rect l="l" t="t" r="r" b="b"/>
              <a:pathLst>
                <a:path w="458" h="438" extrusionOk="0">
                  <a:moveTo>
                    <a:pt x="140" y="1"/>
                  </a:moveTo>
                  <a:lnTo>
                    <a:pt x="60" y="60"/>
                  </a:lnTo>
                  <a:lnTo>
                    <a:pt x="21" y="140"/>
                  </a:lnTo>
                  <a:lnTo>
                    <a:pt x="1" y="219"/>
                  </a:lnTo>
                  <a:lnTo>
                    <a:pt x="21" y="299"/>
                  </a:lnTo>
                  <a:lnTo>
                    <a:pt x="60" y="378"/>
                  </a:lnTo>
                  <a:lnTo>
                    <a:pt x="140" y="437"/>
                  </a:lnTo>
                  <a:lnTo>
                    <a:pt x="318" y="437"/>
                  </a:lnTo>
                  <a:lnTo>
                    <a:pt x="398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98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3"/>
            <p:cNvSpPr/>
            <p:nvPr/>
          </p:nvSpPr>
          <p:spPr>
            <a:xfrm>
              <a:off x="5915200" y="1298650"/>
              <a:ext cx="11450" cy="10950"/>
            </a:xfrm>
            <a:custGeom>
              <a:avLst/>
              <a:gdLst/>
              <a:ahLst/>
              <a:cxnLst/>
              <a:rect l="l" t="t" r="r" b="b"/>
              <a:pathLst>
                <a:path w="458" h="438" extrusionOk="0">
                  <a:moveTo>
                    <a:pt x="140" y="1"/>
                  </a:moveTo>
                  <a:lnTo>
                    <a:pt x="60" y="60"/>
                  </a:lnTo>
                  <a:lnTo>
                    <a:pt x="21" y="140"/>
                  </a:lnTo>
                  <a:lnTo>
                    <a:pt x="1" y="219"/>
                  </a:lnTo>
                  <a:lnTo>
                    <a:pt x="21" y="299"/>
                  </a:lnTo>
                  <a:lnTo>
                    <a:pt x="60" y="378"/>
                  </a:lnTo>
                  <a:lnTo>
                    <a:pt x="140" y="437"/>
                  </a:lnTo>
                  <a:lnTo>
                    <a:pt x="318" y="437"/>
                  </a:lnTo>
                  <a:lnTo>
                    <a:pt x="398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98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3"/>
            <p:cNvSpPr/>
            <p:nvPr/>
          </p:nvSpPr>
          <p:spPr>
            <a:xfrm>
              <a:off x="6018375" y="1298650"/>
              <a:ext cx="11450" cy="10950"/>
            </a:xfrm>
            <a:custGeom>
              <a:avLst/>
              <a:gdLst/>
              <a:ahLst/>
              <a:cxnLst/>
              <a:rect l="l" t="t" r="r" b="b"/>
              <a:pathLst>
                <a:path w="458" h="438" extrusionOk="0">
                  <a:moveTo>
                    <a:pt x="140" y="1"/>
                  </a:moveTo>
                  <a:lnTo>
                    <a:pt x="60" y="60"/>
                  </a:lnTo>
                  <a:lnTo>
                    <a:pt x="21" y="140"/>
                  </a:lnTo>
                  <a:lnTo>
                    <a:pt x="1" y="219"/>
                  </a:lnTo>
                  <a:lnTo>
                    <a:pt x="21" y="299"/>
                  </a:lnTo>
                  <a:lnTo>
                    <a:pt x="60" y="378"/>
                  </a:lnTo>
                  <a:lnTo>
                    <a:pt x="140" y="437"/>
                  </a:lnTo>
                  <a:lnTo>
                    <a:pt x="318" y="437"/>
                  </a:lnTo>
                  <a:lnTo>
                    <a:pt x="398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98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3"/>
            <p:cNvSpPr/>
            <p:nvPr/>
          </p:nvSpPr>
          <p:spPr>
            <a:xfrm>
              <a:off x="6121575" y="1298650"/>
              <a:ext cx="11425" cy="10950"/>
            </a:xfrm>
            <a:custGeom>
              <a:avLst/>
              <a:gdLst/>
              <a:ahLst/>
              <a:cxnLst/>
              <a:rect l="l" t="t" r="r" b="b"/>
              <a:pathLst>
                <a:path w="457" h="438" extrusionOk="0">
                  <a:moveTo>
                    <a:pt x="139" y="1"/>
                  </a:moveTo>
                  <a:lnTo>
                    <a:pt x="60" y="60"/>
                  </a:lnTo>
                  <a:lnTo>
                    <a:pt x="20" y="140"/>
                  </a:lnTo>
                  <a:lnTo>
                    <a:pt x="0" y="219"/>
                  </a:lnTo>
                  <a:lnTo>
                    <a:pt x="20" y="299"/>
                  </a:lnTo>
                  <a:lnTo>
                    <a:pt x="60" y="378"/>
                  </a:lnTo>
                  <a:lnTo>
                    <a:pt x="139" y="437"/>
                  </a:lnTo>
                  <a:lnTo>
                    <a:pt x="317" y="437"/>
                  </a:lnTo>
                  <a:lnTo>
                    <a:pt x="377" y="378"/>
                  </a:lnTo>
                  <a:lnTo>
                    <a:pt x="437" y="299"/>
                  </a:lnTo>
                  <a:lnTo>
                    <a:pt x="456" y="219"/>
                  </a:lnTo>
                  <a:lnTo>
                    <a:pt x="437" y="140"/>
                  </a:lnTo>
                  <a:lnTo>
                    <a:pt x="377" y="60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3"/>
            <p:cNvSpPr/>
            <p:nvPr/>
          </p:nvSpPr>
          <p:spPr>
            <a:xfrm>
              <a:off x="6224750" y="1298650"/>
              <a:ext cx="11425" cy="10950"/>
            </a:xfrm>
            <a:custGeom>
              <a:avLst/>
              <a:gdLst/>
              <a:ahLst/>
              <a:cxnLst/>
              <a:rect l="l" t="t" r="r" b="b"/>
              <a:pathLst>
                <a:path w="457" h="438" extrusionOk="0">
                  <a:moveTo>
                    <a:pt x="139" y="1"/>
                  </a:moveTo>
                  <a:lnTo>
                    <a:pt x="60" y="60"/>
                  </a:lnTo>
                  <a:lnTo>
                    <a:pt x="20" y="140"/>
                  </a:lnTo>
                  <a:lnTo>
                    <a:pt x="0" y="219"/>
                  </a:lnTo>
                  <a:lnTo>
                    <a:pt x="20" y="299"/>
                  </a:lnTo>
                  <a:lnTo>
                    <a:pt x="60" y="378"/>
                  </a:lnTo>
                  <a:lnTo>
                    <a:pt x="139" y="437"/>
                  </a:lnTo>
                  <a:lnTo>
                    <a:pt x="318" y="437"/>
                  </a:lnTo>
                  <a:lnTo>
                    <a:pt x="377" y="378"/>
                  </a:lnTo>
                  <a:lnTo>
                    <a:pt x="437" y="299"/>
                  </a:lnTo>
                  <a:lnTo>
                    <a:pt x="456" y="219"/>
                  </a:lnTo>
                  <a:lnTo>
                    <a:pt x="437" y="140"/>
                  </a:lnTo>
                  <a:lnTo>
                    <a:pt x="377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3"/>
            <p:cNvSpPr/>
            <p:nvPr/>
          </p:nvSpPr>
          <p:spPr>
            <a:xfrm>
              <a:off x="6327925" y="1298650"/>
              <a:ext cx="11425" cy="10950"/>
            </a:xfrm>
            <a:custGeom>
              <a:avLst/>
              <a:gdLst/>
              <a:ahLst/>
              <a:cxnLst/>
              <a:rect l="l" t="t" r="r" b="b"/>
              <a:pathLst>
                <a:path w="457" h="438" extrusionOk="0">
                  <a:moveTo>
                    <a:pt x="139" y="1"/>
                  </a:moveTo>
                  <a:lnTo>
                    <a:pt x="60" y="60"/>
                  </a:lnTo>
                  <a:lnTo>
                    <a:pt x="20" y="140"/>
                  </a:lnTo>
                  <a:lnTo>
                    <a:pt x="0" y="219"/>
                  </a:lnTo>
                  <a:lnTo>
                    <a:pt x="20" y="299"/>
                  </a:lnTo>
                  <a:lnTo>
                    <a:pt x="60" y="378"/>
                  </a:lnTo>
                  <a:lnTo>
                    <a:pt x="139" y="437"/>
                  </a:lnTo>
                  <a:lnTo>
                    <a:pt x="318" y="437"/>
                  </a:lnTo>
                  <a:lnTo>
                    <a:pt x="377" y="378"/>
                  </a:lnTo>
                  <a:lnTo>
                    <a:pt x="437" y="299"/>
                  </a:lnTo>
                  <a:lnTo>
                    <a:pt x="457" y="219"/>
                  </a:lnTo>
                  <a:lnTo>
                    <a:pt x="437" y="140"/>
                  </a:lnTo>
                  <a:lnTo>
                    <a:pt x="377" y="60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3"/>
            <p:cNvSpPr/>
            <p:nvPr/>
          </p:nvSpPr>
          <p:spPr>
            <a:xfrm>
              <a:off x="6431100" y="1298650"/>
              <a:ext cx="10925" cy="10950"/>
            </a:xfrm>
            <a:custGeom>
              <a:avLst/>
              <a:gdLst/>
              <a:ahLst/>
              <a:cxnLst/>
              <a:rect l="l" t="t" r="r" b="b"/>
              <a:pathLst>
                <a:path w="437" h="438" extrusionOk="0">
                  <a:moveTo>
                    <a:pt x="139" y="1"/>
                  </a:moveTo>
                  <a:lnTo>
                    <a:pt x="60" y="60"/>
                  </a:lnTo>
                  <a:lnTo>
                    <a:pt x="0" y="140"/>
                  </a:lnTo>
                  <a:lnTo>
                    <a:pt x="0" y="219"/>
                  </a:lnTo>
                  <a:lnTo>
                    <a:pt x="0" y="299"/>
                  </a:lnTo>
                  <a:lnTo>
                    <a:pt x="60" y="378"/>
                  </a:lnTo>
                  <a:lnTo>
                    <a:pt x="139" y="437"/>
                  </a:lnTo>
                  <a:lnTo>
                    <a:pt x="298" y="437"/>
                  </a:lnTo>
                  <a:lnTo>
                    <a:pt x="377" y="378"/>
                  </a:lnTo>
                  <a:lnTo>
                    <a:pt x="437" y="299"/>
                  </a:lnTo>
                  <a:lnTo>
                    <a:pt x="437" y="219"/>
                  </a:lnTo>
                  <a:lnTo>
                    <a:pt x="437" y="140"/>
                  </a:lnTo>
                  <a:lnTo>
                    <a:pt x="377" y="60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3"/>
            <p:cNvSpPr/>
            <p:nvPr/>
          </p:nvSpPr>
          <p:spPr>
            <a:xfrm>
              <a:off x="4678575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9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99"/>
                  </a:lnTo>
                  <a:lnTo>
                    <a:pt x="20" y="258"/>
                  </a:lnTo>
                  <a:lnTo>
                    <a:pt x="60" y="318"/>
                  </a:lnTo>
                  <a:lnTo>
                    <a:pt x="119" y="358"/>
                  </a:lnTo>
                  <a:lnTo>
                    <a:pt x="199" y="377"/>
                  </a:lnTo>
                  <a:lnTo>
                    <a:pt x="258" y="358"/>
                  </a:lnTo>
                  <a:lnTo>
                    <a:pt x="318" y="318"/>
                  </a:lnTo>
                  <a:lnTo>
                    <a:pt x="357" y="258"/>
                  </a:lnTo>
                  <a:lnTo>
                    <a:pt x="377" y="199"/>
                  </a:lnTo>
                  <a:lnTo>
                    <a:pt x="357" y="119"/>
                  </a:lnTo>
                  <a:lnTo>
                    <a:pt x="318" y="60"/>
                  </a:lnTo>
                  <a:lnTo>
                    <a:pt x="258" y="20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3"/>
            <p:cNvSpPr/>
            <p:nvPr/>
          </p:nvSpPr>
          <p:spPr>
            <a:xfrm>
              <a:off x="4781750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9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99"/>
                  </a:lnTo>
                  <a:lnTo>
                    <a:pt x="20" y="258"/>
                  </a:lnTo>
                  <a:lnTo>
                    <a:pt x="60" y="318"/>
                  </a:lnTo>
                  <a:lnTo>
                    <a:pt x="119" y="358"/>
                  </a:lnTo>
                  <a:lnTo>
                    <a:pt x="199" y="377"/>
                  </a:lnTo>
                  <a:lnTo>
                    <a:pt x="258" y="358"/>
                  </a:lnTo>
                  <a:lnTo>
                    <a:pt x="318" y="318"/>
                  </a:lnTo>
                  <a:lnTo>
                    <a:pt x="357" y="258"/>
                  </a:lnTo>
                  <a:lnTo>
                    <a:pt x="377" y="199"/>
                  </a:lnTo>
                  <a:lnTo>
                    <a:pt x="357" y="119"/>
                  </a:lnTo>
                  <a:lnTo>
                    <a:pt x="318" y="60"/>
                  </a:lnTo>
                  <a:lnTo>
                    <a:pt x="258" y="20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3"/>
            <p:cNvSpPr/>
            <p:nvPr/>
          </p:nvSpPr>
          <p:spPr>
            <a:xfrm>
              <a:off x="4884925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99"/>
                  </a:lnTo>
                  <a:lnTo>
                    <a:pt x="20" y="258"/>
                  </a:lnTo>
                  <a:lnTo>
                    <a:pt x="60" y="318"/>
                  </a:lnTo>
                  <a:lnTo>
                    <a:pt x="119" y="358"/>
                  </a:lnTo>
                  <a:lnTo>
                    <a:pt x="179" y="377"/>
                  </a:lnTo>
                  <a:lnTo>
                    <a:pt x="258" y="358"/>
                  </a:lnTo>
                  <a:lnTo>
                    <a:pt x="318" y="318"/>
                  </a:lnTo>
                  <a:lnTo>
                    <a:pt x="357" y="258"/>
                  </a:lnTo>
                  <a:lnTo>
                    <a:pt x="377" y="199"/>
                  </a:lnTo>
                  <a:lnTo>
                    <a:pt x="357" y="119"/>
                  </a:lnTo>
                  <a:lnTo>
                    <a:pt x="318" y="60"/>
                  </a:lnTo>
                  <a:lnTo>
                    <a:pt x="258" y="2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3"/>
            <p:cNvSpPr/>
            <p:nvPr/>
          </p:nvSpPr>
          <p:spPr>
            <a:xfrm>
              <a:off x="4988100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99"/>
                  </a:lnTo>
                  <a:lnTo>
                    <a:pt x="20" y="258"/>
                  </a:lnTo>
                  <a:lnTo>
                    <a:pt x="60" y="318"/>
                  </a:lnTo>
                  <a:lnTo>
                    <a:pt x="119" y="358"/>
                  </a:lnTo>
                  <a:lnTo>
                    <a:pt x="179" y="377"/>
                  </a:lnTo>
                  <a:lnTo>
                    <a:pt x="258" y="358"/>
                  </a:lnTo>
                  <a:lnTo>
                    <a:pt x="318" y="318"/>
                  </a:lnTo>
                  <a:lnTo>
                    <a:pt x="358" y="258"/>
                  </a:lnTo>
                  <a:lnTo>
                    <a:pt x="377" y="199"/>
                  </a:lnTo>
                  <a:lnTo>
                    <a:pt x="358" y="119"/>
                  </a:lnTo>
                  <a:lnTo>
                    <a:pt x="318" y="60"/>
                  </a:lnTo>
                  <a:lnTo>
                    <a:pt x="258" y="2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3"/>
            <p:cNvSpPr/>
            <p:nvPr/>
          </p:nvSpPr>
          <p:spPr>
            <a:xfrm>
              <a:off x="5091275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79" y="0"/>
                  </a:moveTo>
                  <a:lnTo>
                    <a:pt x="120" y="20"/>
                  </a:lnTo>
                  <a:lnTo>
                    <a:pt x="40" y="60"/>
                  </a:lnTo>
                  <a:lnTo>
                    <a:pt x="1" y="119"/>
                  </a:lnTo>
                  <a:lnTo>
                    <a:pt x="1" y="199"/>
                  </a:lnTo>
                  <a:lnTo>
                    <a:pt x="1" y="258"/>
                  </a:lnTo>
                  <a:lnTo>
                    <a:pt x="40" y="318"/>
                  </a:lnTo>
                  <a:lnTo>
                    <a:pt x="120" y="358"/>
                  </a:lnTo>
                  <a:lnTo>
                    <a:pt x="179" y="377"/>
                  </a:lnTo>
                  <a:lnTo>
                    <a:pt x="258" y="358"/>
                  </a:lnTo>
                  <a:lnTo>
                    <a:pt x="318" y="318"/>
                  </a:lnTo>
                  <a:lnTo>
                    <a:pt x="358" y="258"/>
                  </a:lnTo>
                  <a:lnTo>
                    <a:pt x="377" y="199"/>
                  </a:lnTo>
                  <a:lnTo>
                    <a:pt x="358" y="119"/>
                  </a:lnTo>
                  <a:lnTo>
                    <a:pt x="318" y="60"/>
                  </a:lnTo>
                  <a:lnTo>
                    <a:pt x="258" y="2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3"/>
            <p:cNvSpPr/>
            <p:nvPr/>
          </p:nvSpPr>
          <p:spPr>
            <a:xfrm>
              <a:off x="5194450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7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119"/>
                  </a:lnTo>
                  <a:lnTo>
                    <a:pt x="1" y="199"/>
                  </a:lnTo>
                  <a:lnTo>
                    <a:pt x="1" y="258"/>
                  </a:lnTo>
                  <a:lnTo>
                    <a:pt x="40" y="318"/>
                  </a:lnTo>
                  <a:lnTo>
                    <a:pt x="100" y="358"/>
                  </a:lnTo>
                  <a:lnTo>
                    <a:pt x="179" y="377"/>
                  </a:lnTo>
                  <a:lnTo>
                    <a:pt x="259" y="358"/>
                  </a:lnTo>
                  <a:lnTo>
                    <a:pt x="318" y="318"/>
                  </a:lnTo>
                  <a:lnTo>
                    <a:pt x="358" y="258"/>
                  </a:lnTo>
                  <a:lnTo>
                    <a:pt x="378" y="199"/>
                  </a:lnTo>
                  <a:lnTo>
                    <a:pt x="358" y="119"/>
                  </a:lnTo>
                  <a:lnTo>
                    <a:pt x="318" y="60"/>
                  </a:lnTo>
                  <a:lnTo>
                    <a:pt x="259" y="2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3"/>
            <p:cNvSpPr/>
            <p:nvPr/>
          </p:nvSpPr>
          <p:spPr>
            <a:xfrm>
              <a:off x="5297125" y="1416225"/>
              <a:ext cx="9950" cy="9450"/>
            </a:xfrm>
            <a:custGeom>
              <a:avLst/>
              <a:gdLst/>
              <a:ahLst/>
              <a:cxnLst/>
              <a:rect l="l" t="t" r="r" b="b"/>
              <a:pathLst>
                <a:path w="398" h="378" extrusionOk="0">
                  <a:moveTo>
                    <a:pt x="199" y="0"/>
                  </a:moveTo>
                  <a:lnTo>
                    <a:pt x="120" y="20"/>
                  </a:lnTo>
                  <a:lnTo>
                    <a:pt x="60" y="60"/>
                  </a:lnTo>
                  <a:lnTo>
                    <a:pt x="21" y="119"/>
                  </a:lnTo>
                  <a:lnTo>
                    <a:pt x="1" y="199"/>
                  </a:lnTo>
                  <a:lnTo>
                    <a:pt x="21" y="258"/>
                  </a:lnTo>
                  <a:lnTo>
                    <a:pt x="60" y="318"/>
                  </a:lnTo>
                  <a:lnTo>
                    <a:pt x="120" y="358"/>
                  </a:lnTo>
                  <a:lnTo>
                    <a:pt x="199" y="377"/>
                  </a:lnTo>
                  <a:lnTo>
                    <a:pt x="279" y="358"/>
                  </a:lnTo>
                  <a:lnTo>
                    <a:pt x="338" y="318"/>
                  </a:lnTo>
                  <a:lnTo>
                    <a:pt x="378" y="258"/>
                  </a:lnTo>
                  <a:lnTo>
                    <a:pt x="398" y="199"/>
                  </a:lnTo>
                  <a:lnTo>
                    <a:pt x="378" y="119"/>
                  </a:lnTo>
                  <a:lnTo>
                    <a:pt x="338" y="60"/>
                  </a:lnTo>
                  <a:lnTo>
                    <a:pt x="279" y="20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3"/>
            <p:cNvSpPr/>
            <p:nvPr/>
          </p:nvSpPr>
          <p:spPr>
            <a:xfrm>
              <a:off x="5400300" y="1416225"/>
              <a:ext cx="9950" cy="9450"/>
            </a:xfrm>
            <a:custGeom>
              <a:avLst/>
              <a:gdLst/>
              <a:ahLst/>
              <a:cxnLst/>
              <a:rect l="l" t="t" r="r" b="b"/>
              <a:pathLst>
                <a:path w="398" h="378" extrusionOk="0">
                  <a:moveTo>
                    <a:pt x="199" y="0"/>
                  </a:moveTo>
                  <a:lnTo>
                    <a:pt x="120" y="20"/>
                  </a:lnTo>
                  <a:lnTo>
                    <a:pt x="60" y="60"/>
                  </a:lnTo>
                  <a:lnTo>
                    <a:pt x="21" y="119"/>
                  </a:lnTo>
                  <a:lnTo>
                    <a:pt x="1" y="199"/>
                  </a:lnTo>
                  <a:lnTo>
                    <a:pt x="21" y="258"/>
                  </a:lnTo>
                  <a:lnTo>
                    <a:pt x="60" y="318"/>
                  </a:lnTo>
                  <a:lnTo>
                    <a:pt x="120" y="358"/>
                  </a:lnTo>
                  <a:lnTo>
                    <a:pt x="199" y="377"/>
                  </a:lnTo>
                  <a:lnTo>
                    <a:pt x="279" y="358"/>
                  </a:lnTo>
                  <a:lnTo>
                    <a:pt x="338" y="318"/>
                  </a:lnTo>
                  <a:lnTo>
                    <a:pt x="378" y="258"/>
                  </a:lnTo>
                  <a:lnTo>
                    <a:pt x="398" y="199"/>
                  </a:lnTo>
                  <a:lnTo>
                    <a:pt x="378" y="119"/>
                  </a:lnTo>
                  <a:lnTo>
                    <a:pt x="338" y="60"/>
                  </a:lnTo>
                  <a:lnTo>
                    <a:pt x="279" y="20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3"/>
            <p:cNvSpPr/>
            <p:nvPr/>
          </p:nvSpPr>
          <p:spPr>
            <a:xfrm>
              <a:off x="5503500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98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99"/>
                  </a:lnTo>
                  <a:lnTo>
                    <a:pt x="20" y="258"/>
                  </a:lnTo>
                  <a:lnTo>
                    <a:pt x="60" y="318"/>
                  </a:lnTo>
                  <a:lnTo>
                    <a:pt x="119" y="358"/>
                  </a:lnTo>
                  <a:lnTo>
                    <a:pt x="198" y="377"/>
                  </a:lnTo>
                  <a:lnTo>
                    <a:pt x="278" y="358"/>
                  </a:lnTo>
                  <a:lnTo>
                    <a:pt x="337" y="318"/>
                  </a:lnTo>
                  <a:lnTo>
                    <a:pt x="377" y="258"/>
                  </a:lnTo>
                  <a:lnTo>
                    <a:pt x="377" y="199"/>
                  </a:lnTo>
                  <a:lnTo>
                    <a:pt x="377" y="119"/>
                  </a:lnTo>
                  <a:lnTo>
                    <a:pt x="337" y="60"/>
                  </a:lnTo>
                  <a:lnTo>
                    <a:pt x="278" y="20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3"/>
            <p:cNvSpPr/>
            <p:nvPr/>
          </p:nvSpPr>
          <p:spPr>
            <a:xfrm>
              <a:off x="5606675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9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99"/>
                  </a:lnTo>
                  <a:lnTo>
                    <a:pt x="20" y="258"/>
                  </a:lnTo>
                  <a:lnTo>
                    <a:pt x="60" y="318"/>
                  </a:lnTo>
                  <a:lnTo>
                    <a:pt x="119" y="358"/>
                  </a:lnTo>
                  <a:lnTo>
                    <a:pt x="199" y="377"/>
                  </a:lnTo>
                  <a:lnTo>
                    <a:pt x="278" y="358"/>
                  </a:lnTo>
                  <a:lnTo>
                    <a:pt x="337" y="318"/>
                  </a:lnTo>
                  <a:lnTo>
                    <a:pt x="377" y="258"/>
                  </a:lnTo>
                  <a:lnTo>
                    <a:pt x="377" y="199"/>
                  </a:lnTo>
                  <a:lnTo>
                    <a:pt x="377" y="119"/>
                  </a:lnTo>
                  <a:lnTo>
                    <a:pt x="337" y="60"/>
                  </a:lnTo>
                  <a:lnTo>
                    <a:pt x="278" y="20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3"/>
            <p:cNvSpPr/>
            <p:nvPr/>
          </p:nvSpPr>
          <p:spPr>
            <a:xfrm>
              <a:off x="5709850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9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99"/>
                  </a:lnTo>
                  <a:lnTo>
                    <a:pt x="20" y="258"/>
                  </a:lnTo>
                  <a:lnTo>
                    <a:pt x="60" y="318"/>
                  </a:lnTo>
                  <a:lnTo>
                    <a:pt x="119" y="358"/>
                  </a:lnTo>
                  <a:lnTo>
                    <a:pt x="199" y="377"/>
                  </a:lnTo>
                  <a:lnTo>
                    <a:pt x="258" y="358"/>
                  </a:lnTo>
                  <a:lnTo>
                    <a:pt x="318" y="318"/>
                  </a:lnTo>
                  <a:lnTo>
                    <a:pt x="377" y="258"/>
                  </a:lnTo>
                  <a:lnTo>
                    <a:pt x="377" y="199"/>
                  </a:lnTo>
                  <a:lnTo>
                    <a:pt x="377" y="119"/>
                  </a:lnTo>
                  <a:lnTo>
                    <a:pt x="318" y="60"/>
                  </a:lnTo>
                  <a:lnTo>
                    <a:pt x="258" y="20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3"/>
            <p:cNvSpPr/>
            <p:nvPr/>
          </p:nvSpPr>
          <p:spPr>
            <a:xfrm>
              <a:off x="5813025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9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99"/>
                  </a:lnTo>
                  <a:lnTo>
                    <a:pt x="20" y="258"/>
                  </a:lnTo>
                  <a:lnTo>
                    <a:pt x="60" y="318"/>
                  </a:lnTo>
                  <a:lnTo>
                    <a:pt x="119" y="358"/>
                  </a:lnTo>
                  <a:lnTo>
                    <a:pt x="199" y="377"/>
                  </a:lnTo>
                  <a:lnTo>
                    <a:pt x="258" y="358"/>
                  </a:lnTo>
                  <a:lnTo>
                    <a:pt x="318" y="318"/>
                  </a:lnTo>
                  <a:lnTo>
                    <a:pt x="358" y="258"/>
                  </a:lnTo>
                  <a:lnTo>
                    <a:pt x="377" y="199"/>
                  </a:lnTo>
                  <a:lnTo>
                    <a:pt x="358" y="119"/>
                  </a:lnTo>
                  <a:lnTo>
                    <a:pt x="318" y="60"/>
                  </a:lnTo>
                  <a:lnTo>
                    <a:pt x="258" y="20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3"/>
            <p:cNvSpPr/>
            <p:nvPr/>
          </p:nvSpPr>
          <p:spPr>
            <a:xfrm>
              <a:off x="5916200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79" y="0"/>
                  </a:moveTo>
                  <a:lnTo>
                    <a:pt x="120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99"/>
                  </a:lnTo>
                  <a:lnTo>
                    <a:pt x="20" y="258"/>
                  </a:lnTo>
                  <a:lnTo>
                    <a:pt x="60" y="318"/>
                  </a:lnTo>
                  <a:lnTo>
                    <a:pt x="120" y="358"/>
                  </a:lnTo>
                  <a:lnTo>
                    <a:pt x="179" y="377"/>
                  </a:lnTo>
                  <a:lnTo>
                    <a:pt x="258" y="358"/>
                  </a:lnTo>
                  <a:lnTo>
                    <a:pt x="318" y="318"/>
                  </a:lnTo>
                  <a:lnTo>
                    <a:pt x="358" y="258"/>
                  </a:lnTo>
                  <a:lnTo>
                    <a:pt x="377" y="199"/>
                  </a:lnTo>
                  <a:lnTo>
                    <a:pt x="358" y="119"/>
                  </a:lnTo>
                  <a:lnTo>
                    <a:pt x="318" y="60"/>
                  </a:lnTo>
                  <a:lnTo>
                    <a:pt x="258" y="2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3"/>
            <p:cNvSpPr/>
            <p:nvPr/>
          </p:nvSpPr>
          <p:spPr>
            <a:xfrm>
              <a:off x="6019375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79" y="0"/>
                  </a:moveTo>
                  <a:lnTo>
                    <a:pt x="120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1" y="199"/>
                  </a:lnTo>
                  <a:lnTo>
                    <a:pt x="20" y="258"/>
                  </a:lnTo>
                  <a:lnTo>
                    <a:pt x="60" y="318"/>
                  </a:lnTo>
                  <a:lnTo>
                    <a:pt x="120" y="358"/>
                  </a:lnTo>
                  <a:lnTo>
                    <a:pt x="179" y="377"/>
                  </a:lnTo>
                  <a:lnTo>
                    <a:pt x="259" y="358"/>
                  </a:lnTo>
                  <a:lnTo>
                    <a:pt x="318" y="318"/>
                  </a:lnTo>
                  <a:lnTo>
                    <a:pt x="358" y="258"/>
                  </a:lnTo>
                  <a:lnTo>
                    <a:pt x="378" y="199"/>
                  </a:lnTo>
                  <a:lnTo>
                    <a:pt x="358" y="119"/>
                  </a:lnTo>
                  <a:lnTo>
                    <a:pt x="318" y="60"/>
                  </a:lnTo>
                  <a:lnTo>
                    <a:pt x="259" y="2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3"/>
            <p:cNvSpPr/>
            <p:nvPr/>
          </p:nvSpPr>
          <p:spPr>
            <a:xfrm>
              <a:off x="6122550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79" y="0"/>
                  </a:moveTo>
                  <a:lnTo>
                    <a:pt x="120" y="20"/>
                  </a:lnTo>
                  <a:lnTo>
                    <a:pt x="60" y="60"/>
                  </a:lnTo>
                  <a:lnTo>
                    <a:pt x="1" y="119"/>
                  </a:lnTo>
                  <a:lnTo>
                    <a:pt x="1" y="199"/>
                  </a:lnTo>
                  <a:lnTo>
                    <a:pt x="1" y="258"/>
                  </a:lnTo>
                  <a:lnTo>
                    <a:pt x="60" y="318"/>
                  </a:lnTo>
                  <a:lnTo>
                    <a:pt x="120" y="358"/>
                  </a:lnTo>
                  <a:lnTo>
                    <a:pt x="179" y="377"/>
                  </a:lnTo>
                  <a:lnTo>
                    <a:pt x="259" y="358"/>
                  </a:lnTo>
                  <a:lnTo>
                    <a:pt x="318" y="318"/>
                  </a:lnTo>
                  <a:lnTo>
                    <a:pt x="358" y="258"/>
                  </a:lnTo>
                  <a:lnTo>
                    <a:pt x="378" y="199"/>
                  </a:lnTo>
                  <a:lnTo>
                    <a:pt x="358" y="119"/>
                  </a:lnTo>
                  <a:lnTo>
                    <a:pt x="318" y="60"/>
                  </a:lnTo>
                  <a:lnTo>
                    <a:pt x="259" y="2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3"/>
            <p:cNvSpPr/>
            <p:nvPr/>
          </p:nvSpPr>
          <p:spPr>
            <a:xfrm>
              <a:off x="6225725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7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119"/>
                  </a:lnTo>
                  <a:lnTo>
                    <a:pt x="1" y="199"/>
                  </a:lnTo>
                  <a:lnTo>
                    <a:pt x="1" y="258"/>
                  </a:lnTo>
                  <a:lnTo>
                    <a:pt x="40" y="318"/>
                  </a:lnTo>
                  <a:lnTo>
                    <a:pt x="100" y="358"/>
                  </a:lnTo>
                  <a:lnTo>
                    <a:pt x="179" y="377"/>
                  </a:lnTo>
                  <a:lnTo>
                    <a:pt x="259" y="358"/>
                  </a:lnTo>
                  <a:lnTo>
                    <a:pt x="318" y="318"/>
                  </a:lnTo>
                  <a:lnTo>
                    <a:pt x="358" y="258"/>
                  </a:lnTo>
                  <a:lnTo>
                    <a:pt x="378" y="199"/>
                  </a:lnTo>
                  <a:lnTo>
                    <a:pt x="358" y="119"/>
                  </a:lnTo>
                  <a:lnTo>
                    <a:pt x="318" y="60"/>
                  </a:lnTo>
                  <a:lnTo>
                    <a:pt x="259" y="2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3"/>
            <p:cNvSpPr/>
            <p:nvPr/>
          </p:nvSpPr>
          <p:spPr>
            <a:xfrm>
              <a:off x="6328900" y="1416225"/>
              <a:ext cx="9450" cy="9450"/>
            </a:xfrm>
            <a:custGeom>
              <a:avLst/>
              <a:gdLst/>
              <a:ahLst/>
              <a:cxnLst/>
              <a:rect l="l" t="t" r="r" b="b"/>
              <a:pathLst>
                <a:path w="378" h="378" extrusionOk="0">
                  <a:moveTo>
                    <a:pt x="179" y="0"/>
                  </a:moveTo>
                  <a:lnTo>
                    <a:pt x="100" y="20"/>
                  </a:lnTo>
                  <a:lnTo>
                    <a:pt x="41" y="60"/>
                  </a:lnTo>
                  <a:lnTo>
                    <a:pt x="1" y="119"/>
                  </a:lnTo>
                  <a:lnTo>
                    <a:pt x="1" y="199"/>
                  </a:lnTo>
                  <a:lnTo>
                    <a:pt x="1" y="258"/>
                  </a:lnTo>
                  <a:lnTo>
                    <a:pt x="41" y="318"/>
                  </a:lnTo>
                  <a:lnTo>
                    <a:pt x="100" y="358"/>
                  </a:lnTo>
                  <a:lnTo>
                    <a:pt x="179" y="377"/>
                  </a:lnTo>
                  <a:lnTo>
                    <a:pt x="259" y="358"/>
                  </a:lnTo>
                  <a:lnTo>
                    <a:pt x="318" y="318"/>
                  </a:lnTo>
                  <a:lnTo>
                    <a:pt x="358" y="258"/>
                  </a:lnTo>
                  <a:lnTo>
                    <a:pt x="378" y="199"/>
                  </a:lnTo>
                  <a:lnTo>
                    <a:pt x="358" y="119"/>
                  </a:lnTo>
                  <a:lnTo>
                    <a:pt x="318" y="60"/>
                  </a:lnTo>
                  <a:lnTo>
                    <a:pt x="259" y="2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3"/>
            <p:cNvSpPr/>
            <p:nvPr/>
          </p:nvSpPr>
          <p:spPr>
            <a:xfrm>
              <a:off x="6431600" y="1416225"/>
              <a:ext cx="9925" cy="9450"/>
            </a:xfrm>
            <a:custGeom>
              <a:avLst/>
              <a:gdLst/>
              <a:ahLst/>
              <a:cxnLst/>
              <a:rect l="l" t="t" r="r" b="b"/>
              <a:pathLst>
                <a:path w="397" h="378" extrusionOk="0">
                  <a:moveTo>
                    <a:pt x="19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99"/>
                  </a:lnTo>
                  <a:lnTo>
                    <a:pt x="20" y="258"/>
                  </a:lnTo>
                  <a:lnTo>
                    <a:pt x="60" y="318"/>
                  </a:lnTo>
                  <a:lnTo>
                    <a:pt x="119" y="358"/>
                  </a:lnTo>
                  <a:lnTo>
                    <a:pt x="199" y="377"/>
                  </a:lnTo>
                  <a:lnTo>
                    <a:pt x="278" y="358"/>
                  </a:lnTo>
                  <a:lnTo>
                    <a:pt x="337" y="318"/>
                  </a:lnTo>
                  <a:lnTo>
                    <a:pt x="377" y="258"/>
                  </a:lnTo>
                  <a:lnTo>
                    <a:pt x="397" y="199"/>
                  </a:lnTo>
                  <a:lnTo>
                    <a:pt x="377" y="119"/>
                  </a:lnTo>
                  <a:lnTo>
                    <a:pt x="337" y="60"/>
                  </a:lnTo>
                  <a:lnTo>
                    <a:pt x="278" y="20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3"/>
            <p:cNvSpPr/>
            <p:nvPr/>
          </p:nvSpPr>
          <p:spPr>
            <a:xfrm>
              <a:off x="4679550" y="1534275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00" y="1"/>
                  </a:moveTo>
                  <a:lnTo>
                    <a:pt x="40" y="40"/>
                  </a:lnTo>
                  <a:lnTo>
                    <a:pt x="21" y="80"/>
                  </a:lnTo>
                  <a:lnTo>
                    <a:pt x="1" y="140"/>
                  </a:lnTo>
                  <a:lnTo>
                    <a:pt x="21" y="199"/>
                  </a:lnTo>
                  <a:lnTo>
                    <a:pt x="40" y="259"/>
                  </a:lnTo>
                  <a:lnTo>
                    <a:pt x="100" y="279"/>
                  </a:lnTo>
                  <a:lnTo>
                    <a:pt x="160" y="298"/>
                  </a:lnTo>
                  <a:lnTo>
                    <a:pt x="219" y="279"/>
                  </a:lnTo>
                  <a:lnTo>
                    <a:pt x="259" y="259"/>
                  </a:lnTo>
                  <a:lnTo>
                    <a:pt x="298" y="199"/>
                  </a:lnTo>
                  <a:lnTo>
                    <a:pt x="298" y="140"/>
                  </a:lnTo>
                  <a:lnTo>
                    <a:pt x="298" y="80"/>
                  </a:lnTo>
                  <a:lnTo>
                    <a:pt x="259" y="40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3"/>
            <p:cNvSpPr/>
            <p:nvPr/>
          </p:nvSpPr>
          <p:spPr>
            <a:xfrm>
              <a:off x="4782725" y="1534275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00" y="1"/>
                  </a:moveTo>
                  <a:lnTo>
                    <a:pt x="41" y="40"/>
                  </a:lnTo>
                  <a:lnTo>
                    <a:pt x="1" y="80"/>
                  </a:lnTo>
                  <a:lnTo>
                    <a:pt x="1" y="140"/>
                  </a:lnTo>
                  <a:lnTo>
                    <a:pt x="1" y="199"/>
                  </a:lnTo>
                  <a:lnTo>
                    <a:pt x="41" y="259"/>
                  </a:lnTo>
                  <a:lnTo>
                    <a:pt x="100" y="279"/>
                  </a:lnTo>
                  <a:lnTo>
                    <a:pt x="160" y="298"/>
                  </a:lnTo>
                  <a:lnTo>
                    <a:pt x="219" y="279"/>
                  </a:lnTo>
                  <a:lnTo>
                    <a:pt x="259" y="259"/>
                  </a:lnTo>
                  <a:lnTo>
                    <a:pt x="298" y="199"/>
                  </a:lnTo>
                  <a:lnTo>
                    <a:pt x="298" y="140"/>
                  </a:lnTo>
                  <a:lnTo>
                    <a:pt x="298" y="80"/>
                  </a:lnTo>
                  <a:lnTo>
                    <a:pt x="259" y="40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3"/>
            <p:cNvSpPr/>
            <p:nvPr/>
          </p:nvSpPr>
          <p:spPr>
            <a:xfrm>
              <a:off x="4885900" y="1534275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80" y="1"/>
                  </a:moveTo>
                  <a:lnTo>
                    <a:pt x="41" y="40"/>
                  </a:lnTo>
                  <a:lnTo>
                    <a:pt x="1" y="80"/>
                  </a:lnTo>
                  <a:lnTo>
                    <a:pt x="1" y="140"/>
                  </a:lnTo>
                  <a:lnTo>
                    <a:pt x="1" y="199"/>
                  </a:lnTo>
                  <a:lnTo>
                    <a:pt x="41" y="259"/>
                  </a:lnTo>
                  <a:lnTo>
                    <a:pt x="80" y="279"/>
                  </a:lnTo>
                  <a:lnTo>
                    <a:pt x="140" y="298"/>
                  </a:lnTo>
                  <a:lnTo>
                    <a:pt x="199" y="279"/>
                  </a:lnTo>
                  <a:lnTo>
                    <a:pt x="259" y="259"/>
                  </a:lnTo>
                  <a:lnTo>
                    <a:pt x="299" y="199"/>
                  </a:lnTo>
                  <a:lnTo>
                    <a:pt x="299" y="140"/>
                  </a:lnTo>
                  <a:lnTo>
                    <a:pt x="299" y="80"/>
                  </a:lnTo>
                  <a:lnTo>
                    <a:pt x="259" y="40"/>
                  </a:lnTo>
                  <a:lnTo>
                    <a:pt x="1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3"/>
            <p:cNvSpPr/>
            <p:nvPr/>
          </p:nvSpPr>
          <p:spPr>
            <a:xfrm>
              <a:off x="4989100" y="1534275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79" y="1"/>
                  </a:moveTo>
                  <a:lnTo>
                    <a:pt x="40" y="40"/>
                  </a:lnTo>
                  <a:lnTo>
                    <a:pt x="0" y="80"/>
                  </a:lnTo>
                  <a:lnTo>
                    <a:pt x="0" y="140"/>
                  </a:lnTo>
                  <a:lnTo>
                    <a:pt x="0" y="199"/>
                  </a:lnTo>
                  <a:lnTo>
                    <a:pt x="40" y="259"/>
                  </a:lnTo>
                  <a:lnTo>
                    <a:pt x="79" y="279"/>
                  </a:lnTo>
                  <a:lnTo>
                    <a:pt x="139" y="298"/>
                  </a:lnTo>
                  <a:lnTo>
                    <a:pt x="198" y="279"/>
                  </a:lnTo>
                  <a:lnTo>
                    <a:pt x="258" y="259"/>
                  </a:lnTo>
                  <a:lnTo>
                    <a:pt x="278" y="199"/>
                  </a:lnTo>
                  <a:lnTo>
                    <a:pt x="298" y="140"/>
                  </a:lnTo>
                  <a:lnTo>
                    <a:pt x="278" y="80"/>
                  </a:lnTo>
                  <a:lnTo>
                    <a:pt x="258" y="40"/>
                  </a:lnTo>
                  <a:lnTo>
                    <a:pt x="1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3"/>
            <p:cNvSpPr/>
            <p:nvPr/>
          </p:nvSpPr>
          <p:spPr>
            <a:xfrm>
              <a:off x="5092275" y="1534275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80" y="1"/>
                  </a:moveTo>
                  <a:lnTo>
                    <a:pt x="40" y="40"/>
                  </a:lnTo>
                  <a:lnTo>
                    <a:pt x="0" y="80"/>
                  </a:lnTo>
                  <a:lnTo>
                    <a:pt x="0" y="140"/>
                  </a:lnTo>
                  <a:lnTo>
                    <a:pt x="0" y="199"/>
                  </a:lnTo>
                  <a:lnTo>
                    <a:pt x="40" y="259"/>
                  </a:lnTo>
                  <a:lnTo>
                    <a:pt x="80" y="279"/>
                  </a:lnTo>
                  <a:lnTo>
                    <a:pt x="139" y="298"/>
                  </a:lnTo>
                  <a:lnTo>
                    <a:pt x="199" y="279"/>
                  </a:lnTo>
                  <a:lnTo>
                    <a:pt x="258" y="259"/>
                  </a:lnTo>
                  <a:lnTo>
                    <a:pt x="278" y="199"/>
                  </a:lnTo>
                  <a:lnTo>
                    <a:pt x="298" y="140"/>
                  </a:lnTo>
                  <a:lnTo>
                    <a:pt x="278" y="80"/>
                  </a:lnTo>
                  <a:lnTo>
                    <a:pt x="258" y="40"/>
                  </a:lnTo>
                  <a:lnTo>
                    <a:pt x="1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3"/>
            <p:cNvSpPr/>
            <p:nvPr/>
          </p:nvSpPr>
          <p:spPr>
            <a:xfrm>
              <a:off x="5195450" y="1534275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80" y="1"/>
                  </a:moveTo>
                  <a:lnTo>
                    <a:pt x="40" y="40"/>
                  </a:lnTo>
                  <a:lnTo>
                    <a:pt x="0" y="80"/>
                  </a:lnTo>
                  <a:lnTo>
                    <a:pt x="0" y="140"/>
                  </a:lnTo>
                  <a:lnTo>
                    <a:pt x="0" y="199"/>
                  </a:lnTo>
                  <a:lnTo>
                    <a:pt x="40" y="259"/>
                  </a:lnTo>
                  <a:lnTo>
                    <a:pt x="80" y="279"/>
                  </a:lnTo>
                  <a:lnTo>
                    <a:pt x="139" y="298"/>
                  </a:lnTo>
                  <a:lnTo>
                    <a:pt x="199" y="279"/>
                  </a:lnTo>
                  <a:lnTo>
                    <a:pt x="258" y="259"/>
                  </a:lnTo>
                  <a:lnTo>
                    <a:pt x="278" y="199"/>
                  </a:lnTo>
                  <a:lnTo>
                    <a:pt x="298" y="140"/>
                  </a:lnTo>
                  <a:lnTo>
                    <a:pt x="278" y="80"/>
                  </a:lnTo>
                  <a:lnTo>
                    <a:pt x="258" y="40"/>
                  </a:lnTo>
                  <a:lnTo>
                    <a:pt x="1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3"/>
            <p:cNvSpPr/>
            <p:nvPr/>
          </p:nvSpPr>
          <p:spPr>
            <a:xfrm>
              <a:off x="5298125" y="1534275"/>
              <a:ext cx="7975" cy="7475"/>
            </a:xfrm>
            <a:custGeom>
              <a:avLst/>
              <a:gdLst/>
              <a:ahLst/>
              <a:cxnLst/>
              <a:rect l="l" t="t" r="r" b="b"/>
              <a:pathLst>
                <a:path w="319" h="299" extrusionOk="0">
                  <a:moveTo>
                    <a:pt x="100" y="1"/>
                  </a:moveTo>
                  <a:lnTo>
                    <a:pt x="60" y="40"/>
                  </a:lnTo>
                  <a:lnTo>
                    <a:pt x="20" y="80"/>
                  </a:lnTo>
                  <a:lnTo>
                    <a:pt x="1" y="140"/>
                  </a:lnTo>
                  <a:lnTo>
                    <a:pt x="20" y="199"/>
                  </a:lnTo>
                  <a:lnTo>
                    <a:pt x="60" y="259"/>
                  </a:lnTo>
                  <a:lnTo>
                    <a:pt x="100" y="279"/>
                  </a:lnTo>
                  <a:lnTo>
                    <a:pt x="159" y="298"/>
                  </a:lnTo>
                  <a:lnTo>
                    <a:pt x="219" y="279"/>
                  </a:lnTo>
                  <a:lnTo>
                    <a:pt x="258" y="259"/>
                  </a:lnTo>
                  <a:lnTo>
                    <a:pt x="298" y="199"/>
                  </a:lnTo>
                  <a:lnTo>
                    <a:pt x="318" y="140"/>
                  </a:lnTo>
                  <a:lnTo>
                    <a:pt x="298" y="80"/>
                  </a:lnTo>
                  <a:lnTo>
                    <a:pt x="258" y="40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3"/>
            <p:cNvSpPr/>
            <p:nvPr/>
          </p:nvSpPr>
          <p:spPr>
            <a:xfrm>
              <a:off x="5401300" y="1534275"/>
              <a:ext cx="7975" cy="7475"/>
            </a:xfrm>
            <a:custGeom>
              <a:avLst/>
              <a:gdLst/>
              <a:ahLst/>
              <a:cxnLst/>
              <a:rect l="l" t="t" r="r" b="b"/>
              <a:pathLst>
                <a:path w="319" h="299" extrusionOk="0">
                  <a:moveTo>
                    <a:pt x="100" y="1"/>
                  </a:moveTo>
                  <a:lnTo>
                    <a:pt x="60" y="40"/>
                  </a:lnTo>
                  <a:lnTo>
                    <a:pt x="20" y="80"/>
                  </a:lnTo>
                  <a:lnTo>
                    <a:pt x="1" y="140"/>
                  </a:lnTo>
                  <a:lnTo>
                    <a:pt x="20" y="199"/>
                  </a:lnTo>
                  <a:lnTo>
                    <a:pt x="60" y="259"/>
                  </a:lnTo>
                  <a:lnTo>
                    <a:pt x="100" y="279"/>
                  </a:lnTo>
                  <a:lnTo>
                    <a:pt x="159" y="298"/>
                  </a:lnTo>
                  <a:lnTo>
                    <a:pt x="219" y="279"/>
                  </a:lnTo>
                  <a:lnTo>
                    <a:pt x="259" y="259"/>
                  </a:lnTo>
                  <a:lnTo>
                    <a:pt x="298" y="199"/>
                  </a:lnTo>
                  <a:lnTo>
                    <a:pt x="318" y="140"/>
                  </a:lnTo>
                  <a:lnTo>
                    <a:pt x="298" y="80"/>
                  </a:lnTo>
                  <a:lnTo>
                    <a:pt x="259" y="40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3"/>
            <p:cNvSpPr/>
            <p:nvPr/>
          </p:nvSpPr>
          <p:spPr>
            <a:xfrm>
              <a:off x="5504475" y="1534275"/>
              <a:ext cx="7975" cy="7475"/>
            </a:xfrm>
            <a:custGeom>
              <a:avLst/>
              <a:gdLst/>
              <a:ahLst/>
              <a:cxnLst/>
              <a:rect l="l" t="t" r="r" b="b"/>
              <a:pathLst>
                <a:path w="319" h="299" extrusionOk="0">
                  <a:moveTo>
                    <a:pt x="100" y="1"/>
                  </a:moveTo>
                  <a:lnTo>
                    <a:pt x="40" y="40"/>
                  </a:lnTo>
                  <a:lnTo>
                    <a:pt x="21" y="80"/>
                  </a:lnTo>
                  <a:lnTo>
                    <a:pt x="1" y="140"/>
                  </a:lnTo>
                  <a:lnTo>
                    <a:pt x="21" y="199"/>
                  </a:lnTo>
                  <a:lnTo>
                    <a:pt x="40" y="259"/>
                  </a:lnTo>
                  <a:lnTo>
                    <a:pt x="100" y="279"/>
                  </a:lnTo>
                  <a:lnTo>
                    <a:pt x="159" y="298"/>
                  </a:lnTo>
                  <a:lnTo>
                    <a:pt x="219" y="279"/>
                  </a:lnTo>
                  <a:lnTo>
                    <a:pt x="259" y="259"/>
                  </a:lnTo>
                  <a:lnTo>
                    <a:pt x="298" y="199"/>
                  </a:lnTo>
                  <a:lnTo>
                    <a:pt x="318" y="140"/>
                  </a:lnTo>
                  <a:lnTo>
                    <a:pt x="298" y="80"/>
                  </a:lnTo>
                  <a:lnTo>
                    <a:pt x="259" y="40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3"/>
            <p:cNvSpPr/>
            <p:nvPr/>
          </p:nvSpPr>
          <p:spPr>
            <a:xfrm>
              <a:off x="5607650" y="1534275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00" y="1"/>
                  </a:moveTo>
                  <a:lnTo>
                    <a:pt x="41" y="40"/>
                  </a:lnTo>
                  <a:lnTo>
                    <a:pt x="21" y="80"/>
                  </a:lnTo>
                  <a:lnTo>
                    <a:pt x="1" y="140"/>
                  </a:lnTo>
                  <a:lnTo>
                    <a:pt x="21" y="199"/>
                  </a:lnTo>
                  <a:lnTo>
                    <a:pt x="41" y="259"/>
                  </a:lnTo>
                  <a:lnTo>
                    <a:pt x="100" y="279"/>
                  </a:lnTo>
                  <a:lnTo>
                    <a:pt x="160" y="298"/>
                  </a:lnTo>
                  <a:lnTo>
                    <a:pt x="219" y="279"/>
                  </a:lnTo>
                  <a:lnTo>
                    <a:pt x="259" y="259"/>
                  </a:lnTo>
                  <a:lnTo>
                    <a:pt x="298" y="199"/>
                  </a:lnTo>
                  <a:lnTo>
                    <a:pt x="298" y="140"/>
                  </a:lnTo>
                  <a:lnTo>
                    <a:pt x="298" y="80"/>
                  </a:lnTo>
                  <a:lnTo>
                    <a:pt x="259" y="40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3"/>
            <p:cNvSpPr/>
            <p:nvPr/>
          </p:nvSpPr>
          <p:spPr>
            <a:xfrm>
              <a:off x="5710825" y="1534275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00" y="1"/>
                  </a:moveTo>
                  <a:lnTo>
                    <a:pt x="41" y="40"/>
                  </a:lnTo>
                  <a:lnTo>
                    <a:pt x="21" y="80"/>
                  </a:lnTo>
                  <a:lnTo>
                    <a:pt x="1" y="140"/>
                  </a:lnTo>
                  <a:lnTo>
                    <a:pt x="21" y="199"/>
                  </a:lnTo>
                  <a:lnTo>
                    <a:pt x="41" y="259"/>
                  </a:lnTo>
                  <a:lnTo>
                    <a:pt x="100" y="279"/>
                  </a:lnTo>
                  <a:lnTo>
                    <a:pt x="160" y="298"/>
                  </a:lnTo>
                  <a:lnTo>
                    <a:pt x="219" y="279"/>
                  </a:lnTo>
                  <a:lnTo>
                    <a:pt x="259" y="259"/>
                  </a:lnTo>
                  <a:lnTo>
                    <a:pt x="299" y="199"/>
                  </a:lnTo>
                  <a:lnTo>
                    <a:pt x="299" y="140"/>
                  </a:lnTo>
                  <a:lnTo>
                    <a:pt x="299" y="80"/>
                  </a:lnTo>
                  <a:lnTo>
                    <a:pt x="259" y="40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3"/>
            <p:cNvSpPr/>
            <p:nvPr/>
          </p:nvSpPr>
          <p:spPr>
            <a:xfrm>
              <a:off x="5814025" y="1534275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99" y="1"/>
                  </a:moveTo>
                  <a:lnTo>
                    <a:pt x="40" y="40"/>
                  </a:lnTo>
                  <a:lnTo>
                    <a:pt x="20" y="80"/>
                  </a:lnTo>
                  <a:lnTo>
                    <a:pt x="0" y="140"/>
                  </a:lnTo>
                  <a:lnTo>
                    <a:pt x="20" y="199"/>
                  </a:lnTo>
                  <a:lnTo>
                    <a:pt x="40" y="259"/>
                  </a:lnTo>
                  <a:lnTo>
                    <a:pt x="99" y="279"/>
                  </a:lnTo>
                  <a:lnTo>
                    <a:pt x="159" y="298"/>
                  </a:lnTo>
                  <a:lnTo>
                    <a:pt x="218" y="279"/>
                  </a:lnTo>
                  <a:lnTo>
                    <a:pt x="258" y="259"/>
                  </a:lnTo>
                  <a:lnTo>
                    <a:pt x="298" y="199"/>
                  </a:lnTo>
                  <a:lnTo>
                    <a:pt x="298" y="140"/>
                  </a:lnTo>
                  <a:lnTo>
                    <a:pt x="298" y="80"/>
                  </a:lnTo>
                  <a:lnTo>
                    <a:pt x="258" y="40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3"/>
            <p:cNvSpPr/>
            <p:nvPr/>
          </p:nvSpPr>
          <p:spPr>
            <a:xfrm>
              <a:off x="5917200" y="1534275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99" y="1"/>
                  </a:moveTo>
                  <a:lnTo>
                    <a:pt x="40" y="40"/>
                  </a:lnTo>
                  <a:lnTo>
                    <a:pt x="0" y="80"/>
                  </a:lnTo>
                  <a:lnTo>
                    <a:pt x="0" y="140"/>
                  </a:lnTo>
                  <a:lnTo>
                    <a:pt x="0" y="199"/>
                  </a:lnTo>
                  <a:lnTo>
                    <a:pt x="40" y="259"/>
                  </a:lnTo>
                  <a:lnTo>
                    <a:pt x="99" y="279"/>
                  </a:lnTo>
                  <a:lnTo>
                    <a:pt x="139" y="298"/>
                  </a:lnTo>
                  <a:lnTo>
                    <a:pt x="199" y="279"/>
                  </a:lnTo>
                  <a:lnTo>
                    <a:pt x="258" y="259"/>
                  </a:lnTo>
                  <a:lnTo>
                    <a:pt x="298" y="199"/>
                  </a:lnTo>
                  <a:lnTo>
                    <a:pt x="298" y="140"/>
                  </a:lnTo>
                  <a:lnTo>
                    <a:pt x="298" y="80"/>
                  </a:lnTo>
                  <a:lnTo>
                    <a:pt x="258" y="40"/>
                  </a:lnTo>
                  <a:lnTo>
                    <a:pt x="1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3"/>
            <p:cNvSpPr/>
            <p:nvPr/>
          </p:nvSpPr>
          <p:spPr>
            <a:xfrm>
              <a:off x="6020375" y="1534275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80" y="1"/>
                  </a:moveTo>
                  <a:lnTo>
                    <a:pt x="40" y="40"/>
                  </a:lnTo>
                  <a:lnTo>
                    <a:pt x="0" y="80"/>
                  </a:lnTo>
                  <a:lnTo>
                    <a:pt x="0" y="140"/>
                  </a:lnTo>
                  <a:lnTo>
                    <a:pt x="0" y="199"/>
                  </a:lnTo>
                  <a:lnTo>
                    <a:pt x="40" y="259"/>
                  </a:lnTo>
                  <a:lnTo>
                    <a:pt x="80" y="279"/>
                  </a:lnTo>
                  <a:lnTo>
                    <a:pt x="139" y="298"/>
                  </a:lnTo>
                  <a:lnTo>
                    <a:pt x="199" y="279"/>
                  </a:lnTo>
                  <a:lnTo>
                    <a:pt x="258" y="259"/>
                  </a:lnTo>
                  <a:lnTo>
                    <a:pt x="278" y="199"/>
                  </a:lnTo>
                  <a:lnTo>
                    <a:pt x="298" y="140"/>
                  </a:lnTo>
                  <a:lnTo>
                    <a:pt x="278" y="80"/>
                  </a:lnTo>
                  <a:lnTo>
                    <a:pt x="258" y="40"/>
                  </a:lnTo>
                  <a:lnTo>
                    <a:pt x="1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3"/>
            <p:cNvSpPr/>
            <p:nvPr/>
          </p:nvSpPr>
          <p:spPr>
            <a:xfrm>
              <a:off x="6123550" y="1534275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80" y="1"/>
                  </a:moveTo>
                  <a:lnTo>
                    <a:pt x="40" y="40"/>
                  </a:lnTo>
                  <a:lnTo>
                    <a:pt x="0" y="80"/>
                  </a:lnTo>
                  <a:lnTo>
                    <a:pt x="0" y="140"/>
                  </a:lnTo>
                  <a:lnTo>
                    <a:pt x="0" y="199"/>
                  </a:lnTo>
                  <a:lnTo>
                    <a:pt x="40" y="259"/>
                  </a:lnTo>
                  <a:lnTo>
                    <a:pt x="80" y="279"/>
                  </a:lnTo>
                  <a:lnTo>
                    <a:pt x="139" y="298"/>
                  </a:lnTo>
                  <a:lnTo>
                    <a:pt x="199" y="279"/>
                  </a:lnTo>
                  <a:lnTo>
                    <a:pt x="258" y="259"/>
                  </a:lnTo>
                  <a:lnTo>
                    <a:pt x="278" y="199"/>
                  </a:lnTo>
                  <a:lnTo>
                    <a:pt x="298" y="140"/>
                  </a:lnTo>
                  <a:lnTo>
                    <a:pt x="278" y="80"/>
                  </a:lnTo>
                  <a:lnTo>
                    <a:pt x="258" y="40"/>
                  </a:lnTo>
                  <a:lnTo>
                    <a:pt x="1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3"/>
            <p:cNvSpPr/>
            <p:nvPr/>
          </p:nvSpPr>
          <p:spPr>
            <a:xfrm>
              <a:off x="6226725" y="1534275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80" y="1"/>
                  </a:moveTo>
                  <a:lnTo>
                    <a:pt x="40" y="40"/>
                  </a:lnTo>
                  <a:lnTo>
                    <a:pt x="0" y="80"/>
                  </a:lnTo>
                  <a:lnTo>
                    <a:pt x="0" y="140"/>
                  </a:lnTo>
                  <a:lnTo>
                    <a:pt x="0" y="199"/>
                  </a:lnTo>
                  <a:lnTo>
                    <a:pt x="40" y="259"/>
                  </a:lnTo>
                  <a:lnTo>
                    <a:pt x="80" y="279"/>
                  </a:lnTo>
                  <a:lnTo>
                    <a:pt x="139" y="298"/>
                  </a:lnTo>
                  <a:lnTo>
                    <a:pt x="199" y="279"/>
                  </a:lnTo>
                  <a:lnTo>
                    <a:pt x="258" y="259"/>
                  </a:lnTo>
                  <a:lnTo>
                    <a:pt x="278" y="199"/>
                  </a:lnTo>
                  <a:lnTo>
                    <a:pt x="298" y="140"/>
                  </a:lnTo>
                  <a:lnTo>
                    <a:pt x="278" y="80"/>
                  </a:lnTo>
                  <a:lnTo>
                    <a:pt x="258" y="40"/>
                  </a:lnTo>
                  <a:lnTo>
                    <a:pt x="1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3"/>
            <p:cNvSpPr/>
            <p:nvPr/>
          </p:nvSpPr>
          <p:spPr>
            <a:xfrm>
              <a:off x="6329400" y="1534275"/>
              <a:ext cx="7975" cy="7475"/>
            </a:xfrm>
            <a:custGeom>
              <a:avLst/>
              <a:gdLst/>
              <a:ahLst/>
              <a:cxnLst/>
              <a:rect l="l" t="t" r="r" b="b"/>
              <a:pathLst>
                <a:path w="319" h="299" extrusionOk="0">
                  <a:moveTo>
                    <a:pt x="100" y="1"/>
                  </a:moveTo>
                  <a:lnTo>
                    <a:pt x="60" y="40"/>
                  </a:lnTo>
                  <a:lnTo>
                    <a:pt x="21" y="80"/>
                  </a:lnTo>
                  <a:lnTo>
                    <a:pt x="1" y="140"/>
                  </a:lnTo>
                  <a:lnTo>
                    <a:pt x="21" y="199"/>
                  </a:lnTo>
                  <a:lnTo>
                    <a:pt x="60" y="259"/>
                  </a:lnTo>
                  <a:lnTo>
                    <a:pt x="100" y="279"/>
                  </a:lnTo>
                  <a:lnTo>
                    <a:pt x="159" y="298"/>
                  </a:lnTo>
                  <a:lnTo>
                    <a:pt x="219" y="279"/>
                  </a:lnTo>
                  <a:lnTo>
                    <a:pt x="279" y="259"/>
                  </a:lnTo>
                  <a:lnTo>
                    <a:pt x="298" y="199"/>
                  </a:lnTo>
                  <a:lnTo>
                    <a:pt x="318" y="140"/>
                  </a:lnTo>
                  <a:lnTo>
                    <a:pt x="298" y="80"/>
                  </a:lnTo>
                  <a:lnTo>
                    <a:pt x="279" y="40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3"/>
            <p:cNvSpPr/>
            <p:nvPr/>
          </p:nvSpPr>
          <p:spPr>
            <a:xfrm>
              <a:off x="6432575" y="1534275"/>
              <a:ext cx="7975" cy="7475"/>
            </a:xfrm>
            <a:custGeom>
              <a:avLst/>
              <a:gdLst/>
              <a:ahLst/>
              <a:cxnLst/>
              <a:rect l="l" t="t" r="r" b="b"/>
              <a:pathLst>
                <a:path w="319" h="299" extrusionOk="0">
                  <a:moveTo>
                    <a:pt x="100" y="1"/>
                  </a:moveTo>
                  <a:lnTo>
                    <a:pt x="60" y="40"/>
                  </a:lnTo>
                  <a:lnTo>
                    <a:pt x="21" y="80"/>
                  </a:lnTo>
                  <a:lnTo>
                    <a:pt x="1" y="140"/>
                  </a:lnTo>
                  <a:lnTo>
                    <a:pt x="21" y="199"/>
                  </a:lnTo>
                  <a:lnTo>
                    <a:pt x="60" y="259"/>
                  </a:lnTo>
                  <a:lnTo>
                    <a:pt x="100" y="279"/>
                  </a:lnTo>
                  <a:lnTo>
                    <a:pt x="160" y="298"/>
                  </a:lnTo>
                  <a:lnTo>
                    <a:pt x="219" y="279"/>
                  </a:lnTo>
                  <a:lnTo>
                    <a:pt x="259" y="259"/>
                  </a:lnTo>
                  <a:lnTo>
                    <a:pt x="298" y="199"/>
                  </a:lnTo>
                  <a:lnTo>
                    <a:pt x="318" y="140"/>
                  </a:lnTo>
                  <a:lnTo>
                    <a:pt x="298" y="80"/>
                  </a:lnTo>
                  <a:lnTo>
                    <a:pt x="259" y="40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3"/>
            <p:cNvSpPr/>
            <p:nvPr/>
          </p:nvSpPr>
          <p:spPr>
            <a:xfrm>
              <a:off x="4680550" y="1651850"/>
              <a:ext cx="5475" cy="5975"/>
            </a:xfrm>
            <a:custGeom>
              <a:avLst/>
              <a:gdLst/>
              <a:ahLst/>
              <a:cxnLst/>
              <a:rect l="l" t="t" r="r" b="b"/>
              <a:pathLst>
                <a:path w="219" h="239" extrusionOk="0">
                  <a:moveTo>
                    <a:pt x="120" y="0"/>
                  </a:moveTo>
                  <a:lnTo>
                    <a:pt x="60" y="20"/>
                  </a:lnTo>
                  <a:lnTo>
                    <a:pt x="40" y="40"/>
                  </a:lnTo>
                  <a:lnTo>
                    <a:pt x="0" y="80"/>
                  </a:lnTo>
                  <a:lnTo>
                    <a:pt x="0" y="119"/>
                  </a:lnTo>
                  <a:lnTo>
                    <a:pt x="0" y="159"/>
                  </a:lnTo>
                  <a:lnTo>
                    <a:pt x="40" y="199"/>
                  </a:lnTo>
                  <a:lnTo>
                    <a:pt x="60" y="219"/>
                  </a:lnTo>
                  <a:lnTo>
                    <a:pt x="120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9" y="159"/>
                  </a:lnTo>
                  <a:lnTo>
                    <a:pt x="219" y="119"/>
                  </a:lnTo>
                  <a:lnTo>
                    <a:pt x="219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3"/>
            <p:cNvSpPr/>
            <p:nvPr/>
          </p:nvSpPr>
          <p:spPr>
            <a:xfrm>
              <a:off x="4783725" y="1651850"/>
              <a:ext cx="5475" cy="5975"/>
            </a:xfrm>
            <a:custGeom>
              <a:avLst/>
              <a:gdLst/>
              <a:ahLst/>
              <a:cxnLst/>
              <a:rect l="l" t="t" r="r" b="b"/>
              <a:pathLst>
                <a:path w="219" h="239" extrusionOk="0">
                  <a:moveTo>
                    <a:pt x="120" y="0"/>
                  </a:moveTo>
                  <a:lnTo>
                    <a:pt x="60" y="20"/>
                  </a:lnTo>
                  <a:lnTo>
                    <a:pt x="20" y="40"/>
                  </a:lnTo>
                  <a:lnTo>
                    <a:pt x="1" y="80"/>
                  </a:lnTo>
                  <a:lnTo>
                    <a:pt x="1" y="119"/>
                  </a:lnTo>
                  <a:lnTo>
                    <a:pt x="1" y="159"/>
                  </a:lnTo>
                  <a:lnTo>
                    <a:pt x="20" y="199"/>
                  </a:lnTo>
                  <a:lnTo>
                    <a:pt x="60" y="219"/>
                  </a:lnTo>
                  <a:lnTo>
                    <a:pt x="120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9" y="159"/>
                  </a:lnTo>
                  <a:lnTo>
                    <a:pt x="219" y="119"/>
                  </a:lnTo>
                  <a:lnTo>
                    <a:pt x="219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3"/>
            <p:cNvSpPr/>
            <p:nvPr/>
          </p:nvSpPr>
          <p:spPr>
            <a:xfrm>
              <a:off x="4886900" y="1651850"/>
              <a:ext cx="5475" cy="5975"/>
            </a:xfrm>
            <a:custGeom>
              <a:avLst/>
              <a:gdLst/>
              <a:ahLst/>
              <a:cxnLst/>
              <a:rect l="l" t="t" r="r" b="b"/>
              <a:pathLst>
                <a:path w="219" h="239" extrusionOk="0">
                  <a:moveTo>
                    <a:pt x="100" y="0"/>
                  </a:moveTo>
                  <a:lnTo>
                    <a:pt x="60" y="20"/>
                  </a:lnTo>
                  <a:lnTo>
                    <a:pt x="21" y="40"/>
                  </a:lnTo>
                  <a:lnTo>
                    <a:pt x="1" y="80"/>
                  </a:lnTo>
                  <a:lnTo>
                    <a:pt x="1" y="119"/>
                  </a:lnTo>
                  <a:lnTo>
                    <a:pt x="1" y="159"/>
                  </a:lnTo>
                  <a:lnTo>
                    <a:pt x="21" y="199"/>
                  </a:lnTo>
                  <a:lnTo>
                    <a:pt x="60" y="219"/>
                  </a:lnTo>
                  <a:lnTo>
                    <a:pt x="100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9" y="159"/>
                  </a:lnTo>
                  <a:lnTo>
                    <a:pt x="219" y="119"/>
                  </a:lnTo>
                  <a:lnTo>
                    <a:pt x="219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3"/>
            <p:cNvSpPr/>
            <p:nvPr/>
          </p:nvSpPr>
          <p:spPr>
            <a:xfrm>
              <a:off x="4990075" y="1651850"/>
              <a:ext cx="5500" cy="5975"/>
            </a:xfrm>
            <a:custGeom>
              <a:avLst/>
              <a:gdLst/>
              <a:ahLst/>
              <a:cxnLst/>
              <a:rect l="l" t="t" r="r" b="b"/>
              <a:pathLst>
                <a:path w="220" h="239" extrusionOk="0">
                  <a:moveTo>
                    <a:pt x="100" y="0"/>
                  </a:moveTo>
                  <a:lnTo>
                    <a:pt x="60" y="20"/>
                  </a:lnTo>
                  <a:lnTo>
                    <a:pt x="21" y="40"/>
                  </a:lnTo>
                  <a:lnTo>
                    <a:pt x="1" y="80"/>
                  </a:lnTo>
                  <a:lnTo>
                    <a:pt x="1" y="119"/>
                  </a:lnTo>
                  <a:lnTo>
                    <a:pt x="1" y="159"/>
                  </a:lnTo>
                  <a:lnTo>
                    <a:pt x="21" y="199"/>
                  </a:lnTo>
                  <a:lnTo>
                    <a:pt x="60" y="219"/>
                  </a:lnTo>
                  <a:lnTo>
                    <a:pt x="100" y="238"/>
                  </a:lnTo>
                  <a:lnTo>
                    <a:pt x="159" y="219"/>
                  </a:lnTo>
                  <a:lnTo>
                    <a:pt x="179" y="199"/>
                  </a:lnTo>
                  <a:lnTo>
                    <a:pt x="219" y="159"/>
                  </a:lnTo>
                  <a:lnTo>
                    <a:pt x="219" y="119"/>
                  </a:lnTo>
                  <a:lnTo>
                    <a:pt x="219" y="80"/>
                  </a:lnTo>
                  <a:lnTo>
                    <a:pt x="179" y="40"/>
                  </a:lnTo>
                  <a:lnTo>
                    <a:pt x="159" y="20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3"/>
            <p:cNvSpPr/>
            <p:nvPr/>
          </p:nvSpPr>
          <p:spPr>
            <a:xfrm>
              <a:off x="5093250" y="1651850"/>
              <a:ext cx="5500" cy="5975"/>
            </a:xfrm>
            <a:custGeom>
              <a:avLst/>
              <a:gdLst/>
              <a:ahLst/>
              <a:cxnLst/>
              <a:rect l="l" t="t" r="r" b="b"/>
              <a:pathLst>
                <a:path w="220" h="239" extrusionOk="0">
                  <a:moveTo>
                    <a:pt x="100" y="0"/>
                  </a:moveTo>
                  <a:lnTo>
                    <a:pt x="60" y="20"/>
                  </a:lnTo>
                  <a:lnTo>
                    <a:pt x="21" y="40"/>
                  </a:lnTo>
                  <a:lnTo>
                    <a:pt x="1" y="80"/>
                  </a:lnTo>
                  <a:lnTo>
                    <a:pt x="1" y="119"/>
                  </a:lnTo>
                  <a:lnTo>
                    <a:pt x="1" y="159"/>
                  </a:lnTo>
                  <a:lnTo>
                    <a:pt x="21" y="199"/>
                  </a:lnTo>
                  <a:lnTo>
                    <a:pt x="60" y="219"/>
                  </a:lnTo>
                  <a:lnTo>
                    <a:pt x="100" y="238"/>
                  </a:lnTo>
                  <a:lnTo>
                    <a:pt x="140" y="219"/>
                  </a:lnTo>
                  <a:lnTo>
                    <a:pt x="179" y="199"/>
                  </a:lnTo>
                  <a:lnTo>
                    <a:pt x="219" y="159"/>
                  </a:lnTo>
                  <a:lnTo>
                    <a:pt x="219" y="119"/>
                  </a:lnTo>
                  <a:lnTo>
                    <a:pt x="219" y="80"/>
                  </a:lnTo>
                  <a:lnTo>
                    <a:pt x="179" y="40"/>
                  </a:lnTo>
                  <a:lnTo>
                    <a:pt x="140" y="20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3"/>
            <p:cNvSpPr/>
            <p:nvPr/>
          </p:nvSpPr>
          <p:spPr>
            <a:xfrm>
              <a:off x="5195950" y="1651850"/>
              <a:ext cx="5975" cy="5975"/>
            </a:xfrm>
            <a:custGeom>
              <a:avLst/>
              <a:gdLst/>
              <a:ahLst/>
              <a:cxnLst/>
              <a:rect l="l" t="t" r="r" b="b"/>
              <a:pathLst>
                <a:path w="239" h="239" extrusionOk="0">
                  <a:moveTo>
                    <a:pt x="119" y="0"/>
                  </a:moveTo>
                  <a:lnTo>
                    <a:pt x="79" y="20"/>
                  </a:lnTo>
                  <a:lnTo>
                    <a:pt x="40" y="40"/>
                  </a:lnTo>
                  <a:lnTo>
                    <a:pt x="20" y="80"/>
                  </a:lnTo>
                  <a:lnTo>
                    <a:pt x="0" y="119"/>
                  </a:lnTo>
                  <a:lnTo>
                    <a:pt x="20" y="159"/>
                  </a:lnTo>
                  <a:lnTo>
                    <a:pt x="40" y="199"/>
                  </a:lnTo>
                  <a:lnTo>
                    <a:pt x="79" y="219"/>
                  </a:lnTo>
                  <a:lnTo>
                    <a:pt x="119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8" y="159"/>
                  </a:lnTo>
                  <a:lnTo>
                    <a:pt x="238" y="119"/>
                  </a:lnTo>
                  <a:lnTo>
                    <a:pt x="218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3"/>
            <p:cNvSpPr/>
            <p:nvPr/>
          </p:nvSpPr>
          <p:spPr>
            <a:xfrm>
              <a:off x="5299125" y="1651850"/>
              <a:ext cx="5975" cy="5975"/>
            </a:xfrm>
            <a:custGeom>
              <a:avLst/>
              <a:gdLst/>
              <a:ahLst/>
              <a:cxnLst/>
              <a:rect l="l" t="t" r="r" b="b"/>
              <a:pathLst>
                <a:path w="239" h="239" extrusionOk="0">
                  <a:moveTo>
                    <a:pt x="119" y="0"/>
                  </a:moveTo>
                  <a:lnTo>
                    <a:pt x="80" y="20"/>
                  </a:lnTo>
                  <a:lnTo>
                    <a:pt x="40" y="40"/>
                  </a:lnTo>
                  <a:lnTo>
                    <a:pt x="20" y="80"/>
                  </a:lnTo>
                  <a:lnTo>
                    <a:pt x="0" y="119"/>
                  </a:lnTo>
                  <a:lnTo>
                    <a:pt x="20" y="159"/>
                  </a:lnTo>
                  <a:lnTo>
                    <a:pt x="40" y="199"/>
                  </a:lnTo>
                  <a:lnTo>
                    <a:pt x="80" y="219"/>
                  </a:lnTo>
                  <a:lnTo>
                    <a:pt x="119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8" y="159"/>
                  </a:lnTo>
                  <a:lnTo>
                    <a:pt x="238" y="119"/>
                  </a:lnTo>
                  <a:lnTo>
                    <a:pt x="218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3"/>
            <p:cNvSpPr/>
            <p:nvPr/>
          </p:nvSpPr>
          <p:spPr>
            <a:xfrm>
              <a:off x="5402300" y="1651850"/>
              <a:ext cx="5975" cy="5975"/>
            </a:xfrm>
            <a:custGeom>
              <a:avLst/>
              <a:gdLst/>
              <a:ahLst/>
              <a:cxnLst/>
              <a:rect l="l" t="t" r="r" b="b"/>
              <a:pathLst>
                <a:path w="239" h="239" extrusionOk="0">
                  <a:moveTo>
                    <a:pt x="119" y="0"/>
                  </a:moveTo>
                  <a:lnTo>
                    <a:pt x="80" y="20"/>
                  </a:lnTo>
                  <a:lnTo>
                    <a:pt x="40" y="40"/>
                  </a:lnTo>
                  <a:lnTo>
                    <a:pt x="20" y="80"/>
                  </a:lnTo>
                  <a:lnTo>
                    <a:pt x="0" y="119"/>
                  </a:lnTo>
                  <a:lnTo>
                    <a:pt x="20" y="159"/>
                  </a:lnTo>
                  <a:lnTo>
                    <a:pt x="40" y="199"/>
                  </a:lnTo>
                  <a:lnTo>
                    <a:pt x="80" y="219"/>
                  </a:lnTo>
                  <a:lnTo>
                    <a:pt x="119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9" y="159"/>
                  </a:lnTo>
                  <a:lnTo>
                    <a:pt x="238" y="119"/>
                  </a:lnTo>
                  <a:lnTo>
                    <a:pt x="219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3"/>
            <p:cNvSpPr/>
            <p:nvPr/>
          </p:nvSpPr>
          <p:spPr>
            <a:xfrm>
              <a:off x="5505475" y="1651850"/>
              <a:ext cx="5975" cy="5975"/>
            </a:xfrm>
            <a:custGeom>
              <a:avLst/>
              <a:gdLst/>
              <a:ahLst/>
              <a:cxnLst/>
              <a:rect l="l" t="t" r="r" b="b"/>
              <a:pathLst>
                <a:path w="239" h="239" extrusionOk="0">
                  <a:moveTo>
                    <a:pt x="119" y="0"/>
                  </a:moveTo>
                  <a:lnTo>
                    <a:pt x="80" y="20"/>
                  </a:lnTo>
                  <a:lnTo>
                    <a:pt x="40" y="40"/>
                  </a:lnTo>
                  <a:lnTo>
                    <a:pt x="20" y="80"/>
                  </a:lnTo>
                  <a:lnTo>
                    <a:pt x="0" y="119"/>
                  </a:lnTo>
                  <a:lnTo>
                    <a:pt x="20" y="159"/>
                  </a:lnTo>
                  <a:lnTo>
                    <a:pt x="40" y="199"/>
                  </a:lnTo>
                  <a:lnTo>
                    <a:pt x="80" y="219"/>
                  </a:lnTo>
                  <a:lnTo>
                    <a:pt x="119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9" y="159"/>
                  </a:lnTo>
                  <a:lnTo>
                    <a:pt x="239" y="119"/>
                  </a:lnTo>
                  <a:lnTo>
                    <a:pt x="219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3"/>
            <p:cNvSpPr/>
            <p:nvPr/>
          </p:nvSpPr>
          <p:spPr>
            <a:xfrm>
              <a:off x="5608650" y="1651850"/>
              <a:ext cx="5975" cy="5975"/>
            </a:xfrm>
            <a:custGeom>
              <a:avLst/>
              <a:gdLst/>
              <a:ahLst/>
              <a:cxnLst/>
              <a:rect l="l" t="t" r="r" b="b"/>
              <a:pathLst>
                <a:path w="239" h="239" extrusionOk="0">
                  <a:moveTo>
                    <a:pt x="120" y="0"/>
                  </a:moveTo>
                  <a:lnTo>
                    <a:pt x="80" y="20"/>
                  </a:lnTo>
                  <a:lnTo>
                    <a:pt x="40" y="40"/>
                  </a:lnTo>
                  <a:lnTo>
                    <a:pt x="1" y="80"/>
                  </a:lnTo>
                  <a:lnTo>
                    <a:pt x="1" y="119"/>
                  </a:lnTo>
                  <a:lnTo>
                    <a:pt x="1" y="159"/>
                  </a:lnTo>
                  <a:lnTo>
                    <a:pt x="40" y="199"/>
                  </a:lnTo>
                  <a:lnTo>
                    <a:pt x="80" y="219"/>
                  </a:lnTo>
                  <a:lnTo>
                    <a:pt x="120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9" y="159"/>
                  </a:lnTo>
                  <a:lnTo>
                    <a:pt x="239" y="119"/>
                  </a:lnTo>
                  <a:lnTo>
                    <a:pt x="219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3"/>
            <p:cNvSpPr/>
            <p:nvPr/>
          </p:nvSpPr>
          <p:spPr>
            <a:xfrm>
              <a:off x="5711825" y="1651850"/>
              <a:ext cx="5475" cy="5975"/>
            </a:xfrm>
            <a:custGeom>
              <a:avLst/>
              <a:gdLst/>
              <a:ahLst/>
              <a:cxnLst/>
              <a:rect l="l" t="t" r="r" b="b"/>
              <a:pathLst>
                <a:path w="219" h="239" extrusionOk="0">
                  <a:moveTo>
                    <a:pt x="120" y="0"/>
                  </a:moveTo>
                  <a:lnTo>
                    <a:pt x="60" y="20"/>
                  </a:lnTo>
                  <a:lnTo>
                    <a:pt x="40" y="40"/>
                  </a:lnTo>
                  <a:lnTo>
                    <a:pt x="1" y="80"/>
                  </a:lnTo>
                  <a:lnTo>
                    <a:pt x="1" y="119"/>
                  </a:lnTo>
                  <a:lnTo>
                    <a:pt x="1" y="159"/>
                  </a:lnTo>
                  <a:lnTo>
                    <a:pt x="40" y="199"/>
                  </a:lnTo>
                  <a:lnTo>
                    <a:pt x="60" y="219"/>
                  </a:lnTo>
                  <a:lnTo>
                    <a:pt x="120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9" y="159"/>
                  </a:lnTo>
                  <a:lnTo>
                    <a:pt x="219" y="119"/>
                  </a:lnTo>
                  <a:lnTo>
                    <a:pt x="219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3"/>
            <p:cNvSpPr/>
            <p:nvPr/>
          </p:nvSpPr>
          <p:spPr>
            <a:xfrm>
              <a:off x="5815000" y="1651850"/>
              <a:ext cx="5500" cy="5975"/>
            </a:xfrm>
            <a:custGeom>
              <a:avLst/>
              <a:gdLst/>
              <a:ahLst/>
              <a:cxnLst/>
              <a:rect l="l" t="t" r="r" b="b"/>
              <a:pathLst>
                <a:path w="220" h="239" extrusionOk="0">
                  <a:moveTo>
                    <a:pt x="120" y="0"/>
                  </a:moveTo>
                  <a:lnTo>
                    <a:pt x="60" y="20"/>
                  </a:lnTo>
                  <a:lnTo>
                    <a:pt x="40" y="40"/>
                  </a:lnTo>
                  <a:lnTo>
                    <a:pt x="1" y="80"/>
                  </a:lnTo>
                  <a:lnTo>
                    <a:pt x="1" y="119"/>
                  </a:lnTo>
                  <a:lnTo>
                    <a:pt x="1" y="159"/>
                  </a:lnTo>
                  <a:lnTo>
                    <a:pt x="40" y="199"/>
                  </a:lnTo>
                  <a:lnTo>
                    <a:pt x="60" y="219"/>
                  </a:lnTo>
                  <a:lnTo>
                    <a:pt x="120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9" y="159"/>
                  </a:lnTo>
                  <a:lnTo>
                    <a:pt x="219" y="119"/>
                  </a:lnTo>
                  <a:lnTo>
                    <a:pt x="219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3"/>
            <p:cNvSpPr/>
            <p:nvPr/>
          </p:nvSpPr>
          <p:spPr>
            <a:xfrm>
              <a:off x="5918175" y="1651850"/>
              <a:ext cx="5500" cy="5975"/>
            </a:xfrm>
            <a:custGeom>
              <a:avLst/>
              <a:gdLst/>
              <a:ahLst/>
              <a:cxnLst/>
              <a:rect l="l" t="t" r="r" b="b"/>
              <a:pathLst>
                <a:path w="220" h="239" extrusionOk="0">
                  <a:moveTo>
                    <a:pt x="100" y="0"/>
                  </a:moveTo>
                  <a:lnTo>
                    <a:pt x="60" y="20"/>
                  </a:lnTo>
                  <a:lnTo>
                    <a:pt x="21" y="40"/>
                  </a:lnTo>
                  <a:lnTo>
                    <a:pt x="1" y="80"/>
                  </a:lnTo>
                  <a:lnTo>
                    <a:pt x="1" y="119"/>
                  </a:lnTo>
                  <a:lnTo>
                    <a:pt x="1" y="159"/>
                  </a:lnTo>
                  <a:lnTo>
                    <a:pt x="21" y="199"/>
                  </a:lnTo>
                  <a:lnTo>
                    <a:pt x="60" y="219"/>
                  </a:lnTo>
                  <a:lnTo>
                    <a:pt x="100" y="238"/>
                  </a:lnTo>
                  <a:lnTo>
                    <a:pt x="160" y="219"/>
                  </a:lnTo>
                  <a:lnTo>
                    <a:pt x="199" y="199"/>
                  </a:lnTo>
                  <a:lnTo>
                    <a:pt x="219" y="159"/>
                  </a:lnTo>
                  <a:lnTo>
                    <a:pt x="219" y="119"/>
                  </a:lnTo>
                  <a:lnTo>
                    <a:pt x="219" y="80"/>
                  </a:lnTo>
                  <a:lnTo>
                    <a:pt x="199" y="40"/>
                  </a:lnTo>
                  <a:lnTo>
                    <a:pt x="160" y="20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3"/>
            <p:cNvSpPr/>
            <p:nvPr/>
          </p:nvSpPr>
          <p:spPr>
            <a:xfrm>
              <a:off x="6021350" y="1651850"/>
              <a:ext cx="5500" cy="5975"/>
            </a:xfrm>
            <a:custGeom>
              <a:avLst/>
              <a:gdLst/>
              <a:ahLst/>
              <a:cxnLst/>
              <a:rect l="l" t="t" r="r" b="b"/>
              <a:pathLst>
                <a:path w="220" h="239" extrusionOk="0">
                  <a:moveTo>
                    <a:pt x="100" y="0"/>
                  </a:moveTo>
                  <a:lnTo>
                    <a:pt x="60" y="20"/>
                  </a:lnTo>
                  <a:lnTo>
                    <a:pt x="21" y="40"/>
                  </a:lnTo>
                  <a:lnTo>
                    <a:pt x="1" y="80"/>
                  </a:lnTo>
                  <a:lnTo>
                    <a:pt x="1" y="119"/>
                  </a:lnTo>
                  <a:lnTo>
                    <a:pt x="1" y="159"/>
                  </a:lnTo>
                  <a:lnTo>
                    <a:pt x="21" y="199"/>
                  </a:lnTo>
                  <a:lnTo>
                    <a:pt x="60" y="219"/>
                  </a:lnTo>
                  <a:lnTo>
                    <a:pt x="100" y="238"/>
                  </a:lnTo>
                  <a:lnTo>
                    <a:pt x="160" y="219"/>
                  </a:lnTo>
                  <a:lnTo>
                    <a:pt x="180" y="199"/>
                  </a:lnTo>
                  <a:lnTo>
                    <a:pt x="219" y="159"/>
                  </a:lnTo>
                  <a:lnTo>
                    <a:pt x="219" y="119"/>
                  </a:lnTo>
                  <a:lnTo>
                    <a:pt x="219" y="80"/>
                  </a:lnTo>
                  <a:lnTo>
                    <a:pt x="180" y="40"/>
                  </a:lnTo>
                  <a:lnTo>
                    <a:pt x="160" y="20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3"/>
            <p:cNvSpPr/>
            <p:nvPr/>
          </p:nvSpPr>
          <p:spPr>
            <a:xfrm>
              <a:off x="6124550" y="1651850"/>
              <a:ext cx="5475" cy="5975"/>
            </a:xfrm>
            <a:custGeom>
              <a:avLst/>
              <a:gdLst/>
              <a:ahLst/>
              <a:cxnLst/>
              <a:rect l="l" t="t" r="r" b="b"/>
              <a:pathLst>
                <a:path w="219" h="239" extrusionOk="0">
                  <a:moveTo>
                    <a:pt x="99" y="0"/>
                  </a:moveTo>
                  <a:lnTo>
                    <a:pt x="60" y="20"/>
                  </a:lnTo>
                  <a:lnTo>
                    <a:pt x="20" y="40"/>
                  </a:lnTo>
                  <a:lnTo>
                    <a:pt x="0" y="80"/>
                  </a:lnTo>
                  <a:lnTo>
                    <a:pt x="0" y="119"/>
                  </a:lnTo>
                  <a:lnTo>
                    <a:pt x="0" y="159"/>
                  </a:lnTo>
                  <a:lnTo>
                    <a:pt x="20" y="199"/>
                  </a:lnTo>
                  <a:lnTo>
                    <a:pt x="60" y="219"/>
                  </a:lnTo>
                  <a:lnTo>
                    <a:pt x="99" y="238"/>
                  </a:lnTo>
                  <a:lnTo>
                    <a:pt x="159" y="219"/>
                  </a:lnTo>
                  <a:lnTo>
                    <a:pt x="179" y="199"/>
                  </a:lnTo>
                  <a:lnTo>
                    <a:pt x="218" y="159"/>
                  </a:lnTo>
                  <a:lnTo>
                    <a:pt x="218" y="119"/>
                  </a:lnTo>
                  <a:lnTo>
                    <a:pt x="218" y="80"/>
                  </a:lnTo>
                  <a:lnTo>
                    <a:pt x="179" y="40"/>
                  </a:lnTo>
                  <a:lnTo>
                    <a:pt x="159" y="20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3"/>
            <p:cNvSpPr/>
            <p:nvPr/>
          </p:nvSpPr>
          <p:spPr>
            <a:xfrm>
              <a:off x="6227225" y="1651850"/>
              <a:ext cx="5975" cy="5975"/>
            </a:xfrm>
            <a:custGeom>
              <a:avLst/>
              <a:gdLst/>
              <a:ahLst/>
              <a:cxnLst/>
              <a:rect l="l" t="t" r="r" b="b"/>
              <a:pathLst>
                <a:path w="239" h="239" extrusionOk="0">
                  <a:moveTo>
                    <a:pt x="119" y="0"/>
                  </a:moveTo>
                  <a:lnTo>
                    <a:pt x="80" y="20"/>
                  </a:lnTo>
                  <a:lnTo>
                    <a:pt x="40" y="40"/>
                  </a:lnTo>
                  <a:lnTo>
                    <a:pt x="20" y="80"/>
                  </a:lnTo>
                  <a:lnTo>
                    <a:pt x="0" y="119"/>
                  </a:lnTo>
                  <a:lnTo>
                    <a:pt x="20" y="159"/>
                  </a:lnTo>
                  <a:lnTo>
                    <a:pt x="40" y="199"/>
                  </a:lnTo>
                  <a:lnTo>
                    <a:pt x="80" y="219"/>
                  </a:lnTo>
                  <a:lnTo>
                    <a:pt x="119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9" y="159"/>
                  </a:lnTo>
                  <a:lnTo>
                    <a:pt x="238" y="119"/>
                  </a:lnTo>
                  <a:lnTo>
                    <a:pt x="219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3"/>
            <p:cNvSpPr/>
            <p:nvPr/>
          </p:nvSpPr>
          <p:spPr>
            <a:xfrm>
              <a:off x="6330400" y="1651850"/>
              <a:ext cx="5975" cy="5975"/>
            </a:xfrm>
            <a:custGeom>
              <a:avLst/>
              <a:gdLst/>
              <a:ahLst/>
              <a:cxnLst/>
              <a:rect l="l" t="t" r="r" b="b"/>
              <a:pathLst>
                <a:path w="239" h="239" extrusionOk="0">
                  <a:moveTo>
                    <a:pt x="119" y="0"/>
                  </a:moveTo>
                  <a:lnTo>
                    <a:pt x="80" y="20"/>
                  </a:lnTo>
                  <a:lnTo>
                    <a:pt x="40" y="40"/>
                  </a:lnTo>
                  <a:lnTo>
                    <a:pt x="20" y="80"/>
                  </a:lnTo>
                  <a:lnTo>
                    <a:pt x="0" y="119"/>
                  </a:lnTo>
                  <a:lnTo>
                    <a:pt x="20" y="159"/>
                  </a:lnTo>
                  <a:lnTo>
                    <a:pt x="40" y="199"/>
                  </a:lnTo>
                  <a:lnTo>
                    <a:pt x="80" y="219"/>
                  </a:lnTo>
                  <a:lnTo>
                    <a:pt x="119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9" y="159"/>
                  </a:lnTo>
                  <a:lnTo>
                    <a:pt x="239" y="119"/>
                  </a:lnTo>
                  <a:lnTo>
                    <a:pt x="219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3"/>
            <p:cNvSpPr/>
            <p:nvPr/>
          </p:nvSpPr>
          <p:spPr>
            <a:xfrm>
              <a:off x="6433575" y="1651850"/>
              <a:ext cx="5975" cy="5975"/>
            </a:xfrm>
            <a:custGeom>
              <a:avLst/>
              <a:gdLst/>
              <a:ahLst/>
              <a:cxnLst/>
              <a:rect l="l" t="t" r="r" b="b"/>
              <a:pathLst>
                <a:path w="239" h="239" extrusionOk="0">
                  <a:moveTo>
                    <a:pt x="120" y="0"/>
                  </a:moveTo>
                  <a:lnTo>
                    <a:pt x="80" y="20"/>
                  </a:lnTo>
                  <a:lnTo>
                    <a:pt x="40" y="40"/>
                  </a:lnTo>
                  <a:lnTo>
                    <a:pt x="20" y="80"/>
                  </a:lnTo>
                  <a:lnTo>
                    <a:pt x="1" y="119"/>
                  </a:lnTo>
                  <a:lnTo>
                    <a:pt x="20" y="159"/>
                  </a:lnTo>
                  <a:lnTo>
                    <a:pt x="40" y="199"/>
                  </a:lnTo>
                  <a:lnTo>
                    <a:pt x="80" y="219"/>
                  </a:lnTo>
                  <a:lnTo>
                    <a:pt x="120" y="238"/>
                  </a:lnTo>
                  <a:lnTo>
                    <a:pt x="159" y="219"/>
                  </a:lnTo>
                  <a:lnTo>
                    <a:pt x="199" y="199"/>
                  </a:lnTo>
                  <a:lnTo>
                    <a:pt x="219" y="159"/>
                  </a:lnTo>
                  <a:lnTo>
                    <a:pt x="239" y="119"/>
                  </a:lnTo>
                  <a:lnTo>
                    <a:pt x="219" y="80"/>
                  </a:lnTo>
                  <a:lnTo>
                    <a:pt x="199" y="40"/>
                  </a:lnTo>
                  <a:lnTo>
                    <a:pt x="159" y="20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3"/>
            <p:cNvSpPr/>
            <p:nvPr/>
          </p:nvSpPr>
          <p:spPr>
            <a:xfrm>
              <a:off x="4681550" y="1769900"/>
              <a:ext cx="3500" cy="3500"/>
            </a:xfrm>
            <a:custGeom>
              <a:avLst/>
              <a:gdLst/>
              <a:ahLst/>
              <a:cxnLst/>
              <a:rect l="l" t="t" r="r" b="b"/>
              <a:pathLst>
                <a:path w="140" h="140" extrusionOk="0">
                  <a:moveTo>
                    <a:pt x="40" y="1"/>
                  </a:moveTo>
                  <a:lnTo>
                    <a:pt x="20" y="21"/>
                  </a:lnTo>
                  <a:lnTo>
                    <a:pt x="0" y="40"/>
                  </a:lnTo>
                  <a:lnTo>
                    <a:pt x="0" y="80"/>
                  </a:lnTo>
                  <a:lnTo>
                    <a:pt x="0" y="100"/>
                  </a:lnTo>
                  <a:lnTo>
                    <a:pt x="20" y="120"/>
                  </a:lnTo>
                  <a:lnTo>
                    <a:pt x="40" y="140"/>
                  </a:lnTo>
                  <a:lnTo>
                    <a:pt x="99" y="140"/>
                  </a:lnTo>
                  <a:lnTo>
                    <a:pt x="119" y="120"/>
                  </a:lnTo>
                  <a:lnTo>
                    <a:pt x="139" y="100"/>
                  </a:lnTo>
                  <a:lnTo>
                    <a:pt x="139" y="80"/>
                  </a:lnTo>
                  <a:lnTo>
                    <a:pt x="139" y="40"/>
                  </a:lnTo>
                  <a:lnTo>
                    <a:pt x="119" y="21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3"/>
            <p:cNvSpPr/>
            <p:nvPr/>
          </p:nvSpPr>
          <p:spPr>
            <a:xfrm>
              <a:off x="4784725" y="1769900"/>
              <a:ext cx="3500" cy="3500"/>
            </a:xfrm>
            <a:custGeom>
              <a:avLst/>
              <a:gdLst/>
              <a:ahLst/>
              <a:cxnLst/>
              <a:rect l="l" t="t" r="r" b="b"/>
              <a:pathLst>
                <a:path w="140" h="140" extrusionOk="0">
                  <a:moveTo>
                    <a:pt x="40" y="1"/>
                  </a:moveTo>
                  <a:lnTo>
                    <a:pt x="20" y="21"/>
                  </a:lnTo>
                  <a:lnTo>
                    <a:pt x="0" y="40"/>
                  </a:lnTo>
                  <a:lnTo>
                    <a:pt x="0" y="80"/>
                  </a:lnTo>
                  <a:lnTo>
                    <a:pt x="0" y="100"/>
                  </a:lnTo>
                  <a:lnTo>
                    <a:pt x="20" y="120"/>
                  </a:lnTo>
                  <a:lnTo>
                    <a:pt x="40" y="140"/>
                  </a:lnTo>
                  <a:lnTo>
                    <a:pt x="99" y="140"/>
                  </a:lnTo>
                  <a:lnTo>
                    <a:pt x="119" y="120"/>
                  </a:lnTo>
                  <a:lnTo>
                    <a:pt x="139" y="100"/>
                  </a:lnTo>
                  <a:lnTo>
                    <a:pt x="139" y="80"/>
                  </a:lnTo>
                  <a:lnTo>
                    <a:pt x="139" y="40"/>
                  </a:lnTo>
                  <a:lnTo>
                    <a:pt x="119" y="21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3"/>
            <p:cNvSpPr/>
            <p:nvPr/>
          </p:nvSpPr>
          <p:spPr>
            <a:xfrm>
              <a:off x="4887900" y="1769900"/>
              <a:ext cx="3500" cy="3500"/>
            </a:xfrm>
            <a:custGeom>
              <a:avLst/>
              <a:gdLst/>
              <a:ahLst/>
              <a:cxnLst/>
              <a:rect l="l" t="t" r="r" b="b"/>
              <a:pathLst>
                <a:path w="140" h="140" extrusionOk="0">
                  <a:moveTo>
                    <a:pt x="40" y="1"/>
                  </a:moveTo>
                  <a:lnTo>
                    <a:pt x="20" y="21"/>
                  </a:lnTo>
                  <a:lnTo>
                    <a:pt x="0" y="40"/>
                  </a:lnTo>
                  <a:lnTo>
                    <a:pt x="0" y="80"/>
                  </a:lnTo>
                  <a:lnTo>
                    <a:pt x="0" y="100"/>
                  </a:lnTo>
                  <a:lnTo>
                    <a:pt x="20" y="120"/>
                  </a:lnTo>
                  <a:lnTo>
                    <a:pt x="40" y="140"/>
                  </a:lnTo>
                  <a:lnTo>
                    <a:pt x="100" y="140"/>
                  </a:lnTo>
                  <a:lnTo>
                    <a:pt x="119" y="120"/>
                  </a:lnTo>
                  <a:lnTo>
                    <a:pt x="139" y="100"/>
                  </a:lnTo>
                  <a:lnTo>
                    <a:pt x="139" y="80"/>
                  </a:lnTo>
                  <a:lnTo>
                    <a:pt x="139" y="40"/>
                  </a:lnTo>
                  <a:lnTo>
                    <a:pt x="119" y="21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3"/>
            <p:cNvSpPr/>
            <p:nvPr/>
          </p:nvSpPr>
          <p:spPr>
            <a:xfrm>
              <a:off x="4991075" y="1769900"/>
              <a:ext cx="3500" cy="3500"/>
            </a:xfrm>
            <a:custGeom>
              <a:avLst/>
              <a:gdLst/>
              <a:ahLst/>
              <a:cxnLst/>
              <a:rect l="l" t="t" r="r" b="b"/>
              <a:pathLst>
                <a:path w="140" h="140" extrusionOk="0">
                  <a:moveTo>
                    <a:pt x="40" y="1"/>
                  </a:moveTo>
                  <a:lnTo>
                    <a:pt x="20" y="21"/>
                  </a:lnTo>
                  <a:lnTo>
                    <a:pt x="0" y="40"/>
                  </a:lnTo>
                  <a:lnTo>
                    <a:pt x="0" y="80"/>
                  </a:lnTo>
                  <a:lnTo>
                    <a:pt x="0" y="100"/>
                  </a:lnTo>
                  <a:lnTo>
                    <a:pt x="20" y="120"/>
                  </a:lnTo>
                  <a:lnTo>
                    <a:pt x="40" y="140"/>
                  </a:lnTo>
                  <a:lnTo>
                    <a:pt x="100" y="140"/>
                  </a:lnTo>
                  <a:lnTo>
                    <a:pt x="119" y="120"/>
                  </a:lnTo>
                  <a:lnTo>
                    <a:pt x="139" y="100"/>
                  </a:lnTo>
                  <a:lnTo>
                    <a:pt x="139" y="80"/>
                  </a:lnTo>
                  <a:lnTo>
                    <a:pt x="139" y="40"/>
                  </a:lnTo>
                  <a:lnTo>
                    <a:pt x="119" y="21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3"/>
            <p:cNvSpPr/>
            <p:nvPr/>
          </p:nvSpPr>
          <p:spPr>
            <a:xfrm>
              <a:off x="5093750" y="1769900"/>
              <a:ext cx="4000" cy="3500"/>
            </a:xfrm>
            <a:custGeom>
              <a:avLst/>
              <a:gdLst/>
              <a:ahLst/>
              <a:cxnLst/>
              <a:rect l="l" t="t" r="r" b="b"/>
              <a:pathLst>
                <a:path w="160" h="140" extrusionOk="0">
                  <a:moveTo>
                    <a:pt x="60" y="1"/>
                  </a:moveTo>
                  <a:lnTo>
                    <a:pt x="40" y="21"/>
                  </a:lnTo>
                  <a:lnTo>
                    <a:pt x="21" y="40"/>
                  </a:lnTo>
                  <a:lnTo>
                    <a:pt x="1" y="80"/>
                  </a:lnTo>
                  <a:lnTo>
                    <a:pt x="21" y="100"/>
                  </a:lnTo>
                  <a:lnTo>
                    <a:pt x="40" y="120"/>
                  </a:lnTo>
                  <a:lnTo>
                    <a:pt x="60" y="140"/>
                  </a:lnTo>
                  <a:lnTo>
                    <a:pt x="120" y="140"/>
                  </a:lnTo>
                  <a:lnTo>
                    <a:pt x="140" y="120"/>
                  </a:lnTo>
                  <a:lnTo>
                    <a:pt x="159" y="100"/>
                  </a:lnTo>
                  <a:lnTo>
                    <a:pt x="159" y="80"/>
                  </a:lnTo>
                  <a:lnTo>
                    <a:pt x="159" y="40"/>
                  </a:lnTo>
                  <a:lnTo>
                    <a:pt x="140" y="21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3"/>
            <p:cNvSpPr/>
            <p:nvPr/>
          </p:nvSpPr>
          <p:spPr>
            <a:xfrm>
              <a:off x="5196925" y="1769900"/>
              <a:ext cx="4000" cy="3500"/>
            </a:xfrm>
            <a:custGeom>
              <a:avLst/>
              <a:gdLst/>
              <a:ahLst/>
              <a:cxnLst/>
              <a:rect l="l" t="t" r="r" b="b"/>
              <a:pathLst>
                <a:path w="160" h="140" extrusionOk="0">
                  <a:moveTo>
                    <a:pt x="60" y="1"/>
                  </a:moveTo>
                  <a:lnTo>
                    <a:pt x="21" y="21"/>
                  </a:lnTo>
                  <a:lnTo>
                    <a:pt x="21" y="40"/>
                  </a:lnTo>
                  <a:lnTo>
                    <a:pt x="1" y="80"/>
                  </a:lnTo>
                  <a:lnTo>
                    <a:pt x="21" y="100"/>
                  </a:lnTo>
                  <a:lnTo>
                    <a:pt x="21" y="120"/>
                  </a:lnTo>
                  <a:lnTo>
                    <a:pt x="60" y="140"/>
                  </a:lnTo>
                  <a:lnTo>
                    <a:pt x="120" y="140"/>
                  </a:lnTo>
                  <a:lnTo>
                    <a:pt x="140" y="120"/>
                  </a:lnTo>
                  <a:lnTo>
                    <a:pt x="160" y="100"/>
                  </a:lnTo>
                  <a:lnTo>
                    <a:pt x="160" y="80"/>
                  </a:lnTo>
                  <a:lnTo>
                    <a:pt x="160" y="40"/>
                  </a:lnTo>
                  <a:lnTo>
                    <a:pt x="140" y="21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3"/>
            <p:cNvSpPr/>
            <p:nvPr/>
          </p:nvSpPr>
          <p:spPr>
            <a:xfrm>
              <a:off x="5300100" y="1769900"/>
              <a:ext cx="4000" cy="3500"/>
            </a:xfrm>
            <a:custGeom>
              <a:avLst/>
              <a:gdLst/>
              <a:ahLst/>
              <a:cxnLst/>
              <a:rect l="l" t="t" r="r" b="b"/>
              <a:pathLst>
                <a:path w="160" h="140" extrusionOk="0">
                  <a:moveTo>
                    <a:pt x="60" y="1"/>
                  </a:moveTo>
                  <a:lnTo>
                    <a:pt x="21" y="21"/>
                  </a:lnTo>
                  <a:lnTo>
                    <a:pt x="21" y="40"/>
                  </a:lnTo>
                  <a:lnTo>
                    <a:pt x="1" y="80"/>
                  </a:lnTo>
                  <a:lnTo>
                    <a:pt x="21" y="100"/>
                  </a:lnTo>
                  <a:lnTo>
                    <a:pt x="21" y="120"/>
                  </a:lnTo>
                  <a:lnTo>
                    <a:pt x="60" y="140"/>
                  </a:lnTo>
                  <a:lnTo>
                    <a:pt x="120" y="140"/>
                  </a:lnTo>
                  <a:lnTo>
                    <a:pt x="140" y="120"/>
                  </a:lnTo>
                  <a:lnTo>
                    <a:pt x="160" y="100"/>
                  </a:lnTo>
                  <a:lnTo>
                    <a:pt x="160" y="80"/>
                  </a:lnTo>
                  <a:lnTo>
                    <a:pt x="160" y="40"/>
                  </a:lnTo>
                  <a:lnTo>
                    <a:pt x="140" y="21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3"/>
            <p:cNvSpPr/>
            <p:nvPr/>
          </p:nvSpPr>
          <p:spPr>
            <a:xfrm>
              <a:off x="5403300" y="1769900"/>
              <a:ext cx="3975" cy="3500"/>
            </a:xfrm>
            <a:custGeom>
              <a:avLst/>
              <a:gdLst/>
              <a:ahLst/>
              <a:cxnLst/>
              <a:rect l="l" t="t" r="r" b="b"/>
              <a:pathLst>
                <a:path w="159" h="140" extrusionOk="0">
                  <a:moveTo>
                    <a:pt x="40" y="1"/>
                  </a:moveTo>
                  <a:lnTo>
                    <a:pt x="20" y="21"/>
                  </a:lnTo>
                  <a:lnTo>
                    <a:pt x="0" y="40"/>
                  </a:lnTo>
                  <a:lnTo>
                    <a:pt x="0" y="80"/>
                  </a:lnTo>
                  <a:lnTo>
                    <a:pt x="0" y="100"/>
                  </a:lnTo>
                  <a:lnTo>
                    <a:pt x="20" y="120"/>
                  </a:lnTo>
                  <a:lnTo>
                    <a:pt x="40" y="140"/>
                  </a:lnTo>
                  <a:lnTo>
                    <a:pt x="99" y="140"/>
                  </a:lnTo>
                  <a:lnTo>
                    <a:pt x="139" y="120"/>
                  </a:lnTo>
                  <a:lnTo>
                    <a:pt x="159" y="100"/>
                  </a:lnTo>
                  <a:lnTo>
                    <a:pt x="159" y="80"/>
                  </a:lnTo>
                  <a:lnTo>
                    <a:pt x="159" y="40"/>
                  </a:lnTo>
                  <a:lnTo>
                    <a:pt x="139" y="21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3"/>
            <p:cNvSpPr/>
            <p:nvPr/>
          </p:nvSpPr>
          <p:spPr>
            <a:xfrm>
              <a:off x="5506475" y="1769900"/>
              <a:ext cx="3975" cy="3500"/>
            </a:xfrm>
            <a:custGeom>
              <a:avLst/>
              <a:gdLst/>
              <a:ahLst/>
              <a:cxnLst/>
              <a:rect l="l" t="t" r="r" b="b"/>
              <a:pathLst>
                <a:path w="159" h="140" extrusionOk="0">
                  <a:moveTo>
                    <a:pt x="40" y="1"/>
                  </a:moveTo>
                  <a:lnTo>
                    <a:pt x="20" y="21"/>
                  </a:lnTo>
                  <a:lnTo>
                    <a:pt x="0" y="40"/>
                  </a:lnTo>
                  <a:lnTo>
                    <a:pt x="0" y="80"/>
                  </a:lnTo>
                  <a:lnTo>
                    <a:pt x="0" y="100"/>
                  </a:lnTo>
                  <a:lnTo>
                    <a:pt x="20" y="120"/>
                  </a:lnTo>
                  <a:lnTo>
                    <a:pt x="40" y="140"/>
                  </a:lnTo>
                  <a:lnTo>
                    <a:pt x="99" y="140"/>
                  </a:lnTo>
                  <a:lnTo>
                    <a:pt x="139" y="120"/>
                  </a:lnTo>
                  <a:lnTo>
                    <a:pt x="139" y="100"/>
                  </a:lnTo>
                  <a:lnTo>
                    <a:pt x="159" y="80"/>
                  </a:lnTo>
                  <a:lnTo>
                    <a:pt x="139" y="40"/>
                  </a:lnTo>
                  <a:lnTo>
                    <a:pt x="139" y="21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3"/>
            <p:cNvSpPr/>
            <p:nvPr/>
          </p:nvSpPr>
          <p:spPr>
            <a:xfrm>
              <a:off x="5609650" y="1769900"/>
              <a:ext cx="3975" cy="3500"/>
            </a:xfrm>
            <a:custGeom>
              <a:avLst/>
              <a:gdLst/>
              <a:ahLst/>
              <a:cxnLst/>
              <a:rect l="l" t="t" r="r" b="b"/>
              <a:pathLst>
                <a:path w="159" h="140" extrusionOk="0">
                  <a:moveTo>
                    <a:pt x="40" y="1"/>
                  </a:moveTo>
                  <a:lnTo>
                    <a:pt x="20" y="21"/>
                  </a:lnTo>
                  <a:lnTo>
                    <a:pt x="0" y="40"/>
                  </a:lnTo>
                  <a:lnTo>
                    <a:pt x="0" y="80"/>
                  </a:lnTo>
                  <a:lnTo>
                    <a:pt x="0" y="100"/>
                  </a:lnTo>
                  <a:lnTo>
                    <a:pt x="20" y="120"/>
                  </a:lnTo>
                  <a:lnTo>
                    <a:pt x="40" y="140"/>
                  </a:lnTo>
                  <a:lnTo>
                    <a:pt x="99" y="140"/>
                  </a:lnTo>
                  <a:lnTo>
                    <a:pt x="119" y="120"/>
                  </a:lnTo>
                  <a:lnTo>
                    <a:pt x="139" y="100"/>
                  </a:lnTo>
                  <a:lnTo>
                    <a:pt x="159" y="80"/>
                  </a:lnTo>
                  <a:lnTo>
                    <a:pt x="139" y="40"/>
                  </a:lnTo>
                  <a:lnTo>
                    <a:pt x="119" y="21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3"/>
            <p:cNvSpPr/>
            <p:nvPr/>
          </p:nvSpPr>
          <p:spPr>
            <a:xfrm>
              <a:off x="5712825" y="1769900"/>
              <a:ext cx="4000" cy="3500"/>
            </a:xfrm>
            <a:custGeom>
              <a:avLst/>
              <a:gdLst/>
              <a:ahLst/>
              <a:cxnLst/>
              <a:rect l="l" t="t" r="r" b="b"/>
              <a:pathLst>
                <a:path w="160" h="140" extrusionOk="0">
                  <a:moveTo>
                    <a:pt x="40" y="1"/>
                  </a:moveTo>
                  <a:lnTo>
                    <a:pt x="20" y="21"/>
                  </a:lnTo>
                  <a:lnTo>
                    <a:pt x="0" y="40"/>
                  </a:lnTo>
                  <a:lnTo>
                    <a:pt x="0" y="80"/>
                  </a:lnTo>
                  <a:lnTo>
                    <a:pt x="0" y="100"/>
                  </a:lnTo>
                  <a:lnTo>
                    <a:pt x="20" y="120"/>
                  </a:lnTo>
                  <a:lnTo>
                    <a:pt x="40" y="140"/>
                  </a:lnTo>
                  <a:lnTo>
                    <a:pt x="100" y="140"/>
                  </a:lnTo>
                  <a:lnTo>
                    <a:pt x="119" y="120"/>
                  </a:lnTo>
                  <a:lnTo>
                    <a:pt x="139" y="100"/>
                  </a:lnTo>
                  <a:lnTo>
                    <a:pt x="159" y="80"/>
                  </a:lnTo>
                  <a:lnTo>
                    <a:pt x="139" y="40"/>
                  </a:lnTo>
                  <a:lnTo>
                    <a:pt x="119" y="21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3"/>
            <p:cNvSpPr/>
            <p:nvPr/>
          </p:nvSpPr>
          <p:spPr>
            <a:xfrm>
              <a:off x="5816000" y="1769900"/>
              <a:ext cx="3500" cy="3500"/>
            </a:xfrm>
            <a:custGeom>
              <a:avLst/>
              <a:gdLst/>
              <a:ahLst/>
              <a:cxnLst/>
              <a:rect l="l" t="t" r="r" b="b"/>
              <a:pathLst>
                <a:path w="140" h="140" extrusionOk="0">
                  <a:moveTo>
                    <a:pt x="40" y="1"/>
                  </a:moveTo>
                  <a:lnTo>
                    <a:pt x="20" y="21"/>
                  </a:lnTo>
                  <a:lnTo>
                    <a:pt x="0" y="40"/>
                  </a:lnTo>
                  <a:lnTo>
                    <a:pt x="0" y="80"/>
                  </a:lnTo>
                  <a:lnTo>
                    <a:pt x="0" y="100"/>
                  </a:lnTo>
                  <a:lnTo>
                    <a:pt x="20" y="120"/>
                  </a:lnTo>
                  <a:lnTo>
                    <a:pt x="40" y="140"/>
                  </a:lnTo>
                  <a:lnTo>
                    <a:pt x="100" y="140"/>
                  </a:lnTo>
                  <a:lnTo>
                    <a:pt x="119" y="120"/>
                  </a:lnTo>
                  <a:lnTo>
                    <a:pt x="139" y="100"/>
                  </a:lnTo>
                  <a:lnTo>
                    <a:pt x="139" y="80"/>
                  </a:lnTo>
                  <a:lnTo>
                    <a:pt x="139" y="40"/>
                  </a:lnTo>
                  <a:lnTo>
                    <a:pt x="119" y="21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3"/>
            <p:cNvSpPr/>
            <p:nvPr/>
          </p:nvSpPr>
          <p:spPr>
            <a:xfrm>
              <a:off x="5919175" y="1769900"/>
              <a:ext cx="3500" cy="3500"/>
            </a:xfrm>
            <a:custGeom>
              <a:avLst/>
              <a:gdLst/>
              <a:ahLst/>
              <a:cxnLst/>
              <a:rect l="l" t="t" r="r" b="b"/>
              <a:pathLst>
                <a:path w="140" h="140" extrusionOk="0">
                  <a:moveTo>
                    <a:pt x="40" y="1"/>
                  </a:moveTo>
                  <a:lnTo>
                    <a:pt x="20" y="21"/>
                  </a:lnTo>
                  <a:lnTo>
                    <a:pt x="1" y="40"/>
                  </a:lnTo>
                  <a:lnTo>
                    <a:pt x="1" y="80"/>
                  </a:lnTo>
                  <a:lnTo>
                    <a:pt x="1" y="100"/>
                  </a:lnTo>
                  <a:lnTo>
                    <a:pt x="20" y="120"/>
                  </a:lnTo>
                  <a:lnTo>
                    <a:pt x="40" y="140"/>
                  </a:lnTo>
                  <a:lnTo>
                    <a:pt x="100" y="140"/>
                  </a:lnTo>
                  <a:lnTo>
                    <a:pt x="120" y="120"/>
                  </a:lnTo>
                  <a:lnTo>
                    <a:pt x="139" y="100"/>
                  </a:lnTo>
                  <a:lnTo>
                    <a:pt x="139" y="80"/>
                  </a:lnTo>
                  <a:lnTo>
                    <a:pt x="139" y="40"/>
                  </a:lnTo>
                  <a:lnTo>
                    <a:pt x="120" y="21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3"/>
            <p:cNvSpPr/>
            <p:nvPr/>
          </p:nvSpPr>
          <p:spPr>
            <a:xfrm>
              <a:off x="6022350" y="1769900"/>
              <a:ext cx="3500" cy="3500"/>
            </a:xfrm>
            <a:custGeom>
              <a:avLst/>
              <a:gdLst/>
              <a:ahLst/>
              <a:cxnLst/>
              <a:rect l="l" t="t" r="r" b="b"/>
              <a:pathLst>
                <a:path w="140" h="140" extrusionOk="0">
                  <a:moveTo>
                    <a:pt x="40" y="1"/>
                  </a:moveTo>
                  <a:lnTo>
                    <a:pt x="20" y="21"/>
                  </a:lnTo>
                  <a:lnTo>
                    <a:pt x="1" y="40"/>
                  </a:lnTo>
                  <a:lnTo>
                    <a:pt x="1" y="80"/>
                  </a:lnTo>
                  <a:lnTo>
                    <a:pt x="1" y="100"/>
                  </a:lnTo>
                  <a:lnTo>
                    <a:pt x="20" y="120"/>
                  </a:lnTo>
                  <a:lnTo>
                    <a:pt x="40" y="140"/>
                  </a:lnTo>
                  <a:lnTo>
                    <a:pt x="100" y="140"/>
                  </a:lnTo>
                  <a:lnTo>
                    <a:pt x="120" y="120"/>
                  </a:lnTo>
                  <a:lnTo>
                    <a:pt x="140" y="100"/>
                  </a:lnTo>
                  <a:lnTo>
                    <a:pt x="140" y="80"/>
                  </a:lnTo>
                  <a:lnTo>
                    <a:pt x="140" y="40"/>
                  </a:lnTo>
                  <a:lnTo>
                    <a:pt x="120" y="21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3"/>
            <p:cNvSpPr/>
            <p:nvPr/>
          </p:nvSpPr>
          <p:spPr>
            <a:xfrm>
              <a:off x="6125025" y="1769900"/>
              <a:ext cx="4000" cy="3500"/>
            </a:xfrm>
            <a:custGeom>
              <a:avLst/>
              <a:gdLst/>
              <a:ahLst/>
              <a:cxnLst/>
              <a:rect l="l" t="t" r="r" b="b"/>
              <a:pathLst>
                <a:path w="160" h="140" extrusionOk="0">
                  <a:moveTo>
                    <a:pt x="60" y="1"/>
                  </a:moveTo>
                  <a:lnTo>
                    <a:pt x="41" y="21"/>
                  </a:lnTo>
                  <a:lnTo>
                    <a:pt x="21" y="40"/>
                  </a:lnTo>
                  <a:lnTo>
                    <a:pt x="1" y="80"/>
                  </a:lnTo>
                  <a:lnTo>
                    <a:pt x="21" y="100"/>
                  </a:lnTo>
                  <a:lnTo>
                    <a:pt x="41" y="120"/>
                  </a:lnTo>
                  <a:lnTo>
                    <a:pt x="60" y="140"/>
                  </a:lnTo>
                  <a:lnTo>
                    <a:pt x="120" y="140"/>
                  </a:lnTo>
                  <a:lnTo>
                    <a:pt x="140" y="120"/>
                  </a:lnTo>
                  <a:lnTo>
                    <a:pt x="160" y="100"/>
                  </a:lnTo>
                  <a:lnTo>
                    <a:pt x="160" y="80"/>
                  </a:lnTo>
                  <a:lnTo>
                    <a:pt x="160" y="40"/>
                  </a:lnTo>
                  <a:lnTo>
                    <a:pt x="140" y="21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3"/>
            <p:cNvSpPr/>
            <p:nvPr/>
          </p:nvSpPr>
          <p:spPr>
            <a:xfrm>
              <a:off x="6228225" y="1769900"/>
              <a:ext cx="3975" cy="3500"/>
            </a:xfrm>
            <a:custGeom>
              <a:avLst/>
              <a:gdLst/>
              <a:ahLst/>
              <a:cxnLst/>
              <a:rect l="l" t="t" r="r" b="b"/>
              <a:pathLst>
                <a:path w="159" h="140" extrusionOk="0">
                  <a:moveTo>
                    <a:pt x="60" y="1"/>
                  </a:moveTo>
                  <a:lnTo>
                    <a:pt x="20" y="21"/>
                  </a:lnTo>
                  <a:lnTo>
                    <a:pt x="20" y="40"/>
                  </a:lnTo>
                  <a:lnTo>
                    <a:pt x="0" y="80"/>
                  </a:lnTo>
                  <a:lnTo>
                    <a:pt x="20" y="100"/>
                  </a:lnTo>
                  <a:lnTo>
                    <a:pt x="20" y="120"/>
                  </a:lnTo>
                  <a:lnTo>
                    <a:pt x="60" y="140"/>
                  </a:lnTo>
                  <a:lnTo>
                    <a:pt x="119" y="140"/>
                  </a:lnTo>
                  <a:lnTo>
                    <a:pt x="139" y="120"/>
                  </a:lnTo>
                  <a:lnTo>
                    <a:pt x="159" y="100"/>
                  </a:lnTo>
                  <a:lnTo>
                    <a:pt x="159" y="80"/>
                  </a:lnTo>
                  <a:lnTo>
                    <a:pt x="159" y="40"/>
                  </a:lnTo>
                  <a:lnTo>
                    <a:pt x="139" y="2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3"/>
            <p:cNvSpPr/>
            <p:nvPr/>
          </p:nvSpPr>
          <p:spPr>
            <a:xfrm>
              <a:off x="6331400" y="1769900"/>
              <a:ext cx="3975" cy="3500"/>
            </a:xfrm>
            <a:custGeom>
              <a:avLst/>
              <a:gdLst/>
              <a:ahLst/>
              <a:cxnLst/>
              <a:rect l="l" t="t" r="r" b="b"/>
              <a:pathLst>
                <a:path w="159" h="140" extrusionOk="0">
                  <a:moveTo>
                    <a:pt x="60" y="1"/>
                  </a:moveTo>
                  <a:lnTo>
                    <a:pt x="20" y="21"/>
                  </a:lnTo>
                  <a:lnTo>
                    <a:pt x="20" y="40"/>
                  </a:lnTo>
                  <a:lnTo>
                    <a:pt x="0" y="80"/>
                  </a:lnTo>
                  <a:lnTo>
                    <a:pt x="20" y="100"/>
                  </a:lnTo>
                  <a:lnTo>
                    <a:pt x="20" y="120"/>
                  </a:lnTo>
                  <a:lnTo>
                    <a:pt x="60" y="140"/>
                  </a:lnTo>
                  <a:lnTo>
                    <a:pt x="119" y="140"/>
                  </a:lnTo>
                  <a:lnTo>
                    <a:pt x="139" y="120"/>
                  </a:lnTo>
                  <a:lnTo>
                    <a:pt x="159" y="100"/>
                  </a:lnTo>
                  <a:lnTo>
                    <a:pt x="159" y="80"/>
                  </a:lnTo>
                  <a:lnTo>
                    <a:pt x="159" y="40"/>
                  </a:lnTo>
                  <a:lnTo>
                    <a:pt x="139" y="21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3"/>
            <p:cNvSpPr/>
            <p:nvPr/>
          </p:nvSpPr>
          <p:spPr>
            <a:xfrm>
              <a:off x="6434575" y="1769900"/>
              <a:ext cx="3975" cy="3500"/>
            </a:xfrm>
            <a:custGeom>
              <a:avLst/>
              <a:gdLst/>
              <a:ahLst/>
              <a:cxnLst/>
              <a:rect l="l" t="t" r="r" b="b"/>
              <a:pathLst>
                <a:path w="159" h="140" extrusionOk="0">
                  <a:moveTo>
                    <a:pt x="60" y="1"/>
                  </a:moveTo>
                  <a:lnTo>
                    <a:pt x="20" y="21"/>
                  </a:lnTo>
                  <a:lnTo>
                    <a:pt x="0" y="40"/>
                  </a:lnTo>
                  <a:lnTo>
                    <a:pt x="0" y="80"/>
                  </a:lnTo>
                  <a:lnTo>
                    <a:pt x="0" y="100"/>
                  </a:lnTo>
                  <a:lnTo>
                    <a:pt x="20" y="120"/>
                  </a:lnTo>
                  <a:lnTo>
                    <a:pt x="60" y="140"/>
                  </a:lnTo>
                  <a:lnTo>
                    <a:pt x="99" y="140"/>
                  </a:lnTo>
                  <a:lnTo>
                    <a:pt x="139" y="120"/>
                  </a:lnTo>
                  <a:lnTo>
                    <a:pt x="159" y="100"/>
                  </a:lnTo>
                  <a:lnTo>
                    <a:pt x="159" y="80"/>
                  </a:lnTo>
                  <a:lnTo>
                    <a:pt x="159" y="40"/>
                  </a:lnTo>
                  <a:lnTo>
                    <a:pt x="139" y="21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3"/>
            <p:cNvSpPr/>
            <p:nvPr/>
          </p:nvSpPr>
          <p:spPr>
            <a:xfrm>
              <a:off x="4682525" y="1887475"/>
              <a:ext cx="2025" cy="2000"/>
            </a:xfrm>
            <a:custGeom>
              <a:avLst/>
              <a:gdLst/>
              <a:ahLst/>
              <a:cxnLst/>
              <a:rect l="l" t="t" r="r" b="b"/>
              <a:pathLst>
                <a:path w="81" h="80" extrusionOk="0">
                  <a:moveTo>
                    <a:pt x="41" y="0"/>
                  </a:moveTo>
                  <a:lnTo>
                    <a:pt x="1" y="20"/>
                  </a:lnTo>
                  <a:lnTo>
                    <a:pt x="1" y="40"/>
                  </a:lnTo>
                  <a:lnTo>
                    <a:pt x="1" y="60"/>
                  </a:lnTo>
                  <a:lnTo>
                    <a:pt x="41" y="80"/>
                  </a:lnTo>
                  <a:lnTo>
                    <a:pt x="60" y="60"/>
                  </a:lnTo>
                  <a:lnTo>
                    <a:pt x="80" y="40"/>
                  </a:lnTo>
                  <a:lnTo>
                    <a:pt x="60" y="2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3"/>
            <p:cNvSpPr/>
            <p:nvPr/>
          </p:nvSpPr>
          <p:spPr>
            <a:xfrm>
              <a:off x="4785700" y="1887475"/>
              <a:ext cx="1525" cy="2000"/>
            </a:xfrm>
            <a:custGeom>
              <a:avLst/>
              <a:gdLst/>
              <a:ahLst/>
              <a:cxnLst/>
              <a:rect l="l" t="t" r="r" b="b"/>
              <a:pathLst>
                <a:path w="61" h="80" extrusionOk="0">
                  <a:moveTo>
                    <a:pt x="41" y="0"/>
                  </a:moveTo>
                  <a:lnTo>
                    <a:pt x="1" y="20"/>
                  </a:lnTo>
                  <a:lnTo>
                    <a:pt x="1" y="40"/>
                  </a:lnTo>
                  <a:lnTo>
                    <a:pt x="1" y="60"/>
                  </a:lnTo>
                  <a:lnTo>
                    <a:pt x="41" y="80"/>
                  </a:lnTo>
                  <a:lnTo>
                    <a:pt x="60" y="60"/>
                  </a:lnTo>
                  <a:lnTo>
                    <a:pt x="60" y="40"/>
                  </a:lnTo>
                  <a:lnTo>
                    <a:pt x="60" y="2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3"/>
            <p:cNvSpPr/>
            <p:nvPr/>
          </p:nvSpPr>
          <p:spPr>
            <a:xfrm>
              <a:off x="4888900" y="1887475"/>
              <a:ext cx="1500" cy="2000"/>
            </a:xfrm>
            <a:custGeom>
              <a:avLst/>
              <a:gdLst/>
              <a:ahLst/>
              <a:cxnLst/>
              <a:rect l="l" t="t" r="r" b="b"/>
              <a:pathLst>
                <a:path w="60" h="80" extrusionOk="0">
                  <a:moveTo>
                    <a:pt x="20" y="0"/>
                  </a:moveTo>
                  <a:lnTo>
                    <a:pt x="0" y="20"/>
                  </a:lnTo>
                  <a:lnTo>
                    <a:pt x="0" y="40"/>
                  </a:lnTo>
                  <a:lnTo>
                    <a:pt x="0" y="60"/>
                  </a:lnTo>
                  <a:lnTo>
                    <a:pt x="20" y="80"/>
                  </a:lnTo>
                  <a:lnTo>
                    <a:pt x="60" y="60"/>
                  </a:lnTo>
                  <a:lnTo>
                    <a:pt x="60" y="40"/>
                  </a:lnTo>
                  <a:lnTo>
                    <a:pt x="60" y="2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3"/>
            <p:cNvSpPr/>
            <p:nvPr/>
          </p:nvSpPr>
          <p:spPr>
            <a:xfrm>
              <a:off x="4991575" y="1887475"/>
              <a:ext cx="2000" cy="2000"/>
            </a:xfrm>
            <a:custGeom>
              <a:avLst/>
              <a:gdLst/>
              <a:ahLst/>
              <a:cxnLst/>
              <a:rect l="l" t="t" r="r" b="b"/>
              <a:pathLst>
                <a:path w="80" h="80" extrusionOk="0">
                  <a:moveTo>
                    <a:pt x="40" y="0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20" y="60"/>
                  </a:lnTo>
                  <a:lnTo>
                    <a:pt x="40" y="80"/>
                  </a:lnTo>
                  <a:lnTo>
                    <a:pt x="80" y="60"/>
                  </a:lnTo>
                  <a:lnTo>
                    <a:pt x="80" y="40"/>
                  </a:lnTo>
                  <a:lnTo>
                    <a:pt x="8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3"/>
            <p:cNvSpPr/>
            <p:nvPr/>
          </p:nvSpPr>
          <p:spPr>
            <a:xfrm>
              <a:off x="5094750" y="1887475"/>
              <a:ext cx="2000" cy="2000"/>
            </a:xfrm>
            <a:custGeom>
              <a:avLst/>
              <a:gdLst/>
              <a:ahLst/>
              <a:cxnLst/>
              <a:rect l="l" t="t" r="r" b="b"/>
              <a:pathLst>
                <a:path w="80" h="80" extrusionOk="0">
                  <a:moveTo>
                    <a:pt x="40" y="0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20" y="60"/>
                  </a:lnTo>
                  <a:lnTo>
                    <a:pt x="40" y="80"/>
                  </a:lnTo>
                  <a:lnTo>
                    <a:pt x="80" y="60"/>
                  </a:lnTo>
                  <a:lnTo>
                    <a:pt x="80" y="40"/>
                  </a:lnTo>
                  <a:lnTo>
                    <a:pt x="8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3"/>
            <p:cNvSpPr/>
            <p:nvPr/>
          </p:nvSpPr>
          <p:spPr>
            <a:xfrm>
              <a:off x="5197925" y="1887475"/>
              <a:ext cx="2000" cy="2000"/>
            </a:xfrm>
            <a:custGeom>
              <a:avLst/>
              <a:gdLst/>
              <a:ahLst/>
              <a:cxnLst/>
              <a:rect l="l" t="t" r="r" b="b"/>
              <a:pathLst>
                <a:path w="80" h="80" extrusionOk="0">
                  <a:moveTo>
                    <a:pt x="40" y="0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20" y="60"/>
                  </a:lnTo>
                  <a:lnTo>
                    <a:pt x="40" y="80"/>
                  </a:lnTo>
                  <a:lnTo>
                    <a:pt x="80" y="60"/>
                  </a:lnTo>
                  <a:lnTo>
                    <a:pt x="80" y="40"/>
                  </a:lnTo>
                  <a:lnTo>
                    <a:pt x="8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3"/>
            <p:cNvSpPr/>
            <p:nvPr/>
          </p:nvSpPr>
          <p:spPr>
            <a:xfrm>
              <a:off x="5301100" y="1887475"/>
              <a:ext cx="2000" cy="2000"/>
            </a:xfrm>
            <a:custGeom>
              <a:avLst/>
              <a:gdLst/>
              <a:ahLst/>
              <a:cxnLst/>
              <a:rect l="l" t="t" r="r" b="b"/>
              <a:pathLst>
                <a:path w="80" h="80" extrusionOk="0">
                  <a:moveTo>
                    <a:pt x="40" y="0"/>
                  </a:moveTo>
                  <a:lnTo>
                    <a:pt x="20" y="20"/>
                  </a:lnTo>
                  <a:lnTo>
                    <a:pt x="1" y="40"/>
                  </a:lnTo>
                  <a:lnTo>
                    <a:pt x="20" y="60"/>
                  </a:lnTo>
                  <a:lnTo>
                    <a:pt x="40" y="80"/>
                  </a:lnTo>
                  <a:lnTo>
                    <a:pt x="60" y="60"/>
                  </a:lnTo>
                  <a:lnTo>
                    <a:pt x="80" y="40"/>
                  </a:lnTo>
                  <a:lnTo>
                    <a:pt x="6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3"/>
            <p:cNvSpPr/>
            <p:nvPr/>
          </p:nvSpPr>
          <p:spPr>
            <a:xfrm>
              <a:off x="5404275" y="1887475"/>
              <a:ext cx="2025" cy="2000"/>
            </a:xfrm>
            <a:custGeom>
              <a:avLst/>
              <a:gdLst/>
              <a:ahLst/>
              <a:cxnLst/>
              <a:rect l="l" t="t" r="r" b="b"/>
              <a:pathLst>
                <a:path w="81" h="80" extrusionOk="0">
                  <a:moveTo>
                    <a:pt x="40" y="0"/>
                  </a:moveTo>
                  <a:lnTo>
                    <a:pt x="21" y="20"/>
                  </a:lnTo>
                  <a:lnTo>
                    <a:pt x="1" y="40"/>
                  </a:lnTo>
                  <a:lnTo>
                    <a:pt x="21" y="60"/>
                  </a:lnTo>
                  <a:lnTo>
                    <a:pt x="40" y="80"/>
                  </a:lnTo>
                  <a:lnTo>
                    <a:pt x="60" y="60"/>
                  </a:lnTo>
                  <a:lnTo>
                    <a:pt x="80" y="40"/>
                  </a:lnTo>
                  <a:lnTo>
                    <a:pt x="6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3"/>
            <p:cNvSpPr/>
            <p:nvPr/>
          </p:nvSpPr>
          <p:spPr>
            <a:xfrm>
              <a:off x="5507450" y="1887475"/>
              <a:ext cx="2025" cy="2000"/>
            </a:xfrm>
            <a:custGeom>
              <a:avLst/>
              <a:gdLst/>
              <a:ahLst/>
              <a:cxnLst/>
              <a:rect l="l" t="t" r="r" b="b"/>
              <a:pathLst>
                <a:path w="81" h="80" extrusionOk="0">
                  <a:moveTo>
                    <a:pt x="40" y="0"/>
                  </a:moveTo>
                  <a:lnTo>
                    <a:pt x="21" y="20"/>
                  </a:lnTo>
                  <a:lnTo>
                    <a:pt x="1" y="40"/>
                  </a:lnTo>
                  <a:lnTo>
                    <a:pt x="21" y="60"/>
                  </a:lnTo>
                  <a:lnTo>
                    <a:pt x="40" y="80"/>
                  </a:lnTo>
                  <a:lnTo>
                    <a:pt x="60" y="60"/>
                  </a:lnTo>
                  <a:lnTo>
                    <a:pt x="80" y="40"/>
                  </a:lnTo>
                  <a:lnTo>
                    <a:pt x="6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3"/>
            <p:cNvSpPr/>
            <p:nvPr/>
          </p:nvSpPr>
          <p:spPr>
            <a:xfrm>
              <a:off x="5610625" y="1887475"/>
              <a:ext cx="2025" cy="2000"/>
            </a:xfrm>
            <a:custGeom>
              <a:avLst/>
              <a:gdLst/>
              <a:ahLst/>
              <a:cxnLst/>
              <a:rect l="l" t="t" r="r" b="b"/>
              <a:pathLst>
                <a:path w="81" h="80" extrusionOk="0">
                  <a:moveTo>
                    <a:pt x="41" y="0"/>
                  </a:moveTo>
                  <a:lnTo>
                    <a:pt x="1" y="20"/>
                  </a:lnTo>
                  <a:lnTo>
                    <a:pt x="1" y="40"/>
                  </a:lnTo>
                  <a:lnTo>
                    <a:pt x="1" y="60"/>
                  </a:lnTo>
                  <a:lnTo>
                    <a:pt x="41" y="80"/>
                  </a:lnTo>
                  <a:lnTo>
                    <a:pt x="60" y="60"/>
                  </a:lnTo>
                  <a:lnTo>
                    <a:pt x="80" y="40"/>
                  </a:lnTo>
                  <a:lnTo>
                    <a:pt x="60" y="2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3"/>
            <p:cNvSpPr/>
            <p:nvPr/>
          </p:nvSpPr>
          <p:spPr>
            <a:xfrm>
              <a:off x="5713825" y="1887475"/>
              <a:ext cx="2000" cy="2000"/>
            </a:xfrm>
            <a:custGeom>
              <a:avLst/>
              <a:gdLst/>
              <a:ahLst/>
              <a:cxnLst/>
              <a:rect l="l" t="t" r="r" b="b"/>
              <a:pathLst>
                <a:path w="80" h="80" extrusionOk="0">
                  <a:moveTo>
                    <a:pt x="40" y="0"/>
                  </a:moveTo>
                  <a:lnTo>
                    <a:pt x="0" y="20"/>
                  </a:lnTo>
                  <a:lnTo>
                    <a:pt x="0" y="40"/>
                  </a:lnTo>
                  <a:lnTo>
                    <a:pt x="0" y="60"/>
                  </a:lnTo>
                  <a:lnTo>
                    <a:pt x="40" y="80"/>
                  </a:lnTo>
                  <a:lnTo>
                    <a:pt x="60" y="60"/>
                  </a:lnTo>
                  <a:lnTo>
                    <a:pt x="79" y="40"/>
                  </a:lnTo>
                  <a:lnTo>
                    <a:pt x="6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3"/>
            <p:cNvSpPr/>
            <p:nvPr/>
          </p:nvSpPr>
          <p:spPr>
            <a:xfrm>
              <a:off x="5817000" y="1887475"/>
              <a:ext cx="1500" cy="2000"/>
            </a:xfrm>
            <a:custGeom>
              <a:avLst/>
              <a:gdLst/>
              <a:ahLst/>
              <a:cxnLst/>
              <a:rect l="l" t="t" r="r" b="b"/>
              <a:pathLst>
                <a:path w="60" h="80" extrusionOk="0">
                  <a:moveTo>
                    <a:pt x="40" y="0"/>
                  </a:moveTo>
                  <a:lnTo>
                    <a:pt x="0" y="20"/>
                  </a:lnTo>
                  <a:lnTo>
                    <a:pt x="0" y="40"/>
                  </a:lnTo>
                  <a:lnTo>
                    <a:pt x="0" y="60"/>
                  </a:lnTo>
                  <a:lnTo>
                    <a:pt x="40" y="80"/>
                  </a:lnTo>
                  <a:lnTo>
                    <a:pt x="60" y="60"/>
                  </a:lnTo>
                  <a:lnTo>
                    <a:pt x="60" y="40"/>
                  </a:lnTo>
                  <a:lnTo>
                    <a:pt x="6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3"/>
            <p:cNvSpPr/>
            <p:nvPr/>
          </p:nvSpPr>
          <p:spPr>
            <a:xfrm>
              <a:off x="5920175" y="1887475"/>
              <a:ext cx="1500" cy="2000"/>
            </a:xfrm>
            <a:custGeom>
              <a:avLst/>
              <a:gdLst/>
              <a:ahLst/>
              <a:cxnLst/>
              <a:rect l="l" t="t" r="r" b="b"/>
              <a:pathLst>
                <a:path w="60" h="80" extrusionOk="0">
                  <a:moveTo>
                    <a:pt x="20" y="0"/>
                  </a:moveTo>
                  <a:lnTo>
                    <a:pt x="0" y="20"/>
                  </a:lnTo>
                  <a:lnTo>
                    <a:pt x="0" y="40"/>
                  </a:lnTo>
                  <a:lnTo>
                    <a:pt x="0" y="60"/>
                  </a:lnTo>
                  <a:lnTo>
                    <a:pt x="20" y="80"/>
                  </a:lnTo>
                  <a:lnTo>
                    <a:pt x="60" y="60"/>
                  </a:lnTo>
                  <a:lnTo>
                    <a:pt x="60" y="40"/>
                  </a:lnTo>
                  <a:lnTo>
                    <a:pt x="60" y="2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3"/>
            <p:cNvSpPr/>
            <p:nvPr/>
          </p:nvSpPr>
          <p:spPr>
            <a:xfrm>
              <a:off x="6022850" y="1887475"/>
              <a:ext cx="2000" cy="2000"/>
            </a:xfrm>
            <a:custGeom>
              <a:avLst/>
              <a:gdLst/>
              <a:ahLst/>
              <a:cxnLst/>
              <a:rect l="l" t="t" r="r" b="b"/>
              <a:pathLst>
                <a:path w="80" h="80" extrusionOk="0">
                  <a:moveTo>
                    <a:pt x="40" y="0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20" y="60"/>
                  </a:lnTo>
                  <a:lnTo>
                    <a:pt x="40" y="80"/>
                  </a:lnTo>
                  <a:lnTo>
                    <a:pt x="80" y="60"/>
                  </a:lnTo>
                  <a:lnTo>
                    <a:pt x="80" y="40"/>
                  </a:lnTo>
                  <a:lnTo>
                    <a:pt x="8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3"/>
            <p:cNvSpPr/>
            <p:nvPr/>
          </p:nvSpPr>
          <p:spPr>
            <a:xfrm>
              <a:off x="6126025" y="1887475"/>
              <a:ext cx="2000" cy="2000"/>
            </a:xfrm>
            <a:custGeom>
              <a:avLst/>
              <a:gdLst/>
              <a:ahLst/>
              <a:cxnLst/>
              <a:rect l="l" t="t" r="r" b="b"/>
              <a:pathLst>
                <a:path w="80" h="80" extrusionOk="0">
                  <a:moveTo>
                    <a:pt x="40" y="0"/>
                  </a:moveTo>
                  <a:lnTo>
                    <a:pt x="20" y="20"/>
                  </a:lnTo>
                  <a:lnTo>
                    <a:pt x="1" y="40"/>
                  </a:lnTo>
                  <a:lnTo>
                    <a:pt x="20" y="60"/>
                  </a:lnTo>
                  <a:lnTo>
                    <a:pt x="40" y="80"/>
                  </a:lnTo>
                  <a:lnTo>
                    <a:pt x="80" y="60"/>
                  </a:lnTo>
                  <a:lnTo>
                    <a:pt x="80" y="40"/>
                  </a:lnTo>
                  <a:lnTo>
                    <a:pt x="8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3"/>
            <p:cNvSpPr/>
            <p:nvPr/>
          </p:nvSpPr>
          <p:spPr>
            <a:xfrm>
              <a:off x="6229200" y="1887475"/>
              <a:ext cx="2025" cy="2000"/>
            </a:xfrm>
            <a:custGeom>
              <a:avLst/>
              <a:gdLst/>
              <a:ahLst/>
              <a:cxnLst/>
              <a:rect l="l" t="t" r="r" b="b"/>
              <a:pathLst>
                <a:path w="81" h="80" extrusionOk="0">
                  <a:moveTo>
                    <a:pt x="40" y="0"/>
                  </a:moveTo>
                  <a:lnTo>
                    <a:pt x="21" y="20"/>
                  </a:lnTo>
                  <a:lnTo>
                    <a:pt x="1" y="40"/>
                  </a:lnTo>
                  <a:lnTo>
                    <a:pt x="21" y="60"/>
                  </a:lnTo>
                  <a:lnTo>
                    <a:pt x="40" y="80"/>
                  </a:lnTo>
                  <a:lnTo>
                    <a:pt x="80" y="60"/>
                  </a:lnTo>
                  <a:lnTo>
                    <a:pt x="80" y="40"/>
                  </a:lnTo>
                  <a:lnTo>
                    <a:pt x="8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3"/>
            <p:cNvSpPr/>
            <p:nvPr/>
          </p:nvSpPr>
          <p:spPr>
            <a:xfrm>
              <a:off x="6332375" y="1887475"/>
              <a:ext cx="2025" cy="2000"/>
            </a:xfrm>
            <a:custGeom>
              <a:avLst/>
              <a:gdLst/>
              <a:ahLst/>
              <a:cxnLst/>
              <a:rect l="l" t="t" r="r" b="b"/>
              <a:pathLst>
                <a:path w="81" h="80" extrusionOk="0">
                  <a:moveTo>
                    <a:pt x="40" y="0"/>
                  </a:moveTo>
                  <a:lnTo>
                    <a:pt x="21" y="20"/>
                  </a:lnTo>
                  <a:lnTo>
                    <a:pt x="1" y="40"/>
                  </a:lnTo>
                  <a:lnTo>
                    <a:pt x="21" y="60"/>
                  </a:lnTo>
                  <a:lnTo>
                    <a:pt x="40" y="80"/>
                  </a:lnTo>
                  <a:lnTo>
                    <a:pt x="60" y="60"/>
                  </a:lnTo>
                  <a:lnTo>
                    <a:pt x="80" y="40"/>
                  </a:lnTo>
                  <a:lnTo>
                    <a:pt x="6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3"/>
            <p:cNvSpPr/>
            <p:nvPr/>
          </p:nvSpPr>
          <p:spPr>
            <a:xfrm>
              <a:off x="6435550" y="1887475"/>
              <a:ext cx="2025" cy="2000"/>
            </a:xfrm>
            <a:custGeom>
              <a:avLst/>
              <a:gdLst/>
              <a:ahLst/>
              <a:cxnLst/>
              <a:rect l="l" t="t" r="r" b="b"/>
              <a:pathLst>
                <a:path w="81" h="80" extrusionOk="0">
                  <a:moveTo>
                    <a:pt x="41" y="0"/>
                  </a:moveTo>
                  <a:lnTo>
                    <a:pt x="21" y="20"/>
                  </a:lnTo>
                  <a:lnTo>
                    <a:pt x="1" y="40"/>
                  </a:lnTo>
                  <a:lnTo>
                    <a:pt x="21" y="60"/>
                  </a:lnTo>
                  <a:lnTo>
                    <a:pt x="41" y="80"/>
                  </a:lnTo>
                  <a:lnTo>
                    <a:pt x="60" y="60"/>
                  </a:lnTo>
                  <a:lnTo>
                    <a:pt x="80" y="40"/>
                  </a:lnTo>
                  <a:lnTo>
                    <a:pt x="60" y="2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3"/>
            <p:cNvSpPr/>
            <p:nvPr/>
          </p:nvSpPr>
          <p:spPr>
            <a:xfrm>
              <a:off x="468352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3"/>
            <p:cNvSpPr/>
            <p:nvPr/>
          </p:nvSpPr>
          <p:spPr>
            <a:xfrm>
              <a:off x="468352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3"/>
            <p:cNvSpPr/>
            <p:nvPr/>
          </p:nvSpPr>
          <p:spPr>
            <a:xfrm>
              <a:off x="478670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3"/>
            <p:cNvSpPr/>
            <p:nvPr/>
          </p:nvSpPr>
          <p:spPr>
            <a:xfrm>
              <a:off x="478670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3"/>
            <p:cNvSpPr/>
            <p:nvPr/>
          </p:nvSpPr>
          <p:spPr>
            <a:xfrm>
              <a:off x="488937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3"/>
            <p:cNvSpPr/>
            <p:nvPr/>
          </p:nvSpPr>
          <p:spPr>
            <a:xfrm>
              <a:off x="488937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3"/>
            <p:cNvSpPr/>
            <p:nvPr/>
          </p:nvSpPr>
          <p:spPr>
            <a:xfrm>
              <a:off x="499255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3"/>
            <p:cNvSpPr/>
            <p:nvPr/>
          </p:nvSpPr>
          <p:spPr>
            <a:xfrm>
              <a:off x="499255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3"/>
            <p:cNvSpPr/>
            <p:nvPr/>
          </p:nvSpPr>
          <p:spPr>
            <a:xfrm>
              <a:off x="509575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3"/>
            <p:cNvSpPr/>
            <p:nvPr/>
          </p:nvSpPr>
          <p:spPr>
            <a:xfrm>
              <a:off x="509575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3"/>
            <p:cNvSpPr/>
            <p:nvPr/>
          </p:nvSpPr>
          <p:spPr>
            <a:xfrm>
              <a:off x="519892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3"/>
            <p:cNvSpPr/>
            <p:nvPr/>
          </p:nvSpPr>
          <p:spPr>
            <a:xfrm>
              <a:off x="519892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3"/>
            <p:cNvSpPr/>
            <p:nvPr/>
          </p:nvSpPr>
          <p:spPr>
            <a:xfrm>
              <a:off x="530210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3"/>
            <p:cNvSpPr/>
            <p:nvPr/>
          </p:nvSpPr>
          <p:spPr>
            <a:xfrm>
              <a:off x="530210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3"/>
            <p:cNvSpPr/>
            <p:nvPr/>
          </p:nvSpPr>
          <p:spPr>
            <a:xfrm>
              <a:off x="540527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3"/>
            <p:cNvSpPr/>
            <p:nvPr/>
          </p:nvSpPr>
          <p:spPr>
            <a:xfrm>
              <a:off x="540527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3"/>
            <p:cNvSpPr/>
            <p:nvPr/>
          </p:nvSpPr>
          <p:spPr>
            <a:xfrm>
              <a:off x="550845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3"/>
            <p:cNvSpPr/>
            <p:nvPr/>
          </p:nvSpPr>
          <p:spPr>
            <a:xfrm>
              <a:off x="550845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3"/>
            <p:cNvSpPr/>
            <p:nvPr/>
          </p:nvSpPr>
          <p:spPr>
            <a:xfrm>
              <a:off x="561162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3"/>
            <p:cNvSpPr/>
            <p:nvPr/>
          </p:nvSpPr>
          <p:spPr>
            <a:xfrm>
              <a:off x="561162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3"/>
            <p:cNvSpPr/>
            <p:nvPr/>
          </p:nvSpPr>
          <p:spPr>
            <a:xfrm>
              <a:off x="571480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3"/>
            <p:cNvSpPr/>
            <p:nvPr/>
          </p:nvSpPr>
          <p:spPr>
            <a:xfrm>
              <a:off x="571480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3"/>
            <p:cNvSpPr/>
            <p:nvPr/>
          </p:nvSpPr>
          <p:spPr>
            <a:xfrm>
              <a:off x="581797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3"/>
            <p:cNvSpPr/>
            <p:nvPr/>
          </p:nvSpPr>
          <p:spPr>
            <a:xfrm>
              <a:off x="581797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3"/>
            <p:cNvSpPr/>
            <p:nvPr/>
          </p:nvSpPr>
          <p:spPr>
            <a:xfrm>
              <a:off x="592067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3"/>
            <p:cNvSpPr/>
            <p:nvPr/>
          </p:nvSpPr>
          <p:spPr>
            <a:xfrm>
              <a:off x="592067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3"/>
            <p:cNvSpPr/>
            <p:nvPr/>
          </p:nvSpPr>
          <p:spPr>
            <a:xfrm>
              <a:off x="602385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3"/>
            <p:cNvSpPr/>
            <p:nvPr/>
          </p:nvSpPr>
          <p:spPr>
            <a:xfrm>
              <a:off x="602385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3"/>
            <p:cNvSpPr/>
            <p:nvPr/>
          </p:nvSpPr>
          <p:spPr>
            <a:xfrm>
              <a:off x="612702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3"/>
            <p:cNvSpPr/>
            <p:nvPr/>
          </p:nvSpPr>
          <p:spPr>
            <a:xfrm>
              <a:off x="612702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3"/>
            <p:cNvSpPr/>
            <p:nvPr/>
          </p:nvSpPr>
          <p:spPr>
            <a:xfrm>
              <a:off x="623020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3"/>
            <p:cNvSpPr/>
            <p:nvPr/>
          </p:nvSpPr>
          <p:spPr>
            <a:xfrm>
              <a:off x="623020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3"/>
            <p:cNvSpPr/>
            <p:nvPr/>
          </p:nvSpPr>
          <p:spPr>
            <a:xfrm>
              <a:off x="633337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3"/>
            <p:cNvSpPr/>
            <p:nvPr/>
          </p:nvSpPr>
          <p:spPr>
            <a:xfrm>
              <a:off x="6333375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3"/>
            <p:cNvSpPr/>
            <p:nvPr/>
          </p:nvSpPr>
          <p:spPr>
            <a:xfrm>
              <a:off x="643655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3"/>
            <p:cNvSpPr/>
            <p:nvPr/>
          </p:nvSpPr>
          <p:spPr>
            <a:xfrm>
              <a:off x="6436550" y="20055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9" name="Google Shape;889;p13"/>
          <p:cNvGrpSpPr/>
          <p:nvPr/>
        </p:nvGrpSpPr>
        <p:grpSpPr>
          <a:xfrm flipH="1">
            <a:off x="65921" y="3711498"/>
            <a:ext cx="552100" cy="760450"/>
            <a:chOff x="1169050" y="238125"/>
            <a:chExt cx="552100" cy="760450"/>
          </a:xfrm>
        </p:grpSpPr>
        <p:sp>
          <p:nvSpPr>
            <p:cNvPr id="890" name="Google Shape;890;p13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3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3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3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3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3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3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3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3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3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3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3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3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3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3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3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6" name="Google Shape;906;p13"/>
          <p:cNvSpPr/>
          <p:nvPr/>
        </p:nvSpPr>
        <p:spPr>
          <a:xfrm>
            <a:off x="0" y="4777800"/>
            <a:ext cx="9144000" cy="36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07" name="Google Shape;90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67012" y="-2318221"/>
            <a:ext cx="4609976" cy="2683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4"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14"/>
          <p:cNvSpPr/>
          <p:nvPr/>
        </p:nvSpPr>
        <p:spPr>
          <a:xfrm>
            <a:off x="6907725" y="0"/>
            <a:ext cx="2236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14"/>
          <p:cNvSpPr txBox="1">
            <a:spLocks noGrp="1"/>
          </p:cNvSpPr>
          <p:nvPr>
            <p:ph type="title"/>
          </p:nvPr>
        </p:nvSpPr>
        <p:spPr>
          <a:xfrm>
            <a:off x="685063" y="3543099"/>
            <a:ext cx="41991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11" name="Google Shape;911;p14"/>
          <p:cNvSpPr txBox="1">
            <a:spLocks noGrp="1"/>
          </p:cNvSpPr>
          <p:nvPr>
            <p:ph type="subTitle" idx="1"/>
          </p:nvPr>
        </p:nvSpPr>
        <p:spPr>
          <a:xfrm>
            <a:off x="684300" y="1143201"/>
            <a:ext cx="4200600" cy="24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2" name="Google Shape;912;p14"/>
          <p:cNvSpPr>
            <a:spLocks noGrp="1"/>
          </p:cNvSpPr>
          <p:nvPr>
            <p:ph type="pic" idx="2"/>
          </p:nvPr>
        </p:nvSpPr>
        <p:spPr>
          <a:xfrm>
            <a:off x="5013300" y="696150"/>
            <a:ext cx="4130700" cy="3751200"/>
          </a:xfrm>
          <a:prstGeom prst="rect">
            <a:avLst/>
          </a:prstGeom>
          <a:noFill/>
          <a:ln>
            <a:noFill/>
          </a:ln>
        </p:spPr>
      </p:sp>
      <p:sp>
        <p:nvSpPr>
          <p:cNvPr id="913" name="Google Shape;913;p14"/>
          <p:cNvSpPr/>
          <p:nvPr/>
        </p:nvSpPr>
        <p:spPr>
          <a:xfrm>
            <a:off x="-1097575" y="-1229625"/>
            <a:ext cx="2111100" cy="2111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14"/>
          <p:cNvSpPr/>
          <p:nvPr/>
        </p:nvSpPr>
        <p:spPr>
          <a:xfrm>
            <a:off x="1064275" y="207200"/>
            <a:ext cx="192600" cy="19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5" name="Google Shape;915;p14"/>
          <p:cNvGrpSpPr/>
          <p:nvPr/>
        </p:nvGrpSpPr>
        <p:grpSpPr>
          <a:xfrm>
            <a:off x="5204175" y="213729"/>
            <a:ext cx="1534300" cy="69950"/>
            <a:chOff x="1213675" y="3814125"/>
            <a:chExt cx="1534300" cy="69950"/>
          </a:xfrm>
        </p:grpSpPr>
        <p:sp>
          <p:nvSpPr>
            <p:cNvPr id="916" name="Google Shape;916;p14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14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14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9" name="Google Shape;919;p14"/>
          <p:cNvGrpSpPr/>
          <p:nvPr/>
        </p:nvGrpSpPr>
        <p:grpSpPr>
          <a:xfrm flipH="1">
            <a:off x="72646" y="4216148"/>
            <a:ext cx="552100" cy="760450"/>
            <a:chOff x="1169050" y="238125"/>
            <a:chExt cx="552100" cy="760450"/>
          </a:xfrm>
        </p:grpSpPr>
        <p:sp>
          <p:nvSpPr>
            <p:cNvPr id="920" name="Google Shape;920;p14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4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4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4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4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4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14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4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4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4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4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4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4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4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4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4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6" name="Google Shape;936;p14"/>
          <p:cNvGrpSpPr/>
          <p:nvPr/>
        </p:nvGrpSpPr>
        <p:grpSpPr>
          <a:xfrm>
            <a:off x="8325050" y="511350"/>
            <a:ext cx="552100" cy="760450"/>
            <a:chOff x="1169050" y="238125"/>
            <a:chExt cx="552100" cy="760450"/>
          </a:xfrm>
        </p:grpSpPr>
        <p:sp>
          <p:nvSpPr>
            <p:cNvPr id="937" name="Google Shape;937;p14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4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4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4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4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4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4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4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4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4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4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4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4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4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4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4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2"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5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55" name="Google Shape;955;p15"/>
          <p:cNvSpPr/>
          <p:nvPr/>
        </p:nvSpPr>
        <p:spPr>
          <a:xfrm>
            <a:off x="7913600" y="-1432975"/>
            <a:ext cx="2111100" cy="2111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15"/>
          <p:cNvSpPr/>
          <p:nvPr/>
        </p:nvSpPr>
        <p:spPr>
          <a:xfrm>
            <a:off x="8727075" y="774425"/>
            <a:ext cx="192600" cy="19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15"/>
          <p:cNvSpPr/>
          <p:nvPr/>
        </p:nvSpPr>
        <p:spPr>
          <a:xfrm>
            <a:off x="7797200" y="173150"/>
            <a:ext cx="118800" cy="118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8" name="Google Shape;958;p15"/>
          <p:cNvGrpSpPr/>
          <p:nvPr/>
        </p:nvGrpSpPr>
        <p:grpSpPr>
          <a:xfrm flipH="1">
            <a:off x="8547321" y="4219198"/>
            <a:ext cx="552100" cy="760450"/>
            <a:chOff x="1169050" y="238125"/>
            <a:chExt cx="552100" cy="760450"/>
          </a:xfrm>
        </p:grpSpPr>
        <p:sp>
          <p:nvSpPr>
            <p:cNvPr id="959" name="Google Shape;959;p15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5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5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5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5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5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5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5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5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5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5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5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5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5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5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5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5" name="Google Shape;975;p15"/>
          <p:cNvSpPr/>
          <p:nvPr/>
        </p:nvSpPr>
        <p:spPr>
          <a:xfrm>
            <a:off x="0" y="0"/>
            <a:ext cx="720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6" name="Google Shape;976;p15"/>
          <p:cNvGrpSpPr/>
          <p:nvPr/>
        </p:nvGrpSpPr>
        <p:grpSpPr>
          <a:xfrm rot="-5400000">
            <a:off x="-407150" y="4227079"/>
            <a:ext cx="1534300" cy="69950"/>
            <a:chOff x="1213675" y="3814125"/>
            <a:chExt cx="1534300" cy="69950"/>
          </a:xfrm>
        </p:grpSpPr>
        <p:sp>
          <p:nvSpPr>
            <p:cNvPr id="977" name="Google Shape;977;p15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5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5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5"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6"/>
          <p:cNvSpPr txBox="1">
            <a:spLocks noGrp="1"/>
          </p:cNvSpPr>
          <p:nvPr>
            <p:ph type="body" idx="1"/>
          </p:nvPr>
        </p:nvSpPr>
        <p:spPr>
          <a:xfrm>
            <a:off x="794950" y="1693798"/>
            <a:ext cx="3749400" cy="10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hlink"/>
                </a:solidFill>
              </a:defRPr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9pPr>
          </a:lstStyle>
          <a:p>
            <a:endParaRPr/>
          </a:p>
        </p:txBody>
      </p:sp>
      <p:sp>
        <p:nvSpPr>
          <p:cNvPr id="982" name="Google Shape;982;p16"/>
          <p:cNvSpPr txBox="1">
            <a:spLocks noGrp="1"/>
          </p:cNvSpPr>
          <p:nvPr>
            <p:ph type="body" idx="2"/>
          </p:nvPr>
        </p:nvSpPr>
        <p:spPr>
          <a:xfrm>
            <a:off x="4599650" y="1693799"/>
            <a:ext cx="3749400" cy="29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9pPr>
          </a:lstStyle>
          <a:p>
            <a:endParaRPr/>
          </a:p>
        </p:txBody>
      </p:sp>
      <p:sp>
        <p:nvSpPr>
          <p:cNvPr id="983" name="Google Shape;983;p16"/>
          <p:cNvSpPr txBox="1">
            <a:spLocks noGrp="1"/>
          </p:cNvSpPr>
          <p:nvPr>
            <p:ph type="title"/>
          </p:nvPr>
        </p:nvSpPr>
        <p:spPr>
          <a:xfrm>
            <a:off x="795250" y="1479550"/>
            <a:ext cx="3749100" cy="36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Exo SemiBold"/>
                <a:ea typeface="Exo SemiBold"/>
                <a:cs typeface="Exo SemiBold"/>
                <a:sym typeface="Ex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84" name="Google Shape;984;p16"/>
          <p:cNvSpPr txBox="1">
            <a:spLocks noGrp="1"/>
          </p:cNvSpPr>
          <p:nvPr>
            <p:ph type="subTitle" idx="3"/>
          </p:nvPr>
        </p:nvSpPr>
        <p:spPr>
          <a:xfrm>
            <a:off x="720150" y="948300"/>
            <a:ext cx="77040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85" name="Google Shape;985;p16"/>
          <p:cNvSpPr txBox="1">
            <a:spLocks noGrp="1"/>
          </p:cNvSpPr>
          <p:nvPr>
            <p:ph type="title" idx="4"/>
          </p:nvPr>
        </p:nvSpPr>
        <p:spPr>
          <a:xfrm>
            <a:off x="717750" y="365760"/>
            <a:ext cx="7708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86" name="Google Shape;986;p16"/>
          <p:cNvSpPr txBox="1">
            <a:spLocks noGrp="1"/>
          </p:cNvSpPr>
          <p:nvPr>
            <p:ph type="title" idx="5"/>
          </p:nvPr>
        </p:nvSpPr>
        <p:spPr>
          <a:xfrm>
            <a:off x="4599950" y="1479550"/>
            <a:ext cx="37491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  <a:latin typeface="Exo SemiBold"/>
                <a:ea typeface="Exo SemiBold"/>
                <a:cs typeface="Exo SemiBold"/>
                <a:sym typeface="Ex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87" name="Google Shape;987;p16"/>
          <p:cNvSpPr txBox="1">
            <a:spLocks noGrp="1"/>
          </p:cNvSpPr>
          <p:nvPr>
            <p:ph type="body" idx="6"/>
          </p:nvPr>
        </p:nvSpPr>
        <p:spPr>
          <a:xfrm>
            <a:off x="794950" y="3141598"/>
            <a:ext cx="37494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  <a:defRPr>
                <a:solidFill>
                  <a:schemeClr val="hlink"/>
                </a:solidFill>
              </a:defRPr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9pPr>
          </a:lstStyle>
          <a:p>
            <a:endParaRPr/>
          </a:p>
        </p:txBody>
      </p:sp>
      <p:sp>
        <p:nvSpPr>
          <p:cNvPr id="988" name="Google Shape;988;p16"/>
          <p:cNvSpPr txBox="1">
            <a:spLocks noGrp="1"/>
          </p:cNvSpPr>
          <p:nvPr>
            <p:ph type="title" idx="7"/>
          </p:nvPr>
        </p:nvSpPr>
        <p:spPr>
          <a:xfrm>
            <a:off x="795250" y="2927350"/>
            <a:ext cx="37491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  <a:latin typeface="Exo SemiBold"/>
                <a:ea typeface="Exo SemiBold"/>
                <a:cs typeface="Exo SemiBold"/>
                <a:sym typeface="Ex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89" name="Google Shape;989;p16"/>
          <p:cNvSpPr/>
          <p:nvPr/>
        </p:nvSpPr>
        <p:spPr>
          <a:xfrm flipH="1">
            <a:off x="-903698" y="-1432975"/>
            <a:ext cx="2111100" cy="2111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16"/>
          <p:cNvSpPr/>
          <p:nvPr/>
        </p:nvSpPr>
        <p:spPr>
          <a:xfrm flipH="1">
            <a:off x="201327" y="774425"/>
            <a:ext cx="192600" cy="19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1" name="Google Shape;991;p16"/>
          <p:cNvSpPr/>
          <p:nvPr/>
        </p:nvSpPr>
        <p:spPr>
          <a:xfrm flipH="1">
            <a:off x="1205002" y="173150"/>
            <a:ext cx="118800" cy="118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2" name="Google Shape;992;p16"/>
          <p:cNvGrpSpPr/>
          <p:nvPr/>
        </p:nvGrpSpPr>
        <p:grpSpPr>
          <a:xfrm>
            <a:off x="21582" y="4219198"/>
            <a:ext cx="552100" cy="760450"/>
            <a:chOff x="1169050" y="238125"/>
            <a:chExt cx="552100" cy="760450"/>
          </a:xfrm>
        </p:grpSpPr>
        <p:sp>
          <p:nvSpPr>
            <p:cNvPr id="993" name="Google Shape;993;p16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6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6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6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6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6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6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6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6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6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6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6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6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6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6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6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9" name="Google Shape;1009;p16"/>
          <p:cNvSpPr/>
          <p:nvPr/>
        </p:nvSpPr>
        <p:spPr>
          <a:xfrm flipH="1">
            <a:off x="8401002" y="0"/>
            <a:ext cx="720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0" name="Google Shape;1010;p16"/>
          <p:cNvGrpSpPr/>
          <p:nvPr/>
        </p:nvGrpSpPr>
        <p:grpSpPr>
          <a:xfrm rot="5400000" flipH="1">
            <a:off x="7993852" y="4227079"/>
            <a:ext cx="1534300" cy="69950"/>
            <a:chOff x="1213675" y="3814125"/>
            <a:chExt cx="1534300" cy="69950"/>
          </a:xfrm>
        </p:grpSpPr>
        <p:sp>
          <p:nvSpPr>
            <p:cNvPr id="1011" name="Google Shape;1011;p16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6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6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17"/>
          <p:cNvSpPr txBox="1">
            <a:spLocks noGrp="1"/>
          </p:cNvSpPr>
          <p:nvPr>
            <p:ph type="title" hasCustomPrompt="1"/>
          </p:nvPr>
        </p:nvSpPr>
        <p:spPr>
          <a:xfrm>
            <a:off x="716741" y="1415075"/>
            <a:ext cx="3786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16" name="Google Shape;1016;p17"/>
          <p:cNvSpPr txBox="1">
            <a:spLocks noGrp="1"/>
          </p:cNvSpPr>
          <p:nvPr>
            <p:ph type="subTitle" idx="1"/>
          </p:nvPr>
        </p:nvSpPr>
        <p:spPr>
          <a:xfrm>
            <a:off x="716741" y="2133603"/>
            <a:ext cx="3786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017" name="Google Shape;1017;p17"/>
          <p:cNvSpPr txBox="1">
            <a:spLocks noGrp="1"/>
          </p:cNvSpPr>
          <p:nvPr>
            <p:ph type="title" idx="2" hasCustomPrompt="1"/>
          </p:nvPr>
        </p:nvSpPr>
        <p:spPr>
          <a:xfrm>
            <a:off x="716741" y="3388778"/>
            <a:ext cx="3786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18" name="Google Shape;1018;p17"/>
          <p:cNvSpPr txBox="1">
            <a:spLocks noGrp="1"/>
          </p:cNvSpPr>
          <p:nvPr>
            <p:ph type="subTitle" idx="3"/>
          </p:nvPr>
        </p:nvSpPr>
        <p:spPr>
          <a:xfrm>
            <a:off x="716741" y="4108254"/>
            <a:ext cx="3786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019" name="Google Shape;1019;p17"/>
          <p:cNvSpPr txBox="1">
            <a:spLocks noGrp="1"/>
          </p:cNvSpPr>
          <p:nvPr>
            <p:ph type="title" idx="4" hasCustomPrompt="1"/>
          </p:nvPr>
        </p:nvSpPr>
        <p:spPr>
          <a:xfrm>
            <a:off x="4640659" y="1415072"/>
            <a:ext cx="3786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20" name="Google Shape;1020;p17"/>
          <p:cNvSpPr txBox="1">
            <a:spLocks noGrp="1"/>
          </p:cNvSpPr>
          <p:nvPr>
            <p:ph type="subTitle" idx="5"/>
          </p:nvPr>
        </p:nvSpPr>
        <p:spPr>
          <a:xfrm>
            <a:off x="4640659" y="2134547"/>
            <a:ext cx="3786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021" name="Google Shape;1021;p17"/>
          <p:cNvSpPr txBox="1">
            <a:spLocks noGrp="1"/>
          </p:cNvSpPr>
          <p:nvPr>
            <p:ph type="title" idx="6" hasCustomPrompt="1"/>
          </p:nvPr>
        </p:nvSpPr>
        <p:spPr>
          <a:xfrm>
            <a:off x="4640659" y="3388777"/>
            <a:ext cx="3786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22" name="Google Shape;1022;p17"/>
          <p:cNvSpPr txBox="1">
            <a:spLocks noGrp="1"/>
          </p:cNvSpPr>
          <p:nvPr>
            <p:ph type="subTitle" idx="7"/>
          </p:nvPr>
        </p:nvSpPr>
        <p:spPr>
          <a:xfrm>
            <a:off x="4640659" y="4108253"/>
            <a:ext cx="3786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023" name="Google Shape;1023;p17"/>
          <p:cNvSpPr/>
          <p:nvPr/>
        </p:nvSpPr>
        <p:spPr>
          <a:xfrm>
            <a:off x="7913600" y="-1432975"/>
            <a:ext cx="2111100" cy="2111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" name="Google Shape;1024;p17"/>
          <p:cNvSpPr/>
          <p:nvPr/>
        </p:nvSpPr>
        <p:spPr>
          <a:xfrm>
            <a:off x="8727075" y="774425"/>
            <a:ext cx="192600" cy="19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17"/>
          <p:cNvSpPr/>
          <p:nvPr/>
        </p:nvSpPr>
        <p:spPr>
          <a:xfrm>
            <a:off x="7797200" y="173150"/>
            <a:ext cx="118800" cy="118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6" name="Google Shape;1026;p17"/>
          <p:cNvGrpSpPr/>
          <p:nvPr/>
        </p:nvGrpSpPr>
        <p:grpSpPr>
          <a:xfrm flipH="1">
            <a:off x="8547321" y="4219198"/>
            <a:ext cx="552100" cy="760450"/>
            <a:chOff x="1169050" y="238125"/>
            <a:chExt cx="552100" cy="760450"/>
          </a:xfrm>
        </p:grpSpPr>
        <p:sp>
          <p:nvSpPr>
            <p:cNvPr id="1027" name="Google Shape;1027;p17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7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7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7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17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17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17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17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17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17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17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17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17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17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17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17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3" name="Google Shape;1043;p17"/>
          <p:cNvSpPr/>
          <p:nvPr/>
        </p:nvSpPr>
        <p:spPr>
          <a:xfrm>
            <a:off x="0" y="0"/>
            <a:ext cx="720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4" name="Google Shape;1044;p17"/>
          <p:cNvGrpSpPr/>
          <p:nvPr/>
        </p:nvGrpSpPr>
        <p:grpSpPr>
          <a:xfrm rot="-5400000">
            <a:off x="-407150" y="4227079"/>
            <a:ext cx="1534300" cy="69950"/>
            <a:chOff x="1213675" y="3814125"/>
            <a:chExt cx="1534300" cy="69950"/>
          </a:xfrm>
        </p:grpSpPr>
        <p:sp>
          <p:nvSpPr>
            <p:cNvPr id="1045" name="Google Shape;1045;p17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17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17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18"/>
          <p:cNvSpPr/>
          <p:nvPr/>
        </p:nvSpPr>
        <p:spPr>
          <a:xfrm flipH="1">
            <a:off x="-15685" y="0"/>
            <a:ext cx="2236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0" name="Google Shape;1050;p18"/>
          <p:cNvSpPr>
            <a:spLocks noGrp="1"/>
          </p:cNvSpPr>
          <p:nvPr>
            <p:ph type="pic" idx="2"/>
          </p:nvPr>
        </p:nvSpPr>
        <p:spPr>
          <a:xfrm>
            <a:off x="-10702" y="696150"/>
            <a:ext cx="4130700" cy="3751200"/>
          </a:xfrm>
          <a:prstGeom prst="rect">
            <a:avLst/>
          </a:prstGeom>
          <a:noFill/>
          <a:ln>
            <a:noFill/>
          </a:ln>
        </p:spPr>
      </p:sp>
      <p:sp>
        <p:nvSpPr>
          <p:cNvPr id="1051" name="Google Shape;1051;p18"/>
          <p:cNvSpPr txBox="1">
            <a:spLocks noGrp="1"/>
          </p:cNvSpPr>
          <p:nvPr>
            <p:ph type="title"/>
          </p:nvPr>
        </p:nvSpPr>
        <p:spPr>
          <a:xfrm>
            <a:off x="4551189" y="576050"/>
            <a:ext cx="38682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71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52" name="Google Shape;1052;p18"/>
          <p:cNvSpPr txBox="1">
            <a:spLocks noGrp="1"/>
          </p:cNvSpPr>
          <p:nvPr>
            <p:ph type="subTitle" idx="1"/>
          </p:nvPr>
        </p:nvSpPr>
        <p:spPr>
          <a:xfrm>
            <a:off x="4548375" y="1674598"/>
            <a:ext cx="38709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3" name="Google Shape;1053;p18"/>
          <p:cNvSpPr txBox="1"/>
          <p:nvPr/>
        </p:nvSpPr>
        <p:spPr>
          <a:xfrm>
            <a:off x="4724475" y="3577775"/>
            <a:ext cx="3694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Gothic A1"/>
                <a:ea typeface="Gothic A1"/>
                <a:cs typeface="Gothic A1"/>
                <a:sym typeface="Gothic A1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Gothic A1"/>
                <a:ea typeface="Gothic A1"/>
                <a:cs typeface="Gothic A1"/>
                <a:sym typeface="Gothic A1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,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Gothic A1"/>
                <a:ea typeface="Gothic A1"/>
                <a:cs typeface="Gothic A1"/>
                <a:sym typeface="Gothic A1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054" name="Google Shape;1054;p18"/>
          <p:cNvSpPr/>
          <p:nvPr/>
        </p:nvSpPr>
        <p:spPr>
          <a:xfrm flipH="1">
            <a:off x="8092026" y="-1229625"/>
            <a:ext cx="2111100" cy="2111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p18"/>
          <p:cNvSpPr/>
          <p:nvPr/>
        </p:nvSpPr>
        <p:spPr>
          <a:xfrm flipH="1">
            <a:off x="7848676" y="207200"/>
            <a:ext cx="192600" cy="19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6" name="Google Shape;1056;p18"/>
          <p:cNvGrpSpPr/>
          <p:nvPr/>
        </p:nvGrpSpPr>
        <p:grpSpPr>
          <a:xfrm flipH="1">
            <a:off x="2367076" y="213729"/>
            <a:ext cx="1534300" cy="69950"/>
            <a:chOff x="1213675" y="3814125"/>
            <a:chExt cx="1534300" cy="69950"/>
          </a:xfrm>
        </p:grpSpPr>
        <p:sp>
          <p:nvSpPr>
            <p:cNvPr id="1057" name="Google Shape;1057;p18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18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8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0" name="Google Shape;1060;p18"/>
          <p:cNvGrpSpPr/>
          <p:nvPr/>
        </p:nvGrpSpPr>
        <p:grpSpPr>
          <a:xfrm>
            <a:off x="8480806" y="4216148"/>
            <a:ext cx="552100" cy="760450"/>
            <a:chOff x="1169050" y="238125"/>
            <a:chExt cx="552100" cy="760450"/>
          </a:xfrm>
        </p:grpSpPr>
        <p:sp>
          <p:nvSpPr>
            <p:cNvPr id="1061" name="Google Shape;1061;p18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8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18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8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8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8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8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8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8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8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8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8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8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8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8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8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7" name="Google Shape;1077;p18"/>
          <p:cNvGrpSpPr/>
          <p:nvPr/>
        </p:nvGrpSpPr>
        <p:grpSpPr>
          <a:xfrm flipH="1">
            <a:off x="228401" y="511350"/>
            <a:ext cx="552100" cy="760450"/>
            <a:chOff x="1169050" y="238125"/>
            <a:chExt cx="552100" cy="760450"/>
          </a:xfrm>
        </p:grpSpPr>
        <p:sp>
          <p:nvSpPr>
            <p:cNvPr id="1078" name="Google Shape;1078;p18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8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8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8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8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8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8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8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8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8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8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8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8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8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8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8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19"/>
          <p:cNvSpPr/>
          <p:nvPr/>
        </p:nvSpPr>
        <p:spPr>
          <a:xfrm>
            <a:off x="7913600" y="-1432975"/>
            <a:ext cx="2111100" cy="2111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19"/>
          <p:cNvSpPr/>
          <p:nvPr/>
        </p:nvSpPr>
        <p:spPr>
          <a:xfrm>
            <a:off x="8727075" y="774425"/>
            <a:ext cx="192600" cy="19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p19"/>
          <p:cNvSpPr/>
          <p:nvPr/>
        </p:nvSpPr>
        <p:spPr>
          <a:xfrm>
            <a:off x="7797200" y="173150"/>
            <a:ext cx="118800" cy="118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98" name="Google Shape;1098;p19"/>
          <p:cNvGrpSpPr/>
          <p:nvPr/>
        </p:nvGrpSpPr>
        <p:grpSpPr>
          <a:xfrm flipH="1">
            <a:off x="8547321" y="4219198"/>
            <a:ext cx="552100" cy="760450"/>
            <a:chOff x="1169050" y="238125"/>
            <a:chExt cx="552100" cy="760450"/>
          </a:xfrm>
        </p:grpSpPr>
        <p:sp>
          <p:nvSpPr>
            <p:cNvPr id="1099" name="Google Shape;1099;p19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9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9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9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19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19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19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19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19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9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9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9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9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9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19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19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5" name="Google Shape;1115;p19"/>
          <p:cNvSpPr/>
          <p:nvPr/>
        </p:nvSpPr>
        <p:spPr>
          <a:xfrm>
            <a:off x="0" y="0"/>
            <a:ext cx="720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6" name="Google Shape;1116;p19"/>
          <p:cNvGrpSpPr/>
          <p:nvPr/>
        </p:nvGrpSpPr>
        <p:grpSpPr>
          <a:xfrm rot="-5400000">
            <a:off x="-407150" y="4227079"/>
            <a:ext cx="1534300" cy="69950"/>
            <a:chOff x="1213675" y="3814125"/>
            <a:chExt cx="1534300" cy="69950"/>
          </a:xfrm>
        </p:grpSpPr>
        <p:sp>
          <p:nvSpPr>
            <p:cNvPr id="1117" name="Google Shape;1117;p19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19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19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20"/>
          <p:cNvSpPr/>
          <p:nvPr/>
        </p:nvSpPr>
        <p:spPr>
          <a:xfrm>
            <a:off x="0" y="0"/>
            <a:ext cx="2236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2" name="Google Shape;112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45547" y="-2144471"/>
            <a:ext cx="4609976" cy="26839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3" name="Google Shape;1123;p20"/>
          <p:cNvGrpSpPr/>
          <p:nvPr/>
        </p:nvGrpSpPr>
        <p:grpSpPr>
          <a:xfrm>
            <a:off x="7408850" y="245829"/>
            <a:ext cx="1534300" cy="69950"/>
            <a:chOff x="1213675" y="3814125"/>
            <a:chExt cx="1534300" cy="69950"/>
          </a:xfrm>
        </p:grpSpPr>
        <p:sp>
          <p:nvSpPr>
            <p:cNvPr id="1124" name="Google Shape;1124;p20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20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20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7" name="Google Shape;1127;p20"/>
          <p:cNvSpPr/>
          <p:nvPr/>
        </p:nvSpPr>
        <p:spPr>
          <a:xfrm>
            <a:off x="8299000" y="4060050"/>
            <a:ext cx="2111100" cy="2111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8" name="Google Shape;1128;p20"/>
          <p:cNvSpPr/>
          <p:nvPr/>
        </p:nvSpPr>
        <p:spPr>
          <a:xfrm>
            <a:off x="7999325" y="4787750"/>
            <a:ext cx="192600" cy="19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9" name="Google Shape;1129;p20"/>
          <p:cNvSpPr/>
          <p:nvPr/>
        </p:nvSpPr>
        <p:spPr>
          <a:xfrm>
            <a:off x="8750550" y="3867450"/>
            <a:ext cx="192600" cy="192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23"/>
          <p:cNvSpPr txBox="1">
            <a:spLocks noGrp="1"/>
          </p:cNvSpPr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7750" y="365760"/>
            <a:ext cx="7708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Black"/>
              <a:buNone/>
              <a:defRPr sz="3000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92700" y="1351875"/>
            <a:ext cx="7711800" cy="3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"/>
              <a:buChar char="●"/>
              <a:defRPr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"/>
              <a:buChar char="○"/>
              <a:defRPr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"/>
              <a:buChar char="■"/>
              <a:defRPr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"/>
              <a:buChar char="●"/>
              <a:defRPr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"/>
              <a:buChar char="○"/>
              <a:defRPr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"/>
              <a:buChar char="■"/>
              <a:defRPr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"/>
              <a:buChar char="●"/>
              <a:defRPr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"/>
              <a:buChar char="○"/>
              <a:defRPr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"/>
              <a:buChar char="■"/>
              <a:defRPr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21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132" name="Google Shape;1132;p21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toryset.com/pana?utm_source=slidesgo_template&amp;utm_medium=referral-link&amp;utm_campaign=slidesgo_final_slides&amp;utm_term=pana&amp;utm_content=storyset" TargetMode="External"/><Relationship Id="rId7" Type="http://schemas.openxmlformats.org/officeDocument/2006/relationships/hyperlink" Target="https://storyset.com/cuate?utm_source=slidesgo_template&amp;utm_medium=referral-link&amp;utm_campaign=slidesgo_final_slides&amp;utm_term=cuate&amp;utm_content=storyse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6" Type="http://schemas.openxmlformats.org/officeDocument/2006/relationships/hyperlink" Target="https://storyset.com/rafiki?utm_source=slidesgo_template&amp;utm_medium=referral-link&amp;utm_campaign=slidesgo_final_slides&amp;utm_term=rafiki&amp;utm_content=storyset" TargetMode="External"/><Relationship Id="rId5" Type="http://schemas.openxmlformats.org/officeDocument/2006/relationships/hyperlink" Target="https://storyset.com/bro?utm_source=slidesgo_template&amp;utm_medium=referral-link&amp;utm_campaign=slidesgo_final_slides&amp;utm_term=bro&amp;utm_content=storyset" TargetMode="External"/><Relationship Id="rId4" Type="http://schemas.openxmlformats.org/officeDocument/2006/relationships/hyperlink" Target="https://storyset.com/amico?utm_source=slidesgo_template&amp;utm_medium=referral-link&amp;utm_campaign=slidesgo_final_slides&amp;utm_term=amico&amp;utm_content=storyse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4"/>
          <p:cNvSpPr txBox="1"/>
          <p:nvPr/>
        </p:nvSpPr>
        <p:spPr>
          <a:xfrm>
            <a:off x="881850" y="158750"/>
            <a:ext cx="7912800" cy="19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 dirty="0">
                <a:solidFill>
                  <a:srgbClr val="FFFF00"/>
                </a:solidFill>
                <a:latin typeface="Algerian" panose="04020705040A02060702" pitchFamily="82" charset="0"/>
                <a:ea typeface="Times New Roman"/>
                <a:cs typeface="Times New Roman"/>
                <a:sym typeface="Times New Roman"/>
              </a:rPr>
              <a:t>WELCOME TO THE  </a:t>
            </a:r>
            <a:endParaRPr sz="6400" dirty="0">
              <a:solidFill>
                <a:schemeClr val="lt1"/>
              </a:solidFill>
              <a:latin typeface="Algerian" panose="04020705040A02060702" pitchFamily="82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1" name="Google Shape;1141;p24"/>
          <p:cNvSpPr txBox="1">
            <a:spLocks noGrp="1"/>
          </p:cNvSpPr>
          <p:nvPr>
            <p:ph type="title"/>
          </p:nvPr>
        </p:nvSpPr>
        <p:spPr>
          <a:xfrm>
            <a:off x="474925" y="2414925"/>
            <a:ext cx="7697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endParaRPr sz="3200" b="1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2" name="Google Shape;1142;p24">
            <a:hlinkClick r:id="rId3"/>
          </p:cNvPr>
          <p:cNvSpPr txBox="1"/>
          <p:nvPr/>
        </p:nvSpPr>
        <p:spPr>
          <a:xfrm>
            <a:off x="881858" y="3943733"/>
            <a:ext cx="12057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2"/>
              </a:solidFill>
            </a:endParaRPr>
          </a:p>
        </p:txBody>
      </p:sp>
      <p:sp>
        <p:nvSpPr>
          <p:cNvPr id="1143" name="Google Shape;1143;p24">
            <a:hlinkClick r:id="rId4"/>
          </p:cNvPr>
          <p:cNvSpPr txBox="1"/>
          <p:nvPr/>
        </p:nvSpPr>
        <p:spPr>
          <a:xfrm>
            <a:off x="2203385" y="3413758"/>
            <a:ext cx="12057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2"/>
              </a:solidFill>
            </a:endParaRPr>
          </a:p>
        </p:txBody>
      </p:sp>
      <p:sp>
        <p:nvSpPr>
          <p:cNvPr id="1144" name="Google Shape;1144;p24">
            <a:hlinkClick r:id="rId5"/>
          </p:cNvPr>
          <p:cNvSpPr txBox="1"/>
          <p:nvPr/>
        </p:nvSpPr>
        <p:spPr>
          <a:xfrm>
            <a:off x="3924087" y="3943733"/>
            <a:ext cx="12057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2"/>
              </a:solidFill>
            </a:endParaRPr>
          </a:p>
        </p:txBody>
      </p:sp>
      <p:sp>
        <p:nvSpPr>
          <p:cNvPr id="1145" name="Google Shape;1145;p24">
            <a:hlinkClick r:id="rId6"/>
          </p:cNvPr>
          <p:cNvSpPr txBox="1"/>
          <p:nvPr/>
        </p:nvSpPr>
        <p:spPr>
          <a:xfrm>
            <a:off x="5445202" y="3943733"/>
            <a:ext cx="12057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2"/>
              </a:solidFill>
            </a:endParaRPr>
          </a:p>
        </p:txBody>
      </p:sp>
      <p:sp>
        <p:nvSpPr>
          <p:cNvPr id="1146" name="Google Shape;1146;p24">
            <a:hlinkClick r:id="rId7"/>
          </p:cNvPr>
          <p:cNvSpPr txBox="1"/>
          <p:nvPr/>
        </p:nvSpPr>
        <p:spPr>
          <a:xfrm>
            <a:off x="6966317" y="3943733"/>
            <a:ext cx="12057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2"/>
              </a:solidFill>
            </a:endParaRPr>
          </a:p>
        </p:txBody>
      </p:sp>
      <p:sp>
        <p:nvSpPr>
          <p:cNvPr id="1147" name="Google Shape;1147;p24"/>
          <p:cNvSpPr txBox="1"/>
          <p:nvPr/>
        </p:nvSpPr>
        <p:spPr>
          <a:xfrm>
            <a:off x="744775" y="3073150"/>
            <a:ext cx="7157400" cy="13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AutoNum type="arabicPeriod"/>
            </a:pPr>
            <a:r>
              <a:rPr lang="en" sz="2400" b="1">
                <a:solidFill>
                  <a:schemeClr val="lt1"/>
                </a:solidFill>
              </a:rPr>
              <a:t>Md Shazzad Hossain Jiku  (011221073)</a:t>
            </a:r>
            <a:endParaRPr sz="2400" b="1">
              <a:solidFill>
                <a:schemeClr val="lt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AutoNum type="arabicPeriod"/>
            </a:pPr>
            <a:r>
              <a:rPr lang="en" sz="2400" b="1">
                <a:solidFill>
                  <a:schemeClr val="lt1"/>
                </a:solidFill>
              </a:rPr>
              <a:t>Ananna Saha  (011221117)</a:t>
            </a:r>
            <a:endParaRPr sz="2400" b="1">
              <a:solidFill>
                <a:schemeClr val="lt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AutoNum type="arabicPeriod"/>
            </a:pPr>
            <a:r>
              <a:rPr lang="en" sz="2400" b="1">
                <a:solidFill>
                  <a:schemeClr val="lt1"/>
                </a:solidFill>
              </a:rPr>
              <a:t>Md. Ammar Hossain  (011221601)</a:t>
            </a:r>
            <a:endParaRPr sz="24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35D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48" name="Google Shape;1148;p24"/>
          <p:cNvSpPr txBox="1"/>
          <p:nvPr/>
        </p:nvSpPr>
        <p:spPr>
          <a:xfrm>
            <a:off x="1389017" y="1258708"/>
            <a:ext cx="6365966" cy="9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rgbClr val="FFFF00"/>
                </a:solidFill>
                <a:latin typeface="Algerian" panose="04020705040A02060702" pitchFamily="82" charset="0"/>
                <a:ea typeface="Times New Roman"/>
                <a:cs typeface="Times New Roman"/>
                <a:sym typeface="Times New Roman"/>
              </a:rPr>
              <a:t>PRESENTATION</a:t>
            </a:r>
            <a:endParaRPr sz="6000" dirty="0">
              <a:solidFill>
                <a:srgbClr val="FFFF00"/>
              </a:solidFill>
              <a:latin typeface="Algerian" panose="04020705040A02060702" pitchFamily="82" charset="0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randomBar dir="vert"/>
      </p:transition>
    </mc:Choice>
    <mc:Fallback xmlns="">
      <p:transition spd="slow">
        <p:randomBar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25"/>
          <p:cNvSpPr txBox="1"/>
          <p:nvPr/>
        </p:nvSpPr>
        <p:spPr>
          <a:xfrm>
            <a:off x="2236100" y="398450"/>
            <a:ext cx="4122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</a:t>
            </a:r>
            <a:endParaRPr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4" name="Google Shape;1154;p25"/>
          <p:cNvSpPr txBox="1"/>
          <p:nvPr/>
        </p:nvSpPr>
        <p:spPr>
          <a:xfrm>
            <a:off x="327550" y="398450"/>
            <a:ext cx="87801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rgbClr val="FFFF00"/>
                </a:solidFill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Topic: UIU Job Fair Management System</a:t>
            </a:r>
            <a:endParaRPr sz="3600" b="1" dirty="0">
              <a:solidFill>
                <a:srgbClr val="FFFF00"/>
              </a:solidFill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5" name="Google Shape;11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00" y="1315350"/>
            <a:ext cx="7112126" cy="352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:wheel spokes="1"/>
      </p:transition>
    </mc:Choice>
    <mc:Fallback xmlns="">
      <p:transition spd="slow">
        <p:wheel spokes="1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26"/>
          <p:cNvSpPr txBox="1"/>
          <p:nvPr/>
        </p:nvSpPr>
        <p:spPr>
          <a:xfrm>
            <a:off x="2679175" y="176100"/>
            <a:ext cx="49794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u="sng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600" b="1" u="sng" dirty="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61" name="Google Shape;116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6900" y="1043225"/>
            <a:ext cx="6313700" cy="384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27"/>
          <p:cNvSpPr txBox="1"/>
          <p:nvPr/>
        </p:nvSpPr>
        <p:spPr>
          <a:xfrm>
            <a:off x="1813912" y="118574"/>
            <a:ext cx="59829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u="sng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600" b="1" u="sng" dirty="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7" name="Google Shape;1167;p27"/>
          <p:cNvSpPr txBox="1"/>
          <p:nvPr/>
        </p:nvSpPr>
        <p:spPr>
          <a:xfrm>
            <a:off x="3065925" y="872775"/>
            <a:ext cx="4979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5D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68" name="Google Shape;116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79175"/>
            <a:ext cx="4434975" cy="301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9" name="Google Shape;116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2550" y="1379175"/>
            <a:ext cx="4286299" cy="3011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27"/>
          <p:cNvSpPr txBox="1"/>
          <p:nvPr/>
        </p:nvSpPr>
        <p:spPr>
          <a:xfrm>
            <a:off x="515775" y="4438675"/>
            <a:ext cx="328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EFEF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Job Seeker</a:t>
            </a:r>
            <a:endParaRPr sz="2400">
              <a:solidFill>
                <a:srgbClr val="EFEFE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1" name="Google Shape;1171;p27"/>
          <p:cNvSpPr txBox="1"/>
          <p:nvPr/>
        </p:nvSpPr>
        <p:spPr>
          <a:xfrm>
            <a:off x="6152025" y="4390575"/>
            <a:ext cx="3227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Stakeholder</a:t>
            </a:r>
            <a:endParaRPr sz="2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push dir="u"/>
      </p:transition>
    </mc:Choice>
    <mc:Fallback xmlns="">
      <p:transition spd="slow"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28"/>
          <p:cNvSpPr txBox="1"/>
          <p:nvPr/>
        </p:nvSpPr>
        <p:spPr>
          <a:xfrm>
            <a:off x="2016450" y="116550"/>
            <a:ext cx="58041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u="sng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AIM AND OBJECTIVE</a:t>
            </a:r>
            <a:endParaRPr sz="3600" b="1" u="sng" dirty="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77" name="Google Shape;117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350" y="1163050"/>
            <a:ext cx="8471977" cy="3750249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28"/>
          <p:cNvSpPr txBox="1"/>
          <p:nvPr/>
        </p:nvSpPr>
        <p:spPr>
          <a:xfrm>
            <a:off x="2841175" y="1026100"/>
            <a:ext cx="4979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5D74"/>
              </a:solidFill>
              <a:highlight>
                <a:srgbClr val="F2F2F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79" name="Google Shape;1179;p28"/>
          <p:cNvSpPr txBox="1"/>
          <p:nvPr/>
        </p:nvSpPr>
        <p:spPr>
          <a:xfrm>
            <a:off x="436275" y="3934200"/>
            <a:ext cx="53748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* Find job early</a:t>
            </a:r>
            <a:endParaRPr sz="16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* Hire employee without hassle</a:t>
            </a:r>
            <a:endParaRPr sz="16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9"/>
          <p:cNvSpPr txBox="1"/>
          <p:nvPr/>
        </p:nvSpPr>
        <p:spPr>
          <a:xfrm>
            <a:off x="1751975" y="256450"/>
            <a:ext cx="61980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u="sng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 Analysis</a:t>
            </a:r>
            <a:endParaRPr sz="3600" b="1" u="sng" dirty="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5" name="Google Shape;118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350" y="1156625"/>
            <a:ext cx="2930825" cy="96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6" name="Google Shape;118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4425" y="1156625"/>
            <a:ext cx="2812575" cy="96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7" name="Google Shape;118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7250" y="1156625"/>
            <a:ext cx="2723324" cy="9608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88" name="Google Shape;1188;p29"/>
          <p:cNvGraphicFramePr/>
          <p:nvPr>
            <p:extLst>
              <p:ext uri="{D42A27DB-BD31-4B8C-83A1-F6EECF244321}">
                <p14:modId xmlns:p14="http://schemas.microsoft.com/office/powerpoint/2010/main" val="4135748744"/>
              </p:ext>
            </p:extLst>
          </p:nvPr>
        </p:nvGraphicFramePr>
        <p:xfrm>
          <a:off x="875654" y="2575075"/>
          <a:ext cx="7261496" cy="2102970"/>
        </p:xfrm>
        <a:graphic>
          <a:graphicData uri="http://schemas.openxmlformats.org/drawingml/2006/table">
            <a:tbl>
              <a:tblPr>
                <a:noFill/>
                <a:tableStyleId>{57D68F31-05C7-4F2E-92E1-0719CCC19460}</a:tableStyleId>
              </a:tblPr>
              <a:tblGrid>
                <a:gridCol w="1832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6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sz="18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Linkedin</a:t>
                      </a:r>
                      <a:endParaRPr sz="18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bdjobs</a:t>
                      </a:r>
                      <a:endParaRPr sz="18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System</a:t>
                      </a:r>
                      <a:endParaRPr sz="18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2F2F2"/>
                          </a:solidFill>
                        </a:rPr>
                        <a:t>Login</a:t>
                      </a:r>
                      <a:endParaRPr>
                        <a:solidFill>
                          <a:srgbClr val="F2F2F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✓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✓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✓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Offline Availability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✓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Instant Interview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✓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2F2F2"/>
                          </a:solidFill>
                        </a:rPr>
                        <a:t>Cost</a:t>
                      </a:r>
                      <a:endParaRPr>
                        <a:solidFill>
                          <a:srgbClr val="F2F2F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</a:rPr>
                        <a:t>✓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❌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30"/>
          <p:cNvSpPr txBox="1"/>
          <p:nvPr/>
        </p:nvSpPr>
        <p:spPr>
          <a:xfrm>
            <a:off x="2647125" y="84785"/>
            <a:ext cx="45672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u="sng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</a:t>
            </a:r>
            <a:endParaRPr sz="3600" b="1" u="sng" dirty="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4" name="Google Shape;1194;p30"/>
          <p:cNvSpPr txBox="1"/>
          <p:nvPr/>
        </p:nvSpPr>
        <p:spPr>
          <a:xfrm>
            <a:off x="636825" y="1267875"/>
            <a:ext cx="40206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F2F2"/>
                </a:solidFill>
                <a:latin typeface="Proxima Nova"/>
                <a:ea typeface="Proxima Nova"/>
                <a:cs typeface="Proxima Nova"/>
                <a:sym typeface="Proxima Nova"/>
              </a:rPr>
              <a:t>1.  Login</a:t>
            </a:r>
            <a:endParaRPr sz="1800">
              <a:solidFill>
                <a:srgbClr val="F2F2F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F2F2"/>
                </a:solidFill>
                <a:latin typeface="Proxima Nova"/>
                <a:ea typeface="Proxima Nova"/>
                <a:cs typeface="Proxima Nova"/>
                <a:sym typeface="Proxima Nova"/>
              </a:rPr>
              <a:t>2. Dashboard</a:t>
            </a:r>
            <a:endParaRPr sz="1800">
              <a:solidFill>
                <a:srgbClr val="F2F2F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F2F2"/>
                </a:solidFill>
                <a:latin typeface="Proxima Nova"/>
                <a:ea typeface="Proxima Nova"/>
                <a:cs typeface="Proxima Nova"/>
                <a:sym typeface="Proxima Nova"/>
              </a:rPr>
              <a:t>3. User Profile</a:t>
            </a:r>
            <a:endParaRPr sz="1800">
              <a:solidFill>
                <a:srgbClr val="F2F2F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F2F2"/>
                </a:solidFill>
                <a:latin typeface="Proxima Nova"/>
                <a:ea typeface="Proxima Nova"/>
                <a:cs typeface="Proxima Nova"/>
                <a:sym typeface="Proxima Nova"/>
              </a:rPr>
              <a:t>4. Search</a:t>
            </a:r>
            <a:endParaRPr sz="1800">
              <a:solidFill>
                <a:srgbClr val="F2F2F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F2F2"/>
                </a:solidFill>
                <a:latin typeface="Proxima Nova"/>
                <a:ea typeface="Proxima Nova"/>
                <a:cs typeface="Proxima Nova"/>
                <a:sym typeface="Proxima Nova"/>
              </a:rPr>
              <a:t>5. Job</a:t>
            </a:r>
            <a:endParaRPr sz="1800">
              <a:solidFill>
                <a:srgbClr val="F2F2F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F2F2"/>
                </a:solidFill>
                <a:latin typeface="Proxima Nova"/>
                <a:ea typeface="Proxima Nova"/>
                <a:cs typeface="Proxima Nova"/>
                <a:sym typeface="Proxima Nova"/>
              </a:rPr>
              <a:t>6. Post</a:t>
            </a:r>
            <a:endParaRPr sz="1800">
              <a:solidFill>
                <a:srgbClr val="F2F2F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F2F2"/>
                </a:solidFill>
                <a:latin typeface="Proxima Nova"/>
                <a:ea typeface="Proxima Nova"/>
                <a:cs typeface="Proxima Nova"/>
                <a:sym typeface="Proxima Nova"/>
              </a:rPr>
              <a:t>7. Friend</a:t>
            </a:r>
            <a:endParaRPr sz="1800">
              <a:solidFill>
                <a:srgbClr val="F2F2F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F2F2"/>
                </a:solidFill>
                <a:latin typeface="Proxima Nova"/>
                <a:ea typeface="Proxima Nova"/>
                <a:cs typeface="Proxima Nova"/>
                <a:sym typeface="Proxima Nova"/>
              </a:rPr>
              <a:t>8. Group</a:t>
            </a:r>
            <a:endParaRPr sz="1800">
              <a:solidFill>
                <a:srgbClr val="F2F2F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F2F2"/>
                </a:solidFill>
                <a:latin typeface="Proxima Nova"/>
                <a:ea typeface="Proxima Nova"/>
                <a:cs typeface="Proxima Nova"/>
                <a:sym typeface="Proxima Nova"/>
              </a:rPr>
              <a:t>9. Notifications</a:t>
            </a:r>
            <a:endParaRPr sz="1800">
              <a:solidFill>
                <a:srgbClr val="F2F2F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2F2F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95" name="Google Shape;1195;p30"/>
          <p:cNvSpPr txBox="1"/>
          <p:nvPr/>
        </p:nvSpPr>
        <p:spPr>
          <a:xfrm>
            <a:off x="5071400" y="1286550"/>
            <a:ext cx="3838800" cy="28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F2F2"/>
                </a:solidFill>
                <a:latin typeface="Proxima Nova"/>
                <a:ea typeface="Proxima Nova"/>
                <a:cs typeface="Proxima Nova"/>
                <a:sym typeface="Proxima Nova"/>
              </a:rPr>
              <a:t>10. Alumni Network</a:t>
            </a:r>
            <a:endParaRPr sz="1800">
              <a:solidFill>
                <a:srgbClr val="F2F2F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F2F2"/>
                </a:solidFill>
                <a:latin typeface="Proxima Nova"/>
                <a:ea typeface="Proxima Nova"/>
                <a:cs typeface="Proxima Nova"/>
                <a:sym typeface="Proxima Nova"/>
              </a:rPr>
              <a:t>11. Company Profile</a:t>
            </a:r>
            <a:endParaRPr sz="1800">
              <a:solidFill>
                <a:srgbClr val="F2F2F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F2F2"/>
                </a:solidFill>
                <a:latin typeface="Proxima Nova"/>
                <a:ea typeface="Proxima Nova"/>
                <a:cs typeface="Proxima Nova"/>
                <a:sym typeface="Proxima Nova"/>
              </a:rPr>
              <a:t>12. Top Job</a:t>
            </a:r>
            <a:endParaRPr sz="1800">
              <a:solidFill>
                <a:srgbClr val="F2F2F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F2F2"/>
                </a:solidFill>
                <a:latin typeface="Proxima Nova"/>
                <a:ea typeface="Proxima Nova"/>
                <a:cs typeface="Proxima Nova"/>
                <a:sym typeface="Proxima Nova"/>
              </a:rPr>
              <a:t>13. Booth Registration</a:t>
            </a:r>
            <a:endParaRPr sz="1800">
              <a:solidFill>
                <a:srgbClr val="F2F2F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F2F2"/>
                </a:solidFill>
                <a:latin typeface="Proxima Nova"/>
                <a:ea typeface="Proxima Nova"/>
                <a:cs typeface="Proxima Nova"/>
                <a:sym typeface="Proxima Nova"/>
              </a:rPr>
              <a:t>14. Event Management</a:t>
            </a:r>
            <a:endParaRPr sz="1800">
              <a:solidFill>
                <a:srgbClr val="F2F2F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F2F2"/>
                </a:solidFill>
                <a:latin typeface="Proxima Nova"/>
                <a:ea typeface="Proxima Nova"/>
                <a:cs typeface="Proxima Nova"/>
                <a:sym typeface="Proxima Nova"/>
              </a:rPr>
              <a:t>15. Messaging</a:t>
            </a:r>
            <a:endParaRPr sz="1800">
              <a:solidFill>
                <a:srgbClr val="F2F2F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F2F2"/>
                </a:solidFill>
                <a:latin typeface="Proxima Nova"/>
                <a:ea typeface="Proxima Nova"/>
                <a:cs typeface="Proxima Nova"/>
                <a:sym typeface="Proxima Nova"/>
              </a:rPr>
              <a:t>16. About us</a:t>
            </a:r>
            <a:endParaRPr sz="1800">
              <a:solidFill>
                <a:srgbClr val="F2F2F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F2F2"/>
                </a:solidFill>
                <a:latin typeface="Proxima Nova"/>
                <a:ea typeface="Proxima Nova"/>
                <a:cs typeface="Proxima Nova"/>
                <a:sym typeface="Proxima Nova"/>
              </a:rPr>
              <a:t>17. Help and Support</a:t>
            </a:r>
            <a:endParaRPr sz="1800">
              <a:solidFill>
                <a:srgbClr val="F2F2F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F2F2"/>
                </a:solidFill>
                <a:latin typeface="Proxima Nova"/>
                <a:ea typeface="Proxima Nova"/>
                <a:cs typeface="Proxima Nova"/>
                <a:sym typeface="Proxima Nova"/>
              </a:rPr>
              <a:t>18. Feedback and Rating</a:t>
            </a:r>
            <a:endParaRPr sz="1800">
              <a:solidFill>
                <a:srgbClr val="F2F2F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5D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:blinds dir="vert"/>
      </p:transition>
    </mc:Choice>
    <mc:Fallback xmlns=""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31"/>
          <p:cNvSpPr txBox="1"/>
          <p:nvPr/>
        </p:nvSpPr>
        <p:spPr>
          <a:xfrm>
            <a:off x="1751950" y="541725"/>
            <a:ext cx="4979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5D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01" name="Google Shape;1201;p31"/>
          <p:cNvSpPr txBox="1"/>
          <p:nvPr/>
        </p:nvSpPr>
        <p:spPr>
          <a:xfrm>
            <a:off x="2979450" y="0"/>
            <a:ext cx="49794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u="sng" dirty="0">
                <a:solidFill>
                  <a:srgbClr val="FFFF00"/>
                </a:solidFill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FLOW CHART</a:t>
            </a:r>
            <a:endParaRPr sz="3600" b="1" u="sng" dirty="0">
              <a:solidFill>
                <a:srgbClr val="FFFF00"/>
              </a:solidFill>
              <a:latin typeface="Times New Roman" panose="02020603050405020304" pitchFamily="18" charset="0"/>
              <a:ea typeface="Proxima Nova"/>
              <a:cs typeface="Times New Roman" panose="02020603050405020304" pitchFamily="18" charset="0"/>
              <a:sym typeface="Proxima Nova"/>
            </a:endParaRPr>
          </a:p>
        </p:txBody>
      </p:sp>
      <p:sp>
        <p:nvSpPr>
          <p:cNvPr id="1202" name="Google Shape;1202;p31"/>
          <p:cNvSpPr txBox="1"/>
          <p:nvPr/>
        </p:nvSpPr>
        <p:spPr>
          <a:xfrm>
            <a:off x="235425" y="1079925"/>
            <a:ext cx="4022700" cy="3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Log in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</a:t>
            </a:r>
            <a:r>
              <a:rPr lang="en" sz="1600" b="1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↓</a:t>
            </a:r>
            <a:endParaRPr sz="1600" b="1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Dashboard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</a:t>
            </a:r>
            <a:r>
              <a:rPr lang="en" sz="1600" b="1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↓</a:t>
            </a:r>
            <a:endParaRPr sz="1600" b="1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Post / Profile / Job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r>
              <a:rPr lang="en" sz="1600" b="1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↓</a:t>
            </a:r>
            <a:endParaRPr sz="1600" b="1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Search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 sz="1600" b="1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                ↓</a:t>
            </a:r>
            <a:endParaRPr sz="1600" b="1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Company Profile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</a:t>
            </a:r>
            <a:r>
              <a:rPr lang="en" sz="1600" b="1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↓</a:t>
            </a:r>
            <a:endParaRPr sz="1600" b="1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Apply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                  ↓</a:t>
            </a:r>
            <a:endParaRPr sz="1600" b="1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Submit CV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                 ↓</a:t>
            </a:r>
            <a:endParaRPr sz="1600" b="1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Exit  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03" name="Google Shape;1203;p31"/>
          <p:cNvGraphicFramePr/>
          <p:nvPr/>
        </p:nvGraphicFramePr>
        <p:xfrm>
          <a:off x="235425" y="1049213"/>
          <a:ext cx="2983450" cy="3864000"/>
        </p:xfrm>
        <a:graphic>
          <a:graphicData uri="http://schemas.openxmlformats.org/drawingml/2006/table">
            <a:tbl>
              <a:tblPr>
                <a:noFill/>
                <a:tableStyleId>{57D68F31-05C7-4F2E-92E1-0719CCC19460}</a:tableStyleId>
              </a:tblPr>
              <a:tblGrid>
                <a:gridCol w="2983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64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04" name="Google Shape;1204;p31"/>
          <p:cNvSpPr txBox="1"/>
          <p:nvPr/>
        </p:nvSpPr>
        <p:spPr>
          <a:xfrm>
            <a:off x="384400" y="541725"/>
            <a:ext cx="33933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u="sng">
                <a:solidFill>
                  <a:srgbClr val="00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Candidate:</a:t>
            </a:r>
            <a:endParaRPr sz="2400" b="1" u="sng">
              <a:solidFill>
                <a:srgbClr val="00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05" name="Google Shape;1205;p31"/>
          <p:cNvGraphicFramePr/>
          <p:nvPr/>
        </p:nvGraphicFramePr>
        <p:xfrm>
          <a:off x="5434625" y="1079925"/>
          <a:ext cx="2983450" cy="3802575"/>
        </p:xfrm>
        <a:graphic>
          <a:graphicData uri="http://schemas.openxmlformats.org/drawingml/2006/table">
            <a:tbl>
              <a:tblPr>
                <a:noFill/>
                <a:tableStyleId>{57D68F31-05C7-4F2E-92E1-0719CCC19460}</a:tableStyleId>
              </a:tblPr>
              <a:tblGrid>
                <a:gridCol w="2983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2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Log in</a:t>
                      </a:r>
                      <a:endParaRPr sz="16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</a:t>
                      </a:r>
                      <a:r>
                        <a:rPr lang="en" sz="1600" b="1">
                          <a:solidFill>
                            <a:schemeClr val="lt1"/>
                          </a:solidFill>
                          <a:latin typeface="Impact"/>
                          <a:ea typeface="Impact"/>
                          <a:cs typeface="Impact"/>
                          <a:sym typeface="Impact"/>
                        </a:rPr>
                        <a:t>↓</a:t>
                      </a:r>
                      <a:endParaRPr sz="1600" b="1">
                        <a:solidFill>
                          <a:schemeClr val="lt1"/>
                        </a:solidFill>
                        <a:latin typeface="Impact"/>
                        <a:ea typeface="Impact"/>
                        <a:cs typeface="Impact"/>
                        <a:sym typeface="Impac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Dashboard</a:t>
                      </a:r>
                      <a:endParaRPr sz="16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</a:t>
                      </a:r>
                      <a:r>
                        <a:rPr lang="en" sz="1600" b="1">
                          <a:solidFill>
                            <a:schemeClr val="lt1"/>
                          </a:solidFill>
                          <a:latin typeface="Impact"/>
                          <a:ea typeface="Impact"/>
                          <a:cs typeface="Impact"/>
                          <a:sym typeface="Impact"/>
                        </a:rPr>
                        <a:t>↓</a:t>
                      </a:r>
                      <a:endParaRPr sz="1600" b="1">
                        <a:solidFill>
                          <a:schemeClr val="lt1"/>
                        </a:solidFill>
                        <a:latin typeface="Impact"/>
                        <a:ea typeface="Impact"/>
                        <a:cs typeface="Impact"/>
                        <a:sym typeface="Impac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Post / Profile </a:t>
                      </a:r>
                      <a:endParaRPr sz="16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</a:t>
                      </a:r>
                      <a:r>
                        <a:rPr lang="en" sz="1600" b="1">
                          <a:solidFill>
                            <a:schemeClr val="lt1"/>
                          </a:solidFill>
                          <a:latin typeface="Impact"/>
                          <a:ea typeface="Impact"/>
                          <a:cs typeface="Impact"/>
                          <a:sym typeface="Impact"/>
                        </a:rPr>
                        <a:t>↓</a:t>
                      </a:r>
                      <a:endParaRPr sz="1600" b="1">
                        <a:solidFill>
                          <a:schemeClr val="lt1"/>
                        </a:solidFill>
                        <a:latin typeface="Impact"/>
                        <a:ea typeface="Impact"/>
                        <a:cs typeface="Impact"/>
                        <a:sym typeface="Impac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Response</a:t>
                      </a:r>
                      <a:endParaRPr sz="16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" sz="1600" b="1">
                          <a:solidFill>
                            <a:schemeClr val="lt1"/>
                          </a:solidFill>
                          <a:latin typeface="Impact"/>
                          <a:ea typeface="Impact"/>
                          <a:cs typeface="Impact"/>
                          <a:sym typeface="Impact"/>
                        </a:rPr>
                        <a:t>                     ↓</a:t>
                      </a:r>
                      <a:endParaRPr sz="1600" b="1">
                        <a:solidFill>
                          <a:schemeClr val="lt1"/>
                        </a:solidFill>
                        <a:latin typeface="Impact"/>
                        <a:ea typeface="Impact"/>
                        <a:cs typeface="Impact"/>
                        <a:sym typeface="Impac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Select Candidate</a:t>
                      </a:r>
                      <a:endParaRPr sz="16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</a:t>
                      </a:r>
                      <a:r>
                        <a:rPr lang="en" sz="1600" b="1">
                          <a:solidFill>
                            <a:schemeClr val="lt1"/>
                          </a:solidFill>
                          <a:latin typeface="Impact"/>
                          <a:ea typeface="Impact"/>
                          <a:cs typeface="Impact"/>
                          <a:sym typeface="Impact"/>
                        </a:rPr>
                        <a:t>↓</a:t>
                      </a:r>
                      <a:endParaRPr sz="1600" b="1">
                        <a:solidFill>
                          <a:schemeClr val="lt1"/>
                        </a:solidFill>
                        <a:latin typeface="Impact"/>
                        <a:ea typeface="Impact"/>
                        <a:cs typeface="Impact"/>
                        <a:sym typeface="Impac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Call Candidate</a:t>
                      </a:r>
                      <a:endParaRPr sz="16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Impact"/>
                          <a:ea typeface="Impact"/>
                          <a:cs typeface="Impact"/>
                          <a:sym typeface="Impact"/>
                        </a:rPr>
                        <a:t>                       ↓</a:t>
                      </a:r>
                      <a:endParaRPr sz="1600" b="1">
                        <a:solidFill>
                          <a:schemeClr val="lt1"/>
                        </a:solidFill>
                        <a:latin typeface="Impact"/>
                        <a:ea typeface="Impact"/>
                        <a:cs typeface="Impact"/>
                        <a:sym typeface="Impac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Exit</a:t>
                      </a:r>
                      <a:endParaRPr sz="16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06" name="Google Shape;1206;p31"/>
          <p:cNvSpPr txBox="1"/>
          <p:nvPr/>
        </p:nvSpPr>
        <p:spPr>
          <a:xfrm>
            <a:off x="5434625" y="541725"/>
            <a:ext cx="3500700" cy="8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u="sng">
                <a:solidFill>
                  <a:srgbClr val="00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Stakeholder:</a:t>
            </a:r>
            <a:endParaRPr sz="2400" b="1" u="sng">
              <a:solidFill>
                <a:srgbClr val="00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32"/>
          <p:cNvSpPr txBox="1"/>
          <p:nvPr/>
        </p:nvSpPr>
        <p:spPr>
          <a:xfrm>
            <a:off x="2832625" y="0"/>
            <a:ext cx="4273500" cy="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u="sng" dirty="0">
                <a:solidFill>
                  <a:srgbClr val="FFFF00"/>
                </a:solidFill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E-R Diagram</a:t>
            </a:r>
            <a:endParaRPr sz="3600" b="1" u="sng" dirty="0">
              <a:solidFill>
                <a:srgbClr val="FFFF00"/>
              </a:solidFill>
              <a:latin typeface="Times New Roman" panose="02020603050405020304" pitchFamily="18" charset="0"/>
              <a:ea typeface="Proxima Nova"/>
              <a:cs typeface="Times New Roman" panose="02020603050405020304" pitchFamily="18" charset="0"/>
              <a:sym typeface="Proxima Nov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1CD8DBB-E96E-1332-A365-56422AACA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970" y="805912"/>
            <a:ext cx="8624806" cy="4337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33"/>
          <p:cNvSpPr txBox="1"/>
          <p:nvPr/>
        </p:nvSpPr>
        <p:spPr>
          <a:xfrm>
            <a:off x="2642129" y="0"/>
            <a:ext cx="51522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u="sng" dirty="0">
                <a:solidFill>
                  <a:srgbClr val="FFFF00"/>
                </a:solidFill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Relational Schema</a:t>
            </a:r>
            <a:endParaRPr sz="3600" b="1" u="sng" dirty="0">
              <a:solidFill>
                <a:srgbClr val="FFFF00"/>
              </a:solidFill>
              <a:latin typeface="Times New Roman" panose="02020603050405020304" pitchFamily="18" charset="0"/>
              <a:ea typeface="Proxima Nova"/>
              <a:cs typeface="Times New Roman" panose="02020603050405020304" pitchFamily="18" charset="0"/>
              <a:sym typeface="Proxima Nova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C9F1D97-FADF-7143-FAC4-BB01FBD66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22" y="984142"/>
            <a:ext cx="8632556" cy="389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34"/>
          <p:cNvSpPr txBox="1"/>
          <p:nvPr/>
        </p:nvSpPr>
        <p:spPr>
          <a:xfrm>
            <a:off x="2394489" y="238171"/>
            <a:ext cx="5463152" cy="6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u="sng" dirty="0">
                <a:solidFill>
                  <a:srgbClr val="FFFF00"/>
                </a:solidFill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Task Distribution</a:t>
            </a:r>
            <a:endParaRPr sz="3600" b="1" u="sng" dirty="0">
              <a:solidFill>
                <a:srgbClr val="FFFF00"/>
              </a:solidFill>
              <a:latin typeface="Times New Roman" panose="02020603050405020304" pitchFamily="18" charset="0"/>
              <a:ea typeface="Proxima Nova"/>
              <a:cs typeface="Times New Roman" panose="02020603050405020304" pitchFamily="18" charset="0"/>
              <a:sym typeface="Proxima Nova"/>
            </a:endParaRPr>
          </a:p>
        </p:txBody>
      </p:sp>
      <p:graphicFrame>
        <p:nvGraphicFramePr>
          <p:cNvPr id="1224" name="Google Shape;1224;p34"/>
          <p:cNvGraphicFramePr/>
          <p:nvPr>
            <p:extLst>
              <p:ext uri="{D42A27DB-BD31-4B8C-83A1-F6EECF244321}">
                <p14:modId xmlns:p14="http://schemas.microsoft.com/office/powerpoint/2010/main" val="216300784"/>
              </p:ext>
            </p:extLst>
          </p:nvPr>
        </p:nvGraphicFramePr>
        <p:xfrm>
          <a:off x="344800" y="1809750"/>
          <a:ext cx="8366150" cy="2518410"/>
        </p:xfrm>
        <a:graphic>
          <a:graphicData uri="http://schemas.openxmlformats.org/drawingml/2006/table">
            <a:tbl>
              <a:tblPr>
                <a:noFill/>
                <a:tableStyleId>{57D68F31-05C7-4F2E-92E1-0719CCC19460}</a:tableStyleId>
              </a:tblPr>
              <a:tblGrid>
                <a:gridCol w="312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8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>
                          <a:solidFill>
                            <a:srgbClr val="00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sz="2000" b="1" dirty="0">
                        <a:solidFill>
                          <a:srgbClr val="00FF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>
                          <a:solidFill>
                            <a:srgbClr val="00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  <a:endParaRPr sz="2000" b="1" dirty="0">
                        <a:solidFill>
                          <a:srgbClr val="00FF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F2F2F2"/>
                          </a:solidFill>
                        </a:rPr>
                        <a:t>Md Shazzad Hossain Jiku</a:t>
                      </a:r>
                      <a:endParaRPr sz="2000">
                        <a:solidFill>
                          <a:srgbClr val="F2F2F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</a:rPr>
                        <a:t>User Profile, Booth Registration, Post, About Us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1"/>
                          </a:solidFill>
                        </a:rPr>
                        <a:t>Ananna Saha</a:t>
                      </a:r>
                      <a:endParaRPr sz="20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</a:rPr>
                        <a:t>User Profile, Alumni Network, Group, Log in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F2F2F2"/>
                          </a:solidFill>
                        </a:rPr>
                        <a:t>Md. Ammar Hossain</a:t>
                      </a:r>
                      <a:endParaRPr sz="2000">
                        <a:solidFill>
                          <a:srgbClr val="F2F2F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FFFFFF"/>
                          </a:solidFill>
                        </a:rPr>
                        <a:t>Company Profile, Job, Friend, Message,Log in  </a:t>
                      </a:r>
                      <a:endParaRPr sz="1800" dirty="0">
                        <a:solidFill>
                          <a:srgbClr val="FFFFF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35"/>
          <p:cNvSpPr txBox="1"/>
          <p:nvPr/>
        </p:nvSpPr>
        <p:spPr>
          <a:xfrm>
            <a:off x="2782150" y="204575"/>
            <a:ext cx="43278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u="sng" dirty="0">
                <a:solidFill>
                  <a:srgbClr val="FFFF00"/>
                </a:solidFill>
                <a:latin typeface="Times New Roman" panose="02020603050405020304" pitchFamily="18" charset="0"/>
                <a:ea typeface="Proxima Nova"/>
                <a:cs typeface="Times New Roman" panose="02020603050405020304" pitchFamily="18" charset="0"/>
                <a:sym typeface="Proxima Nova"/>
              </a:rPr>
              <a:t>GANTT CHART</a:t>
            </a:r>
            <a:endParaRPr sz="3600" b="1" u="sng" dirty="0">
              <a:solidFill>
                <a:srgbClr val="FFFF00"/>
              </a:solidFill>
              <a:latin typeface="Times New Roman" panose="02020603050405020304" pitchFamily="18" charset="0"/>
              <a:ea typeface="Proxima Nova"/>
              <a:cs typeface="Times New Roman" panose="02020603050405020304" pitchFamily="18" charset="0"/>
              <a:sym typeface="Proxima Nova"/>
            </a:endParaRPr>
          </a:p>
        </p:txBody>
      </p:sp>
      <p:graphicFrame>
        <p:nvGraphicFramePr>
          <p:cNvPr id="1230" name="Google Shape;1230;p35"/>
          <p:cNvGraphicFramePr/>
          <p:nvPr/>
        </p:nvGraphicFramePr>
        <p:xfrm>
          <a:off x="952500" y="1146425"/>
          <a:ext cx="7239000" cy="457170"/>
        </p:xfrm>
        <a:graphic>
          <a:graphicData uri="http://schemas.openxmlformats.org/drawingml/2006/table">
            <a:tbl>
              <a:tblPr>
                <a:noFill/>
                <a:tableStyleId>{57D68F31-05C7-4F2E-92E1-0719CCC19460}</a:tableStyleId>
              </a:tblPr>
              <a:tblGrid>
                <a:gridCol w="723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0FF00"/>
                          </a:solidFill>
                        </a:rPr>
                        <a:t>Week-1: </a:t>
                      </a:r>
                      <a:r>
                        <a:rPr lang="en" sz="1800">
                          <a:solidFill>
                            <a:srgbClr val="FFFFFF"/>
                          </a:solidFill>
                        </a:rPr>
                        <a:t>User Profile, Company Profile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31" name="Google Shape;1231;p35"/>
          <p:cNvSpPr txBox="1"/>
          <p:nvPr/>
        </p:nvSpPr>
        <p:spPr>
          <a:xfrm>
            <a:off x="2138925" y="1146450"/>
            <a:ext cx="5952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5D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1232" name="Google Shape;1232;p35"/>
          <p:cNvGraphicFramePr/>
          <p:nvPr/>
        </p:nvGraphicFramePr>
        <p:xfrm>
          <a:off x="952500" y="2081500"/>
          <a:ext cx="7239000" cy="457170"/>
        </p:xfrm>
        <a:graphic>
          <a:graphicData uri="http://schemas.openxmlformats.org/drawingml/2006/table">
            <a:tbl>
              <a:tblPr>
                <a:noFill/>
                <a:tableStyleId>{57D68F31-05C7-4F2E-92E1-0719CCC19460}</a:tableStyleId>
              </a:tblPr>
              <a:tblGrid>
                <a:gridCol w="723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0FF00"/>
                          </a:solidFill>
                        </a:rPr>
                        <a:t>Week-2: </a:t>
                      </a:r>
                      <a:r>
                        <a:rPr lang="en" sz="1800">
                          <a:solidFill>
                            <a:srgbClr val="FFFFFF"/>
                          </a:solidFill>
                        </a:rPr>
                        <a:t>Alumni Network, Booth Registration, Job  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33" name="Google Shape;1233;p35"/>
          <p:cNvGraphicFramePr/>
          <p:nvPr/>
        </p:nvGraphicFramePr>
        <p:xfrm>
          <a:off x="952500" y="2993050"/>
          <a:ext cx="7239000" cy="457170"/>
        </p:xfrm>
        <a:graphic>
          <a:graphicData uri="http://schemas.openxmlformats.org/drawingml/2006/table">
            <a:tbl>
              <a:tblPr>
                <a:noFill/>
                <a:tableStyleId>{57D68F31-05C7-4F2E-92E1-0719CCC19460}</a:tableStyleId>
              </a:tblPr>
              <a:tblGrid>
                <a:gridCol w="723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0FF00"/>
                          </a:solidFill>
                        </a:rPr>
                        <a:t>Week-3: </a:t>
                      </a:r>
                      <a:r>
                        <a:rPr lang="en" sz="1800">
                          <a:solidFill>
                            <a:srgbClr val="FFFFFF"/>
                          </a:solidFill>
                        </a:rPr>
                        <a:t>Post, Friend, Group, Message  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34" name="Google Shape;1234;p35"/>
          <p:cNvGraphicFramePr/>
          <p:nvPr/>
        </p:nvGraphicFramePr>
        <p:xfrm>
          <a:off x="952500" y="3904600"/>
          <a:ext cx="7239000" cy="457170"/>
        </p:xfrm>
        <a:graphic>
          <a:graphicData uri="http://schemas.openxmlformats.org/drawingml/2006/table">
            <a:tbl>
              <a:tblPr>
                <a:noFill/>
                <a:tableStyleId>{57D68F31-05C7-4F2E-92E1-0719CCC19460}</a:tableStyleId>
              </a:tblPr>
              <a:tblGrid>
                <a:gridCol w="723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0FF00"/>
                          </a:solidFill>
                        </a:rPr>
                        <a:t>Week-4: </a:t>
                      </a:r>
                      <a:r>
                        <a:rPr lang="en" sz="1800">
                          <a:solidFill>
                            <a:srgbClr val="FFFFFF"/>
                          </a:solidFill>
                        </a:rPr>
                        <a:t>Log in, About Us </a:t>
                      </a:r>
                      <a:endParaRPr sz="18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35" name="Google Shape;1235;p35"/>
          <p:cNvSpPr txBox="1"/>
          <p:nvPr/>
        </p:nvSpPr>
        <p:spPr>
          <a:xfrm>
            <a:off x="2640825" y="1575413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</a:t>
            </a:r>
            <a:r>
              <a:rPr lang="en" sz="1600" b="1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↓</a:t>
            </a:r>
            <a:endParaRPr/>
          </a:p>
        </p:txBody>
      </p:sp>
      <p:sp>
        <p:nvSpPr>
          <p:cNvPr id="1236" name="Google Shape;1236;p35"/>
          <p:cNvSpPr txBox="1"/>
          <p:nvPr/>
        </p:nvSpPr>
        <p:spPr>
          <a:xfrm>
            <a:off x="2486150" y="2486963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600" b="1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↓</a:t>
            </a:r>
            <a:endParaRPr/>
          </a:p>
        </p:txBody>
      </p:sp>
      <p:sp>
        <p:nvSpPr>
          <p:cNvPr id="1237" name="Google Shape;1237;p35"/>
          <p:cNvSpPr txBox="1"/>
          <p:nvPr/>
        </p:nvSpPr>
        <p:spPr>
          <a:xfrm>
            <a:off x="2486150" y="3388911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600" b="1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↓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36"/>
          <p:cNvSpPr txBox="1"/>
          <p:nvPr/>
        </p:nvSpPr>
        <p:spPr>
          <a:xfrm>
            <a:off x="1081901" y="1450851"/>
            <a:ext cx="7519658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>
                <a:solidFill>
                  <a:srgbClr val="FFFF00"/>
                </a:solidFill>
                <a:latin typeface="Algerian" panose="04020705040A02060702" pitchFamily="82" charset="0"/>
                <a:ea typeface="Georgia"/>
                <a:cs typeface="Georgia"/>
                <a:sym typeface="Georgia"/>
              </a:rPr>
              <a:t>THANK YOU</a:t>
            </a:r>
            <a:endParaRPr sz="9600" dirty="0">
              <a:solidFill>
                <a:srgbClr val="FFFF00"/>
              </a:solidFill>
              <a:latin typeface="Algerian" panose="04020705040A02060702" pitchFamily="82" charset="0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Quality Control Inspector Job Description by Slidesgo">
  <a:themeElements>
    <a:clrScheme name="Simple Light">
      <a:dk1>
        <a:srgbClr val="000000"/>
      </a:dk1>
      <a:lt1>
        <a:srgbClr val="EAEAEA"/>
      </a:lt1>
      <a:dk2>
        <a:srgbClr val="3963D5"/>
      </a:dk2>
      <a:lt2>
        <a:srgbClr val="F35232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309</Words>
  <Application>Microsoft Office PowerPoint</Application>
  <PresentationFormat>On-screen Show (16:9)</PresentationFormat>
  <Paragraphs>106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30" baseType="lpstr">
      <vt:lpstr>Comic Sans MS</vt:lpstr>
      <vt:lpstr>Algerian</vt:lpstr>
      <vt:lpstr>Arial</vt:lpstr>
      <vt:lpstr>Mulish SemiBold</vt:lpstr>
      <vt:lpstr>Roboto Condensed Light</vt:lpstr>
      <vt:lpstr>Times New Roman</vt:lpstr>
      <vt:lpstr>PT Sans</vt:lpstr>
      <vt:lpstr>Nunito Light</vt:lpstr>
      <vt:lpstr>Exo Black</vt:lpstr>
      <vt:lpstr>Exo SemiBold</vt:lpstr>
      <vt:lpstr>Proxima Nova Semibold</vt:lpstr>
      <vt:lpstr>Loved by the King</vt:lpstr>
      <vt:lpstr>Proxima Nova</vt:lpstr>
      <vt:lpstr>Gothic A1</vt:lpstr>
      <vt:lpstr>Impact</vt:lpstr>
      <vt:lpstr>Quality Control Inspector Job Description by Slidesgo</vt:lpstr>
      <vt:lpstr>Slidesgo Final Pages</vt:lpstr>
      <vt:lpstr>Team members: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members:</dc:title>
  <dc:creator>Ammar</dc:creator>
  <cp:lastModifiedBy>Md. Ammar Hossain</cp:lastModifiedBy>
  <cp:revision>4</cp:revision>
  <dcterms:modified xsi:type="dcterms:W3CDTF">2024-03-19T18:31:31Z</dcterms:modified>
</cp:coreProperties>
</file>